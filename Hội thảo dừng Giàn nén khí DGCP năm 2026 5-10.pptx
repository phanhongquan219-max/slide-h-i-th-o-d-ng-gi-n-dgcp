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4" r:id="rId4"/>
    <p:sldMasterId id="2147483668" r:id="rId5"/>
  </p:sldMasterIdLst>
  <p:notesMasterIdLst>
    <p:notesMasterId r:id="rId50"/>
  </p:notesMasterIdLst>
  <p:handoutMasterIdLst>
    <p:handoutMasterId r:id="rId51"/>
  </p:handoutMasterIdLst>
  <p:sldIdLst>
    <p:sldId id="832" r:id="rId6"/>
    <p:sldId id="3375" r:id="rId7"/>
    <p:sldId id="3383" r:id="rId8"/>
    <p:sldId id="3392" r:id="rId9"/>
    <p:sldId id="3390" r:id="rId10"/>
    <p:sldId id="3384" r:id="rId11"/>
    <p:sldId id="3385" r:id="rId12"/>
    <p:sldId id="3389" r:id="rId13"/>
    <p:sldId id="3391" r:id="rId14"/>
    <p:sldId id="450" r:id="rId15"/>
    <p:sldId id="836" r:id="rId16"/>
    <p:sldId id="838" r:id="rId17"/>
    <p:sldId id="3366" r:id="rId18"/>
    <p:sldId id="854" r:id="rId19"/>
    <p:sldId id="855" r:id="rId20"/>
    <p:sldId id="438" r:id="rId21"/>
    <p:sldId id="3378" r:id="rId22"/>
    <p:sldId id="3365" r:id="rId23"/>
    <p:sldId id="436" r:id="rId24"/>
    <p:sldId id="437" r:id="rId25"/>
    <p:sldId id="444" r:id="rId26"/>
    <p:sldId id="349" r:id="rId27"/>
    <p:sldId id="819" r:id="rId28"/>
    <p:sldId id="853" r:id="rId29"/>
    <p:sldId id="258" r:id="rId30"/>
    <p:sldId id="259" r:id="rId31"/>
    <p:sldId id="260" r:id="rId32"/>
    <p:sldId id="261" r:id="rId33"/>
    <p:sldId id="262" r:id="rId34"/>
    <p:sldId id="263" r:id="rId35"/>
    <p:sldId id="3371" r:id="rId36"/>
    <p:sldId id="265" r:id="rId37"/>
    <p:sldId id="852" r:id="rId38"/>
    <p:sldId id="3396" r:id="rId39"/>
    <p:sldId id="3404" r:id="rId40"/>
    <p:sldId id="3405" r:id="rId41"/>
    <p:sldId id="3406" r:id="rId42"/>
    <p:sldId id="3395" r:id="rId43"/>
    <p:sldId id="3408" r:id="rId44"/>
    <p:sldId id="3398" r:id="rId45"/>
    <p:sldId id="3400" r:id="rId46"/>
    <p:sldId id="3399" r:id="rId47"/>
    <p:sldId id="3407" r:id="rId48"/>
    <p:sldId id="264" r:id="rId49"/>
  </p:sldIdLst>
  <p:sldSz cx="12192000" cy="6858000"/>
  <p:notesSz cx="7104063"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33CC"/>
    <a:srgbClr val="00B0F0"/>
    <a:srgbClr val="F19B61"/>
    <a:srgbClr val="FF00FF"/>
    <a:srgbClr val="FF6600"/>
    <a:srgbClr val="DF6613"/>
    <a:srgbClr val="F5B68B"/>
    <a:srgbClr val="D60000"/>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793" autoAdjust="0"/>
    <p:restoredTop sz="95789" autoAdjust="0"/>
  </p:normalViewPr>
  <p:slideViewPr>
    <p:cSldViewPr snapToObjects="1">
      <p:cViewPr varScale="1">
        <p:scale>
          <a:sx n="79" d="100"/>
          <a:sy n="79" d="100"/>
        </p:scale>
        <p:origin x="830" y="72"/>
      </p:cViewPr>
      <p:guideLst>
        <p:guide orient="horz" pos="2160"/>
        <p:guide pos="3840"/>
      </p:guideLst>
    </p:cSldViewPr>
  </p:slideViewPr>
  <p:notesTextViewPr>
    <p:cViewPr>
      <p:scale>
        <a:sx n="1" d="1"/>
        <a:sy n="1" d="1"/>
      </p:scale>
      <p:origin x="0" y="0"/>
    </p:cViewPr>
  </p:notesTextViewPr>
  <p:sorterViewPr>
    <p:cViewPr>
      <p:scale>
        <a:sx n="100" d="100"/>
        <a:sy n="100" d="100"/>
      </p:scale>
      <p:origin x="0" y="-1164"/>
    </p:cViewPr>
  </p:sorterViewPr>
  <p:notesViewPr>
    <p:cSldViewPr snapToObjects="1">
      <p:cViewPr varScale="1">
        <p:scale>
          <a:sx n="81" d="100"/>
          <a:sy n="81" d="100"/>
        </p:scale>
        <p:origin x="3728" y="17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viewProps" Target="viewProps.xml"/><Relationship Id="rId5" Type="http://schemas.openxmlformats.org/officeDocument/2006/relationships/slideMaster" Target="slideMasters/slideMaster2.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microsoft.com/office/2016/11/relationships/changesInfo" Target="changesInfos/changesInfo1.xml"/><Relationship Id="rId8" Type="http://schemas.openxmlformats.org/officeDocument/2006/relationships/slide" Target="slides/slide3.xml"/><Relationship Id="rId51"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ồ Văn Đang (KĐN)" userId="b5ec2c96-ae80-4bbe-92b2-e7fa63ebd0e6" providerId="ADAL" clId="{F6D32BB8-D505-4A3C-A51F-7D1E257DA71A}"/>
    <pc:docChg chg="undo custSel addSld delSld modSld sldOrd">
      <pc:chgData name="Hồ Văn Đang (KĐN)" userId="b5ec2c96-ae80-4bbe-92b2-e7fa63ebd0e6" providerId="ADAL" clId="{F6D32BB8-D505-4A3C-A51F-7D1E257DA71A}" dt="2026-10-03T11:28:01.138" v="3368" actId="14100"/>
      <pc:docMkLst>
        <pc:docMk/>
      </pc:docMkLst>
      <pc:sldChg chg="addSp modSp del">
        <pc:chgData name="Hồ Văn Đang (KĐN)" userId="b5ec2c96-ae80-4bbe-92b2-e7fa63ebd0e6" providerId="ADAL" clId="{F6D32BB8-D505-4A3C-A51F-7D1E257DA71A}" dt="2026-10-03T10:46:14.997" v="2350" actId="2696"/>
        <pc:sldMkLst>
          <pc:docMk/>
          <pc:sldMk cId="1423083211" sldId="257"/>
        </pc:sldMkLst>
        <pc:spChg chg="add">
          <ac:chgData name="Hồ Văn Đang (KĐN)" userId="b5ec2c96-ae80-4bbe-92b2-e7fa63ebd0e6" providerId="ADAL" clId="{F6D32BB8-D505-4A3C-A51F-7D1E257DA71A}" dt="2026-10-03T10:45:24.401" v="2329"/>
          <ac:spMkLst>
            <pc:docMk/>
            <pc:sldMk cId="1423083211" sldId="257"/>
            <ac:spMk id="4" creationId="{14195734-0D79-4343-B8B3-8014E047F10A}"/>
          </ac:spMkLst>
        </pc:spChg>
        <pc:picChg chg="mod">
          <ac:chgData name="Hồ Văn Đang (KĐN)" userId="b5ec2c96-ae80-4bbe-92b2-e7fa63ebd0e6" providerId="ADAL" clId="{F6D32BB8-D505-4A3C-A51F-7D1E257DA71A}" dt="2026-10-03T10:45:26.460" v="2330" actId="1076"/>
          <ac:picMkLst>
            <pc:docMk/>
            <pc:sldMk cId="1423083211" sldId="257"/>
            <ac:picMk id="3" creationId="{2B65C6F3-0D39-49E3-B954-DE2E3CA7012B}"/>
          </ac:picMkLst>
        </pc:picChg>
      </pc:sldChg>
      <pc:sldChg chg="addSp modSp">
        <pc:chgData name="Hồ Văn Đang (KĐN)" userId="b5ec2c96-ae80-4bbe-92b2-e7fa63ebd0e6" providerId="ADAL" clId="{F6D32BB8-D505-4A3C-A51F-7D1E257DA71A}" dt="2026-10-03T10:46:40.117" v="2358" actId="1076"/>
        <pc:sldMkLst>
          <pc:docMk/>
          <pc:sldMk cId="2787993914" sldId="258"/>
        </pc:sldMkLst>
        <pc:spChg chg="add">
          <ac:chgData name="Hồ Văn Đang (KĐN)" userId="b5ec2c96-ae80-4bbe-92b2-e7fa63ebd0e6" providerId="ADAL" clId="{F6D32BB8-D505-4A3C-A51F-7D1E257DA71A}" dt="2026-10-03T10:46:27.616" v="2352"/>
          <ac:spMkLst>
            <pc:docMk/>
            <pc:sldMk cId="2787993914" sldId="258"/>
            <ac:spMk id="4" creationId="{9154A045-A01A-4AAF-A506-2BB4B865396D}"/>
          </ac:spMkLst>
        </pc:spChg>
        <pc:picChg chg="mod">
          <ac:chgData name="Hồ Văn Đang (KĐN)" userId="b5ec2c96-ae80-4bbe-92b2-e7fa63ebd0e6" providerId="ADAL" clId="{F6D32BB8-D505-4A3C-A51F-7D1E257DA71A}" dt="2026-10-03T10:46:40.117" v="2358" actId="1076"/>
          <ac:picMkLst>
            <pc:docMk/>
            <pc:sldMk cId="2787993914" sldId="258"/>
            <ac:picMk id="3" creationId="{DB872698-10A0-40DF-8359-E13F4FD50EB7}"/>
          </ac:picMkLst>
        </pc:picChg>
      </pc:sldChg>
      <pc:sldChg chg="addSp modSp">
        <pc:chgData name="Hồ Văn Đang (KĐN)" userId="b5ec2c96-ae80-4bbe-92b2-e7fa63ebd0e6" providerId="ADAL" clId="{F6D32BB8-D505-4A3C-A51F-7D1E257DA71A}" dt="2026-10-03T10:46:55.912" v="2362" actId="14100"/>
        <pc:sldMkLst>
          <pc:docMk/>
          <pc:sldMk cId="1382569766" sldId="259"/>
        </pc:sldMkLst>
        <pc:spChg chg="add">
          <ac:chgData name="Hồ Văn Đang (KĐN)" userId="b5ec2c96-ae80-4bbe-92b2-e7fa63ebd0e6" providerId="ADAL" clId="{F6D32BB8-D505-4A3C-A51F-7D1E257DA71A}" dt="2026-10-03T10:46:50.610" v="2360"/>
          <ac:spMkLst>
            <pc:docMk/>
            <pc:sldMk cId="1382569766" sldId="259"/>
            <ac:spMk id="4" creationId="{F326C1C9-F5BF-47E0-9C38-0652536E03AB}"/>
          </ac:spMkLst>
        </pc:spChg>
        <pc:picChg chg="mod">
          <ac:chgData name="Hồ Văn Đang (KĐN)" userId="b5ec2c96-ae80-4bbe-92b2-e7fa63ebd0e6" providerId="ADAL" clId="{F6D32BB8-D505-4A3C-A51F-7D1E257DA71A}" dt="2026-10-03T10:46:55.912" v="2362" actId="14100"/>
          <ac:picMkLst>
            <pc:docMk/>
            <pc:sldMk cId="1382569766" sldId="259"/>
            <ac:picMk id="3" creationId="{7206F696-3925-4DEF-81C4-4294D69D6445}"/>
          </ac:picMkLst>
        </pc:picChg>
      </pc:sldChg>
      <pc:sldChg chg="addSp modSp">
        <pc:chgData name="Hồ Văn Đang (KĐN)" userId="b5ec2c96-ae80-4bbe-92b2-e7fa63ebd0e6" providerId="ADAL" clId="{F6D32BB8-D505-4A3C-A51F-7D1E257DA71A}" dt="2026-10-03T10:47:02.120" v="2364" actId="14100"/>
        <pc:sldMkLst>
          <pc:docMk/>
          <pc:sldMk cId="3360725473" sldId="260"/>
        </pc:sldMkLst>
        <pc:spChg chg="add">
          <ac:chgData name="Hồ Văn Đang (KĐN)" userId="b5ec2c96-ae80-4bbe-92b2-e7fa63ebd0e6" providerId="ADAL" clId="{F6D32BB8-D505-4A3C-A51F-7D1E257DA71A}" dt="2026-10-03T10:46:58.938" v="2363"/>
          <ac:spMkLst>
            <pc:docMk/>
            <pc:sldMk cId="3360725473" sldId="260"/>
            <ac:spMk id="4" creationId="{0723CF0B-1557-41CD-9C5D-AFDFFF44B78C}"/>
          </ac:spMkLst>
        </pc:spChg>
        <pc:picChg chg="mod">
          <ac:chgData name="Hồ Văn Đang (KĐN)" userId="b5ec2c96-ae80-4bbe-92b2-e7fa63ebd0e6" providerId="ADAL" clId="{F6D32BB8-D505-4A3C-A51F-7D1E257DA71A}" dt="2026-10-03T10:47:02.120" v="2364" actId="14100"/>
          <ac:picMkLst>
            <pc:docMk/>
            <pc:sldMk cId="3360725473" sldId="260"/>
            <ac:picMk id="3" creationId="{BB21B089-0EDC-4C90-8FD2-1F555A58BA74}"/>
          </ac:picMkLst>
        </pc:picChg>
      </pc:sldChg>
      <pc:sldChg chg="addSp modSp">
        <pc:chgData name="Hồ Văn Đang (KĐN)" userId="b5ec2c96-ae80-4bbe-92b2-e7fa63ebd0e6" providerId="ADAL" clId="{F6D32BB8-D505-4A3C-A51F-7D1E257DA71A}" dt="2026-10-03T10:47:08.011" v="2366"/>
        <pc:sldMkLst>
          <pc:docMk/>
          <pc:sldMk cId="4265147196" sldId="261"/>
        </pc:sldMkLst>
        <pc:spChg chg="add">
          <ac:chgData name="Hồ Văn Đang (KĐN)" userId="b5ec2c96-ae80-4bbe-92b2-e7fa63ebd0e6" providerId="ADAL" clId="{F6D32BB8-D505-4A3C-A51F-7D1E257DA71A}" dt="2026-10-03T10:47:08.011" v="2366"/>
          <ac:spMkLst>
            <pc:docMk/>
            <pc:sldMk cId="4265147196" sldId="261"/>
            <ac:spMk id="4" creationId="{1882923E-D320-4178-A73B-908C55F06C14}"/>
          </ac:spMkLst>
        </pc:spChg>
        <pc:picChg chg="mod">
          <ac:chgData name="Hồ Văn Đang (KĐN)" userId="b5ec2c96-ae80-4bbe-92b2-e7fa63ebd0e6" providerId="ADAL" clId="{F6D32BB8-D505-4A3C-A51F-7D1E257DA71A}" dt="2026-10-03T10:47:06.890" v="2365" actId="14100"/>
          <ac:picMkLst>
            <pc:docMk/>
            <pc:sldMk cId="4265147196" sldId="261"/>
            <ac:picMk id="3" creationId="{8A121C6A-F55E-42B7-B4B1-0C7D503D1693}"/>
          </ac:picMkLst>
        </pc:picChg>
      </pc:sldChg>
      <pc:sldChg chg="addSp modSp">
        <pc:chgData name="Hồ Văn Đang (KĐN)" userId="b5ec2c96-ae80-4bbe-92b2-e7fa63ebd0e6" providerId="ADAL" clId="{F6D32BB8-D505-4A3C-A51F-7D1E257DA71A}" dt="2026-10-03T10:47:16.832" v="2369" actId="14100"/>
        <pc:sldMkLst>
          <pc:docMk/>
          <pc:sldMk cId="3470168738" sldId="262"/>
        </pc:sldMkLst>
        <pc:spChg chg="add">
          <ac:chgData name="Hồ Văn Đang (KĐN)" userId="b5ec2c96-ae80-4bbe-92b2-e7fa63ebd0e6" providerId="ADAL" clId="{F6D32BB8-D505-4A3C-A51F-7D1E257DA71A}" dt="2026-10-03T10:47:13.640" v="2368"/>
          <ac:spMkLst>
            <pc:docMk/>
            <pc:sldMk cId="3470168738" sldId="262"/>
            <ac:spMk id="4" creationId="{7AFE3ECF-EC58-4CAC-A953-8E9E9C4A4AAF}"/>
          </ac:spMkLst>
        </pc:spChg>
        <pc:picChg chg="mod">
          <ac:chgData name="Hồ Văn Đang (KĐN)" userId="b5ec2c96-ae80-4bbe-92b2-e7fa63ebd0e6" providerId="ADAL" clId="{F6D32BB8-D505-4A3C-A51F-7D1E257DA71A}" dt="2026-10-03T10:47:16.832" v="2369" actId="14100"/>
          <ac:picMkLst>
            <pc:docMk/>
            <pc:sldMk cId="3470168738" sldId="262"/>
            <ac:picMk id="3" creationId="{BAAD22F7-D6EF-4B5F-98C3-52E113349D3C}"/>
          </ac:picMkLst>
        </pc:picChg>
      </pc:sldChg>
      <pc:sldChg chg="addSp modSp">
        <pc:chgData name="Hồ Văn Đang (KĐN)" userId="b5ec2c96-ae80-4bbe-92b2-e7fa63ebd0e6" providerId="ADAL" clId="{F6D32BB8-D505-4A3C-A51F-7D1E257DA71A}" dt="2026-10-03T10:47:30.564" v="2375" actId="14100"/>
        <pc:sldMkLst>
          <pc:docMk/>
          <pc:sldMk cId="1791291032" sldId="263"/>
        </pc:sldMkLst>
        <pc:spChg chg="add">
          <ac:chgData name="Hồ Văn Đang (KĐN)" userId="b5ec2c96-ae80-4bbe-92b2-e7fa63ebd0e6" providerId="ADAL" clId="{F6D32BB8-D505-4A3C-A51F-7D1E257DA71A}" dt="2026-10-03T10:47:27.313" v="2374"/>
          <ac:spMkLst>
            <pc:docMk/>
            <pc:sldMk cId="1791291032" sldId="263"/>
            <ac:spMk id="4" creationId="{973C4679-2872-4A36-96AB-66C3619B1753}"/>
          </ac:spMkLst>
        </pc:spChg>
        <pc:picChg chg="mod">
          <ac:chgData name="Hồ Văn Đang (KĐN)" userId="b5ec2c96-ae80-4bbe-92b2-e7fa63ebd0e6" providerId="ADAL" clId="{F6D32BB8-D505-4A3C-A51F-7D1E257DA71A}" dt="2026-10-03T10:47:30.564" v="2375" actId="14100"/>
          <ac:picMkLst>
            <pc:docMk/>
            <pc:sldMk cId="1791291032" sldId="263"/>
            <ac:picMk id="3" creationId="{2FC9D66D-F89D-4371-8417-44A55B52D025}"/>
          </ac:picMkLst>
        </pc:picChg>
      </pc:sldChg>
      <pc:sldChg chg="addSp delSp modSp">
        <pc:chgData name="Hồ Văn Đang (KĐN)" userId="b5ec2c96-ae80-4bbe-92b2-e7fa63ebd0e6" providerId="ADAL" clId="{F6D32BB8-D505-4A3C-A51F-7D1E257DA71A}" dt="2026-10-03T09:19:21.104" v="513" actId="1076"/>
        <pc:sldMkLst>
          <pc:docMk/>
          <pc:sldMk cId="1747570559" sldId="264"/>
        </pc:sldMkLst>
        <pc:spChg chg="add mod">
          <ac:chgData name="Hồ Văn Đang (KĐN)" userId="b5ec2c96-ae80-4bbe-92b2-e7fa63ebd0e6" providerId="ADAL" clId="{F6D32BB8-D505-4A3C-A51F-7D1E257DA71A}" dt="2026-10-03T09:19:21.104" v="513" actId="1076"/>
          <ac:spMkLst>
            <pc:docMk/>
            <pc:sldMk cId="1747570559" sldId="264"/>
            <ac:spMk id="3" creationId="{90C9421B-D5B9-4A5B-8454-767223EE4518}"/>
          </ac:spMkLst>
        </pc:spChg>
        <pc:picChg chg="del">
          <ac:chgData name="Hồ Văn Đang (KĐN)" userId="b5ec2c96-ae80-4bbe-92b2-e7fa63ebd0e6" providerId="ADAL" clId="{F6D32BB8-D505-4A3C-A51F-7D1E257DA71A}" dt="2026-10-03T09:18:42.413" v="470" actId="478"/>
          <ac:picMkLst>
            <pc:docMk/>
            <pc:sldMk cId="1747570559" sldId="264"/>
            <ac:picMk id="7" creationId="{0670BE75-C8A6-4E11-914E-3BFAC420BC2F}"/>
          </ac:picMkLst>
        </pc:picChg>
      </pc:sldChg>
      <pc:sldChg chg="addSp modSp">
        <pc:chgData name="Hồ Văn Đang (KĐN)" userId="b5ec2c96-ae80-4bbe-92b2-e7fa63ebd0e6" providerId="ADAL" clId="{F6D32BB8-D505-4A3C-A51F-7D1E257DA71A}" dt="2026-10-03T10:48:03.397" v="2385"/>
        <pc:sldMkLst>
          <pc:docMk/>
          <pc:sldMk cId="938487119" sldId="265"/>
        </pc:sldMkLst>
        <pc:spChg chg="add">
          <ac:chgData name="Hồ Văn Đang (KĐN)" userId="b5ec2c96-ae80-4bbe-92b2-e7fa63ebd0e6" providerId="ADAL" clId="{F6D32BB8-D505-4A3C-A51F-7D1E257DA71A}" dt="2026-10-03T10:48:03.397" v="2385"/>
          <ac:spMkLst>
            <pc:docMk/>
            <pc:sldMk cId="938487119" sldId="265"/>
            <ac:spMk id="4" creationId="{48344A17-3762-4606-B60A-008185B00E72}"/>
          </ac:spMkLst>
        </pc:spChg>
        <pc:picChg chg="mod modCrop">
          <ac:chgData name="Hồ Văn Đang (KĐN)" userId="b5ec2c96-ae80-4bbe-92b2-e7fa63ebd0e6" providerId="ADAL" clId="{F6D32BB8-D505-4A3C-A51F-7D1E257DA71A}" dt="2026-10-03T10:48:01.928" v="2384" actId="1076"/>
          <ac:picMkLst>
            <pc:docMk/>
            <pc:sldMk cId="938487119" sldId="265"/>
            <ac:picMk id="3" creationId="{9725FE99-60FD-4C16-9639-5438E4EBC4F3}"/>
          </ac:picMkLst>
        </pc:picChg>
      </pc:sldChg>
      <pc:sldChg chg="modSp">
        <pc:chgData name="Hồ Văn Đang (KĐN)" userId="b5ec2c96-ae80-4bbe-92b2-e7fa63ebd0e6" providerId="ADAL" clId="{F6D32BB8-D505-4A3C-A51F-7D1E257DA71A}" dt="2026-10-03T09:48:16.913" v="1506" actId="207"/>
        <pc:sldMkLst>
          <pc:docMk/>
          <pc:sldMk cId="0" sldId="349"/>
        </pc:sldMkLst>
        <pc:spChg chg="mod">
          <ac:chgData name="Hồ Văn Đang (KĐN)" userId="b5ec2c96-ae80-4bbe-92b2-e7fa63ebd0e6" providerId="ADAL" clId="{F6D32BB8-D505-4A3C-A51F-7D1E257DA71A}" dt="2026-10-03T09:48:16.913" v="1506" actId="207"/>
          <ac:spMkLst>
            <pc:docMk/>
            <pc:sldMk cId="0" sldId="349"/>
            <ac:spMk id="9" creationId="{60629223-2E08-4DDD-A110-22243D7C82DF}"/>
          </ac:spMkLst>
        </pc:spChg>
        <pc:spChg chg="mod">
          <ac:chgData name="Hồ Văn Đang (KĐN)" userId="b5ec2c96-ae80-4bbe-92b2-e7fa63ebd0e6" providerId="ADAL" clId="{F6D32BB8-D505-4A3C-A51F-7D1E257DA71A}" dt="2026-10-03T09:48:14.534" v="1505" actId="207"/>
          <ac:spMkLst>
            <pc:docMk/>
            <pc:sldMk cId="0" sldId="349"/>
            <ac:spMk id="12" creationId="{25C697E1-EEDF-4BDF-87ED-8940FAE8CC99}"/>
          </ac:spMkLst>
        </pc:spChg>
        <pc:picChg chg="mod">
          <ac:chgData name="Hồ Văn Đang (KĐN)" userId="b5ec2c96-ae80-4bbe-92b2-e7fa63ebd0e6" providerId="ADAL" clId="{F6D32BB8-D505-4A3C-A51F-7D1E257DA71A}" dt="2026-10-03T09:48:06.831" v="1500" actId="1076"/>
          <ac:picMkLst>
            <pc:docMk/>
            <pc:sldMk cId="0" sldId="349"/>
            <ac:picMk id="22530" creationId="{B852DA3C-A7DF-419F-9A7B-C92E51323D1E}"/>
          </ac:picMkLst>
        </pc:picChg>
        <pc:picChg chg="mod">
          <ac:chgData name="Hồ Văn Đang (KĐN)" userId="b5ec2c96-ae80-4bbe-92b2-e7fa63ebd0e6" providerId="ADAL" clId="{F6D32BB8-D505-4A3C-A51F-7D1E257DA71A}" dt="2026-10-03T09:48:04.927" v="1499" actId="1076"/>
          <ac:picMkLst>
            <pc:docMk/>
            <pc:sldMk cId="0" sldId="349"/>
            <ac:picMk id="22531" creationId="{C24A6C2C-649C-4555-B6A6-575F51A7CC6C}"/>
          </ac:picMkLst>
        </pc:picChg>
        <pc:picChg chg="mod">
          <ac:chgData name="Hồ Văn Đang (KĐN)" userId="b5ec2c96-ae80-4bbe-92b2-e7fa63ebd0e6" providerId="ADAL" clId="{F6D32BB8-D505-4A3C-A51F-7D1E257DA71A}" dt="2026-10-03T09:47:54.975" v="1496" actId="1076"/>
          <ac:picMkLst>
            <pc:docMk/>
            <pc:sldMk cId="0" sldId="349"/>
            <ac:picMk id="22532" creationId="{F884A5E1-A233-4462-9F01-8C754E68DB1E}"/>
          </ac:picMkLst>
        </pc:picChg>
        <pc:picChg chg="mod">
          <ac:chgData name="Hồ Văn Đang (KĐN)" userId="b5ec2c96-ae80-4bbe-92b2-e7fa63ebd0e6" providerId="ADAL" clId="{F6D32BB8-D505-4A3C-A51F-7D1E257DA71A}" dt="2026-10-03T09:47:57.924" v="1497" actId="1076"/>
          <ac:picMkLst>
            <pc:docMk/>
            <pc:sldMk cId="0" sldId="349"/>
            <ac:picMk id="22533" creationId="{0D6EACDE-2659-4AA1-A02D-4D725321E35D}"/>
          </ac:picMkLst>
        </pc:picChg>
      </pc:sldChg>
      <pc:sldChg chg="modSp">
        <pc:chgData name="Hồ Văn Đang (KĐN)" userId="b5ec2c96-ae80-4bbe-92b2-e7fa63ebd0e6" providerId="ADAL" clId="{F6D32BB8-D505-4A3C-A51F-7D1E257DA71A}" dt="2026-10-03T09:44:15.147" v="1413" actId="14100"/>
        <pc:sldMkLst>
          <pc:docMk/>
          <pc:sldMk cId="2137106593" sldId="436"/>
        </pc:sldMkLst>
        <pc:spChg chg="mod">
          <ac:chgData name="Hồ Văn Đang (KĐN)" userId="b5ec2c96-ae80-4bbe-92b2-e7fa63ebd0e6" providerId="ADAL" clId="{F6D32BB8-D505-4A3C-A51F-7D1E257DA71A}" dt="2026-10-03T09:44:10.745" v="1412" actId="20577"/>
          <ac:spMkLst>
            <pc:docMk/>
            <pc:sldMk cId="2137106593" sldId="436"/>
            <ac:spMk id="8" creationId="{F18C4EC3-26EC-4BD3-80FD-F02BB9341E43}"/>
          </ac:spMkLst>
        </pc:spChg>
        <pc:spChg chg="mod">
          <ac:chgData name="Hồ Văn Đang (KĐN)" userId="b5ec2c96-ae80-4bbe-92b2-e7fa63ebd0e6" providerId="ADAL" clId="{F6D32BB8-D505-4A3C-A51F-7D1E257DA71A}" dt="2026-10-03T09:44:03.657" v="1410" actId="207"/>
          <ac:spMkLst>
            <pc:docMk/>
            <pc:sldMk cId="2137106593" sldId="436"/>
            <ac:spMk id="9" creationId="{420BDB10-0602-43D4-831F-91F092E85BB7}"/>
          </ac:spMkLst>
        </pc:spChg>
        <pc:picChg chg="mod">
          <ac:chgData name="Hồ Văn Đang (KĐN)" userId="b5ec2c96-ae80-4bbe-92b2-e7fa63ebd0e6" providerId="ADAL" clId="{F6D32BB8-D505-4A3C-A51F-7D1E257DA71A}" dt="2026-10-03T09:44:15.147" v="1413" actId="14100"/>
          <ac:picMkLst>
            <pc:docMk/>
            <pc:sldMk cId="2137106593" sldId="436"/>
            <ac:picMk id="5" creationId="{4722E71D-7D36-49E2-8AED-1D1A0C4FE1FD}"/>
          </ac:picMkLst>
        </pc:picChg>
      </pc:sldChg>
      <pc:sldChg chg="modSp">
        <pc:chgData name="Hồ Văn Đang (KĐN)" userId="b5ec2c96-ae80-4bbe-92b2-e7fa63ebd0e6" providerId="ADAL" clId="{F6D32BB8-D505-4A3C-A51F-7D1E257DA71A}" dt="2026-10-03T09:44:30.802" v="1420" actId="207"/>
        <pc:sldMkLst>
          <pc:docMk/>
          <pc:sldMk cId="271823947" sldId="437"/>
        </pc:sldMkLst>
        <pc:spChg chg="mod">
          <ac:chgData name="Hồ Văn Đang (KĐN)" userId="b5ec2c96-ae80-4bbe-92b2-e7fa63ebd0e6" providerId="ADAL" clId="{F6D32BB8-D505-4A3C-A51F-7D1E257DA71A}" dt="2026-10-03T09:44:30.802" v="1420" actId="207"/>
          <ac:spMkLst>
            <pc:docMk/>
            <pc:sldMk cId="271823947" sldId="437"/>
            <ac:spMk id="9" creationId="{420BDB10-0602-43D4-831F-91F092E85BB7}"/>
          </ac:spMkLst>
        </pc:spChg>
      </pc:sldChg>
      <pc:sldChg chg="modSp">
        <pc:chgData name="Hồ Văn Đang (KĐN)" userId="b5ec2c96-ae80-4bbe-92b2-e7fa63ebd0e6" providerId="ADAL" clId="{F6D32BB8-D505-4A3C-A51F-7D1E257DA71A}" dt="2026-10-03T09:31:23.956" v="1129" actId="207"/>
        <pc:sldMkLst>
          <pc:docMk/>
          <pc:sldMk cId="1089022243" sldId="438"/>
        </pc:sldMkLst>
        <pc:spChg chg="mod">
          <ac:chgData name="Hồ Văn Đang (KĐN)" userId="b5ec2c96-ae80-4bbe-92b2-e7fa63ebd0e6" providerId="ADAL" clId="{F6D32BB8-D505-4A3C-A51F-7D1E257DA71A}" dt="2026-10-03T09:31:23.956" v="1129" actId="207"/>
          <ac:spMkLst>
            <pc:docMk/>
            <pc:sldMk cId="1089022243" sldId="438"/>
            <ac:spMk id="9" creationId="{420BDB10-0602-43D4-831F-91F092E85BB7}"/>
          </ac:spMkLst>
        </pc:spChg>
      </pc:sldChg>
      <pc:sldChg chg="delSp modSp">
        <pc:chgData name="Hồ Văn Đang (KĐN)" userId="b5ec2c96-ae80-4bbe-92b2-e7fa63ebd0e6" providerId="ADAL" clId="{F6D32BB8-D505-4A3C-A51F-7D1E257DA71A}" dt="2026-10-03T09:47:33.157" v="1494" actId="20577"/>
        <pc:sldMkLst>
          <pc:docMk/>
          <pc:sldMk cId="2505928694" sldId="444"/>
        </pc:sldMkLst>
        <pc:spChg chg="del">
          <ac:chgData name="Hồ Văn Đang (KĐN)" userId="b5ec2c96-ae80-4bbe-92b2-e7fa63ebd0e6" providerId="ADAL" clId="{F6D32BB8-D505-4A3C-A51F-7D1E257DA71A}" dt="2026-10-03T09:44:54.028" v="1424" actId="478"/>
          <ac:spMkLst>
            <pc:docMk/>
            <pc:sldMk cId="2505928694" sldId="444"/>
            <ac:spMk id="8" creationId="{F18C4EC3-26EC-4BD3-80FD-F02BB9341E43}"/>
          </ac:spMkLst>
        </pc:spChg>
        <pc:spChg chg="mod">
          <ac:chgData name="Hồ Văn Đang (KĐN)" userId="b5ec2c96-ae80-4bbe-92b2-e7fa63ebd0e6" providerId="ADAL" clId="{F6D32BB8-D505-4A3C-A51F-7D1E257DA71A}" dt="2026-10-03T09:44:48.568" v="1423" actId="20577"/>
          <ac:spMkLst>
            <pc:docMk/>
            <pc:sldMk cId="2505928694" sldId="444"/>
            <ac:spMk id="9" creationId="{420BDB10-0602-43D4-831F-91F092E85BB7}"/>
          </ac:spMkLst>
        </pc:spChg>
        <pc:spChg chg="mod">
          <ac:chgData name="Hồ Văn Đang (KĐN)" userId="b5ec2c96-ae80-4bbe-92b2-e7fa63ebd0e6" providerId="ADAL" clId="{F6D32BB8-D505-4A3C-A51F-7D1E257DA71A}" dt="2026-10-03T09:47:33.157" v="1494" actId="20577"/>
          <ac:spMkLst>
            <pc:docMk/>
            <pc:sldMk cId="2505928694" sldId="444"/>
            <ac:spMk id="12" creationId="{CC67A1C6-67C9-4454-86E5-BBEDA74898F7}"/>
          </ac:spMkLst>
        </pc:spChg>
        <pc:grpChg chg="mod">
          <ac:chgData name="Hồ Văn Đang (KĐN)" userId="b5ec2c96-ae80-4bbe-92b2-e7fa63ebd0e6" providerId="ADAL" clId="{F6D32BB8-D505-4A3C-A51F-7D1E257DA71A}" dt="2026-10-03T09:47:09.912" v="1477"/>
          <ac:grpSpMkLst>
            <pc:docMk/>
            <pc:sldMk cId="2505928694" sldId="444"/>
            <ac:grpSpMk id="10" creationId="{02FC1AE8-FF22-44B7-AB95-C8BEC02E5D22}"/>
          </ac:grpSpMkLst>
        </pc:grpChg>
      </pc:sldChg>
      <pc:sldChg chg="addSp delSp modSp">
        <pc:chgData name="Hồ Văn Đang (KĐN)" userId="b5ec2c96-ae80-4bbe-92b2-e7fa63ebd0e6" providerId="ADAL" clId="{F6D32BB8-D505-4A3C-A51F-7D1E257DA71A}" dt="2026-10-03T09:21:08.018" v="532" actId="20577"/>
        <pc:sldMkLst>
          <pc:docMk/>
          <pc:sldMk cId="2601763877" sldId="450"/>
        </pc:sldMkLst>
        <pc:spChg chg="mod">
          <ac:chgData name="Hồ Văn Đang (KĐN)" userId="b5ec2c96-ae80-4bbe-92b2-e7fa63ebd0e6" providerId="ADAL" clId="{F6D32BB8-D505-4A3C-A51F-7D1E257DA71A}" dt="2026-10-03T09:21:08.018" v="532" actId="20577"/>
          <ac:spMkLst>
            <pc:docMk/>
            <pc:sldMk cId="2601763877" sldId="450"/>
            <ac:spMk id="4" creationId="{416DADA9-B5B2-42D5-BE2B-C57666CA1908}"/>
          </ac:spMkLst>
        </pc:spChg>
        <pc:spChg chg="del mod">
          <ac:chgData name="Hồ Văn Đang (KĐN)" userId="b5ec2c96-ae80-4bbe-92b2-e7fa63ebd0e6" providerId="ADAL" clId="{F6D32BB8-D505-4A3C-A51F-7D1E257DA71A}" dt="2026-10-03T09:17:46.074" v="431" actId="478"/>
          <ac:spMkLst>
            <pc:docMk/>
            <pc:sldMk cId="2601763877" sldId="450"/>
            <ac:spMk id="7" creationId="{84B0C4EA-5D86-465F-B12A-B7C28791C7C7}"/>
          </ac:spMkLst>
        </pc:spChg>
        <pc:spChg chg="del">
          <ac:chgData name="Hồ Văn Đang (KĐN)" userId="b5ec2c96-ae80-4bbe-92b2-e7fa63ebd0e6" providerId="ADAL" clId="{F6D32BB8-D505-4A3C-A51F-7D1E257DA71A}" dt="2026-10-03T09:20:07.680" v="519" actId="478"/>
          <ac:spMkLst>
            <pc:docMk/>
            <pc:sldMk cId="2601763877" sldId="450"/>
            <ac:spMk id="8" creationId="{F18C4EC3-26EC-4BD3-80FD-F02BB9341E43}"/>
          </ac:spMkLst>
        </pc:spChg>
        <pc:spChg chg="add mod">
          <ac:chgData name="Hồ Văn Đang (KĐN)" userId="b5ec2c96-ae80-4bbe-92b2-e7fa63ebd0e6" providerId="ADAL" clId="{F6D32BB8-D505-4A3C-A51F-7D1E257DA71A}" dt="2026-10-03T09:20:23.380" v="522" actId="20577"/>
          <ac:spMkLst>
            <pc:docMk/>
            <pc:sldMk cId="2601763877" sldId="450"/>
            <ac:spMk id="9" creationId="{52FD6148-436E-4E63-A27F-DF5C87F68E53}"/>
          </ac:spMkLst>
        </pc:spChg>
        <pc:picChg chg="add del">
          <ac:chgData name="Hồ Văn Đang (KĐN)" userId="b5ec2c96-ae80-4bbe-92b2-e7fa63ebd0e6" providerId="ADAL" clId="{F6D32BB8-D505-4A3C-A51F-7D1E257DA71A}" dt="2026-10-03T09:17:54.493" v="433" actId="478"/>
          <ac:picMkLst>
            <pc:docMk/>
            <pc:sldMk cId="2601763877" sldId="450"/>
            <ac:picMk id="2" creationId="{99623981-D5AA-4147-876D-3F58E360C060}"/>
          </ac:picMkLst>
        </pc:picChg>
      </pc:sldChg>
      <pc:sldChg chg="del">
        <pc:chgData name="Hồ Văn Đang (KĐN)" userId="b5ec2c96-ae80-4bbe-92b2-e7fa63ebd0e6" providerId="ADAL" clId="{F6D32BB8-D505-4A3C-A51F-7D1E257DA71A}" dt="2026-10-03T09:11:36.552" v="349" actId="2696"/>
        <pc:sldMkLst>
          <pc:docMk/>
          <pc:sldMk cId="13143372" sldId="794"/>
        </pc:sldMkLst>
      </pc:sldChg>
      <pc:sldChg chg="del">
        <pc:chgData name="Hồ Văn Đang (KĐN)" userId="b5ec2c96-ae80-4bbe-92b2-e7fa63ebd0e6" providerId="ADAL" clId="{F6D32BB8-D505-4A3C-A51F-7D1E257DA71A}" dt="2026-10-03T10:18:24.675" v="2209" actId="2696"/>
        <pc:sldMkLst>
          <pc:docMk/>
          <pc:sldMk cId="1916892621" sldId="799"/>
        </pc:sldMkLst>
      </pc:sldChg>
      <pc:sldChg chg="addSp delSp modSp del">
        <pc:chgData name="Hồ Văn Đang (KĐN)" userId="b5ec2c96-ae80-4bbe-92b2-e7fa63ebd0e6" providerId="ADAL" clId="{F6D32BB8-D505-4A3C-A51F-7D1E257DA71A}" dt="2026-10-03T11:13:08.166" v="3049" actId="2696"/>
        <pc:sldMkLst>
          <pc:docMk/>
          <pc:sldMk cId="91609685" sldId="801"/>
        </pc:sldMkLst>
        <pc:spChg chg="add mod">
          <ac:chgData name="Hồ Văn Đang (KĐN)" userId="b5ec2c96-ae80-4bbe-92b2-e7fa63ebd0e6" providerId="ADAL" clId="{F6D32BB8-D505-4A3C-A51F-7D1E257DA71A}" dt="2026-10-03T11:04:17.293" v="2888" actId="20577"/>
          <ac:spMkLst>
            <pc:docMk/>
            <pc:sldMk cId="91609685" sldId="801"/>
            <ac:spMk id="8" creationId="{B8981758-F39F-4CCB-A8FE-B2773F314CEA}"/>
          </ac:spMkLst>
        </pc:spChg>
        <pc:spChg chg="del">
          <ac:chgData name="Hồ Văn Đang (KĐN)" userId="b5ec2c96-ae80-4bbe-92b2-e7fa63ebd0e6" providerId="ADAL" clId="{F6D32BB8-D505-4A3C-A51F-7D1E257DA71A}" dt="2026-10-03T11:01:16.898" v="2592" actId="478"/>
          <ac:spMkLst>
            <pc:docMk/>
            <pc:sldMk cId="91609685" sldId="801"/>
            <ac:spMk id="9" creationId="{20666D07-4925-4E3F-A929-A13D2FB1DA98}"/>
          </ac:spMkLst>
        </pc:spChg>
        <pc:grpChg chg="add del">
          <ac:chgData name="Hồ Văn Đang (KĐN)" userId="b5ec2c96-ae80-4bbe-92b2-e7fa63ebd0e6" providerId="ADAL" clId="{F6D32BB8-D505-4A3C-A51F-7D1E257DA71A}" dt="2026-10-03T11:05:58.030" v="2906"/>
          <ac:grpSpMkLst>
            <pc:docMk/>
            <pc:sldMk cId="91609685" sldId="801"/>
            <ac:grpSpMk id="10" creationId="{E47DABD2-5EDB-4ACD-BF03-099876D4DFE0}"/>
          </ac:grpSpMkLst>
        </pc:grpChg>
        <pc:graphicFrameChg chg="modGraphic">
          <ac:chgData name="Hồ Văn Đang (KĐN)" userId="b5ec2c96-ae80-4bbe-92b2-e7fa63ebd0e6" providerId="ADAL" clId="{F6D32BB8-D505-4A3C-A51F-7D1E257DA71A}" dt="2026-10-03T11:09:39.026" v="3013" actId="14734"/>
          <ac:graphicFrameMkLst>
            <pc:docMk/>
            <pc:sldMk cId="91609685" sldId="801"/>
            <ac:graphicFrameMk id="7" creationId="{F474A014-4B31-D11F-7B98-06CB0306328B}"/>
          </ac:graphicFrameMkLst>
        </pc:graphicFrameChg>
      </pc:sldChg>
      <pc:sldChg chg="del">
        <pc:chgData name="Hồ Văn Đang (KĐN)" userId="b5ec2c96-ae80-4bbe-92b2-e7fa63ebd0e6" providerId="ADAL" clId="{F6D32BB8-D505-4A3C-A51F-7D1E257DA71A}" dt="2026-10-03T10:18:24.658" v="2208" actId="2696"/>
        <pc:sldMkLst>
          <pc:docMk/>
          <pc:sldMk cId="198115989" sldId="802"/>
        </pc:sldMkLst>
      </pc:sldChg>
      <pc:sldChg chg="addSp delSp modSp del">
        <pc:chgData name="Hồ Văn Đang (KĐN)" userId="b5ec2c96-ae80-4bbe-92b2-e7fa63ebd0e6" providerId="ADAL" clId="{F6D32BB8-D505-4A3C-A51F-7D1E257DA71A}" dt="2026-10-03T11:12:53.598" v="3045" actId="2696"/>
        <pc:sldMkLst>
          <pc:docMk/>
          <pc:sldMk cId="24130456" sldId="803"/>
        </pc:sldMkLst>
        <pc:spChg chg="del">
          <ac:chgData name="Hồ Văn Đang (KĐN)" userId="b5ec2c96-ae80-4bbe-92b2-e7fa63ebd0e6" providerId="ADAL" clId="{F6D32BB8-D505-4A3C-A51F-7D1E257DA71A}" dt="2026-10-03T11:02:42.882" v="2813" actId="478"/>
          <ac:spMkLst>
            <pc:docMk/>
            <pc:sldMk cId="24130456" sldId="803"/>
            <ac:spMk id="4" creationId="{EC0BD4F2-6B07-4941-8606-BFC780AAA013}"/>
          </ac:spMkLst>
        </pc:spChg>
        <pc:spChg chg="add del">
          <ac:chgData name="Hồ Văn Đang (KĐN)" userId="b5ec2c96-ae80-4bbe-92b2-e7fa63ebd0e6" providerId="ADAL" clId="{F6D32BB8-D505-4A3C-A51F-7D1E257DA71A}" dt="2026-10-03T11:04:21.395" v="2889" actId="478"/>
          <ac:spMkLst>
            <pc:docMk/>
            <pc:sldMk cId="24130456" sldId="803"/>
            <ac:spMk id="7" creationId="{DF591A5B-B049-477B-8B09-B3CE4DDDAF87}"/>
          </ac:spMkLst>
        </pc:spChg>
        <pc:spChg chg="add">
          <ac:chgData name="Hồ Văn Đang (KĐN)" userId="b5ec2c96-ae80-4bbe-92b2-e7fa63ebd0e6" providerId="ADAL" clId="{F6D32BB8-D505-4A3C-A51F-7D1E257DA71A}" dt="2026-10-03T11:04:27.299" v="2890"/>
          <ac:spMkLst>
            <pc:docMk/>
            <pc:sldMk cId="24130456" sldId="803"/>
            <ac:spMk id="8" creationId="{13A02452-FAF3-4C48-96FD-7556361A8B02}"/>
          </ac:spMkLst>
        </pc:spChg>
        <pc:graphicFrameChg chg="mod">
          <ac:chgData name="Hồ Văn Đang (KĐN)" userId="b5ec2c96-ae80-4bbe-92b2-e7fa63ebd0e6" providerId="ADAL" clId="{F6D32BB8-D505-4A3C-A51F-7D1E257DA71A}" dt="2026-10-03T11:03:44.459" v="2819" actId="1076"/>
          <ac:graphicFrameMkLst>
            <pc:docMk/>
            <pc:sldMk cId="24130456" sldId="803"/>
            <ac:graphicFrameMk id="5" creationId="{2E8ECA6C-7C41-4CCE-B51E-E064A421B5F5}"/>
          </ac:graphicFrameMkLst>
        </pc:graphicFrameChg>
      </pc:sldChg>
      <pc:sldChg chg="addSp delSp modSp del">
        <pc:chgData name="Hồ Văn Đang (KĐN)" userId="b5ec2c96-ae80-4bbe-92b2-e7fa63ebd0e6" providerId="ADAL" clId="{F6D32BB8-D505-4A3C-A51F-7D1E257DA71A}" dt="2026-10-03T11:12:54.940" v="3046" actId="2696"/>
        <pc:sldMkLst>
          <pc:docMk/>
          <pc:sldMk cId="4301196" sldId="804"/>
        </pc:sldMkLst>
        <pc:spChg chg="del">
          <ac:chgData name="Hồ Văn Đang (KĐN)" userId="b5ec2c96-ae80-4bbe-92b2-e7fa63ebd0e6" providerId="ADAL" clId="{F6D32BB8-D505-4A3C-A51F-7D1E257DA71A}" dt="2026-10-03T11:02:51.389" v="2815" actId="478"/>
          <ac:spMkLst>
            <pc:docMk/>
            <pc:sldMk cId="4301196" sldId="804"/>
            <ac:spMk id="4" creationId="{EA4E4388-32DF-4120-A56C-71481905C1A7}"/>
          </ac:spMkLst>
        </pc:spChg>
        <pc:spChg chg="add del">
          <ac:chgData name="Hồ Văn Đang (KĐN)" userId="b5ec2c96-ae80-4bbe-92b2-e7fa63ebd0e6" providerId="ADAL" clId="{F6D32BB8-D505-4A3C-A51F-7D1E257DA71A}" dt="2026-10-03T11:04:30.103" v="2891" actId="478"/>
          <ac:spMkLst>
            <pc:docMk/>
            <pc:sldMk cId="4301196" sldId="804"/>
            <ac:spMk id="7" creationId="{A70FD886-1441-4ABB-87DC-1AE3E38269F3}"/>
          </ac:spMkLst>
        </pc:spChg>
        <pc:spChg chg="add">
          <ac:chgData name="Hồ Văn Đang (KĐN)" userId="b5ec2c96-ae80-4bbe-92b2-e7fa63ebd0e6" providerId="ADAL" clId="{F6D32BB8-D505-4A3C-A51F-7D1E257DA71A}" dt="2026-10-03T11:04:31.487" v="2892"/>
          <ac:spMkLst>
            <pc:docMk/>
            <pc:sldMk cId="4301196" sldId="804"/>
            <ac:spMk id="8" creationId="{D545F2CD-779F-423E-BF22-3C3A199396A2}"/>
          </ac:spMkLst>
        </pc:spChg>
        <pc:graphicFrameChg chg="mod modGraphic">
          <ac:chgData name="Hồ Văn Đang (KĐN)" userId="b5ec2c96-ae80-4bbe-92b2-e7fa63ebd0e6" providerId="ADAL" clId="{F6D32BB8-D505-4A3C-A51F-7D1E257DA71A}" dt="2026-10-03T11:03:53.745" v="2820" actId="14100"/>
          <ac:graphicFrameMkLst>
            <pc:docMk/>
            <pc:sldMk cId="4301196" sldId="804"/>
            <ac:graphicFrameMk id="5" creationId="{2E8ECA6C-7C41-4CCE-B51E-E064A421B5F5}"/>
          </ac:graphicFrameMkLst>
        </pc:graphicFrameChg>
      </pc:sldChg>
      <pc:sldChg chg="addSp delSp modSp add del">
        <pc:chgData name="Hồ Văn Đang (KĐN)" userId="b5ec2c96-ae80-4bbe-92b2-e7fa63ebd0e6" providerId="ADAL" clId="{F6D32BB8-D505-4A3C-A51F-7D1E257DA71A}" dt="2026-10-03T11:12:56.198" v="3047" actId="2696"/>
        <pc:sldMkLst>
          <pc:docMk/>
          <pc:sldMk cId="3978910695" sldId="805"/>
        </pc:sldMkLst>
        <pc:spChg chg="del">
          <ac:chgData name="Hồ Văn Đang (KĐN)" userId="b5ec2c96-ae80-4bbe-92b2-e7fa63ebd0e6" providerId="ADAL" clId="{F6D32BB8-D505-4A3C-A51F-7D1E257DA71A}" dt="2026-10-03T11:02:55.713" v="2817" actId="478"/>
          <ac:spMkLst>
            <pc:docMk/>
            <pc:sldMk cId="3978910695" sldId="805"/>
            <ac:spMk id="6" creationId="{CD9C4AE9-13D1-47BD-B4CF-0F2C21E08AF6}"/>
          </ac:spMkLst>
        </pc:spChg>
        <pc:spChg chg="add del">
          <ac:chgData name="Hồ Văn Đang (KĐN)" userId="b5ec2c96-ae80-4bbe-92b2-e7fa63ebd0e6" providerId="ADAL" clId="{F6D32BB8-D505-4A3C-A51F-7D1E257DA71A}" dt="2026-10-03T11:04:35.783" v="2893" actId="478"/>
          <ac:spMkLst>
            <pc:docMk/>
            <pc:sldMk cId="3978910695" sldId="805"/>
            <ac:spMk id="7" creationId="{B3A26D8F-3522-44DA-85C8-F71668E0A920}"/>
          </ac:spMkLst>
        </pc:spChg>
        <pc:spChg chg="add">
          <ac:chgData name="Hồ Văn Đang (KĐN)" userId="b5ec2c96-ae80-4bbe-92b2-e7fa63ebd0e6" providerId="ADAL" clId="{F6D32BB8-D505-4A3C-A51F-7D1E257DA71A}" dt="2026-10-03T11:04:37.125" v="2894"/>
          <ac:spMkLst>
            <pc:docMk/>
            <pc:sldMk cId="3978910695" sldId="805"/>
            <ac:spMk id="8" creationId="{F4D2A4DE-A876-4C32-ABF4-037BF3E1CB15}"/>
          </ac:spMkLst>
        </pc:spChg>
        <pc:graphicFrameChg chg="mod modGraphic">
          <ac:chgData name="Hồ Văn Đang (KĐN)" userId="b5ec2c96-ae80-4bbe-92b2-e7fa63ebd0e6" providerId="ADAL" clId="{F6D32BB8-D505-4A3C-A51F-7D1E257DA71A}" dt="2026-10-03T11:05:07.088" v="2900" actId="207"/>
          <ac:graphicFrameMkLst>
            <pc:docMk/>
            <pc:sldMk cId="3978910695" sldId="805"/>
            <ac:graphicFrameMk id="5" creationId="{2E8ECA6C-7C41-4CCE-B51E-E064A421B5F5}"/>
          </ac:graphicFrameMkLst>
        </pc:graphicFrameChg>
      </pc:sldChg>
      <pc:sldChg chg="del">
        <pc:chgData name="Hồ Văn Đang (KĐN)" userId="b5ec2c96-ae80-4bbe-92b2-e7fa63ebd0e6" providerId="ADAL" clId="{F6D32BB8-D505-4A3C-A51F-7D1E257DA71A}" dt="2026-10-03T10:18:24.620" v="2206" actId="2696"/>
        <pc:sldMkLst>
          <pc:docMk/>
          <pc:sldMk cId="2441147402" sldId="806"/>
        </pc:sldMkLst>
      </pc:sldChg>
      <pc:sldChg chg="del">
        <pc:chgData name="Hồ Văn Đang (KĐN)" userId="b5ec2c96-ae80-4bbe-92b2-e7fa63ebd0e6" providerId="ADAL" clId="{F6D32BB8-D505-4A3C-A51F-7D1E257DA71A}" dt="2026-10-03T10:18:24.636" v="2207" actId="2696"/>
        <pc:sldMkLst>
          <pc:docMk/>
          <pc:sldMk cId="3188968793" sldId="807"/>
        </pc:sldMkLst>
      </pc:sldChg>
      <pc:sldChg chg="modSp del">
        <pc:chgData name="Hồ Văn Đang (KĐN)" userId="b5ec2c96-ae80-4bbe-92b2-e7fa63ebd0e6" providerId="ADAL" clId="{F6D32BB8-D505-4A3C-A51F-7D1E257DA71A}" dt="2026-10-03T11:22:52.200" v="3164" actId="2696"/>
        <pc:sldMkLst>
          <pc:docMk/>
          <pc:sldMk cId="462676403" sldId="812"/>
        </pc:sldMkLst>
        <pc:spChg chg="mod">
          <ac:chgData name="Hồ Văn Đang (KĐN)" userId="b5ec2c96-ae80-4bbe-92b2-e7fa63ebd0e6" providerId="ADAL" clId="{F6D32BB8-D505-4A3C-A51F-7D1E257DA71A}" dt="2026-10-03T11:04:57.929" v="2897" actId="207"/>
          <ac:spMkLst>
            <pc:docMk/>
            <pc:sldMk cId="462676403" sldId="812"/>
            <ac:spMk id="4" creationId="{808DBEE3-9692-4CAA-8CEB-40B6B178006C}"/>
          </ac:spMkLst>
        </pc:spChg>
        <pc:graphicFrameChg chg="mod modGraphic">
          <ac:chgData name="Hồ Văn Đang (KĐN)" userId="b5ec2c96-ae80-4bbe-92b2-e7fa63ebd0e6" providerId="ADAL" clId="{F6D32BB8-D505-4A3C-A51F-7D1E257DA71A}" dt="2026-10-03T11:21:48.132" v="3148" actId="14100"/>
          <ac:graphicFrameMkLst>
            <pc:docMk/>
            <pc:sldMk cId="462676403" sldId="812"/>
            <ac:graphicFrameMk id="3" creationId="{D45A36C4-62DB-C81B-816A-8A4C73AE6D4E}"/>
          </ac:graphicFrameMkLst>
        </pc:graphicFrameChg>
        <pc:picChg chg="mod">
          <ac:chgData name="Hồ Văn Đang (KĐN)" userId="b5ec2c96-ae80-4bbe-92b2-e7fa63ebd0e6" providerId="ADAL" clId="{F6D32BB8-D505-4A3C-A51F-7D1E257DA71A}" dt="2026-10-03T11:04:51.582" v="2895" actId="1076"/>
          <ac:picMkLst>
            <pc:docMk/>
            <pc:sldMk cId="462676403" sldId="812"/>
            <ac:picMk id="8" creationId="{FD2F734C-06A7-471E-8C66-E5C13FF1A69B}"/>
          </ac:picMkLst>
        </pc:picChg>
      </pc:sldChg>
      <pc:sldChg chg="addSp modSp">
        <pc:chgData name="Hồ Văn Đang (KĐN)" userId="b5ec2c96-ae80-4bbe-92b2-e7fa63ebd0e6" providerId="ADAL" clId="{F6D32BB8-D505-4A3C-A51F-7D1E257DA71A}" dt="2026-10-03T10:44:29.428" v="2314" actId="1076"/>
        <pc:sldMkLst>
          <pc:docMk/>
          <pc:sldMk cId="3535212604" sldId="819"/>
        </pc:sldMkLst>
        <pc:spChg chg="add mod">
          <ac:chgData name="Hồ Văn Đang (KĐN)" userId="b5ec2c96-ae80-4bbe-92b2-e7fa63ebd0e6" providerId="ADAL" clId="{F6D32BB8-D505-4A3C-A51F-7D1E257DA71A}" dt="2026-10-03T10:44:29.428" v="2314" actId="1076"/>
          <ac:spMkLst>
            <pc:docMk/>
            <pc:sldMk cId="3535212604" sldId="819"/>
            <ac:spMk id="7" creationId="{0CB9A1CE-E16A-447F-BF7B-45CA754DD86F}"/>
          </ac:spMkLst>
        </pc:spChg>
        <pc:spChg chg="mod">
          <ac:chgData name="Hồ Văn Đang (KĐN)" userId="b5ec2c96-ae80-4bbe-92b2-e7fa63ebd0e6" providerId="ADAL" clId="{F6D32BB8-D505-4A3C-A51F-7D1E257DA71A}" dt="2026-10-03T10:44:27.331" v="2313" actId="1076"/>
          <ac:spMkLst>
            <pc:docMk/>
            <pc:sldMk cId="3535212604" sldId="819"/>
            <ac:spMk id="9" creationId="{60629223-2E08-4DDD-A110-22243D7C82DF}"/>
          </ac:spMkLst>
        </pc:spChg>
        <pc:spChg chg="mod">
          <ac:chgData name="Hồ Văn Đang (KĐN)" userId="b5ec2c96-ae80-4bbe-92b2-e7fa63ebd0e6" providerId="ADAL" clId="{F6D32BB8-D505-4A3C-A51F-7D1E257DA71A}" dt="2026-10-03T09:48:26.628" v="1509" actId="20577"/>
          <ac:spMkLst>
            <pc:docMk/>
            <pc:sldMk cId="3535212604" sldId="819"/>
            <ac:spMk id="12" creationId="{25C697E1-EEDF-4BDF-87ED-8940FAE8CC99}"/>
          </ac:spMkLst>
        </pc:spChg>
        <pc:picChg chg="mod">
          <ac:chgData name="Hồ Văn Đang (KĐN)" userId="b5ec2c96-ae80-4bbe-92b2-e7fa63ebd0e6" providerId="ADAL" clId="{F6D32BB8-D505-4A3C-A51F-7D1E257DA71A}" dt="2026-10-03T10:43:46.668" v="2296" actId="1076"/>
          <ac:picMkLst>
            <pc:docMk/>
            <pc:sldMk cId="3535212604" sldId="819"/>
            <ac:picMk id="2" creationId="{29F0AB4A-574B-4FBD-A33B-E770707E1717}"/>
          </ac:picMkLst>
        </pc:picChg>
        <pc:picChg chg="mod">
          <ac:chgData name="Hồ Văn Đang (KĐN)" userId="b5ec2c96-ae80-4bbe-92b2-e7fa63ebd0e6" providerId="ADAL" clId="{F6D32BB8-D505-4A3C-A51F-7D1E257DA71A}" dt="2026-10-03T10:43:44.895" v="2295" actId="1076"/>
          <ac:picMkLst>
            <pc:docMk/>
            <pc:sldMk cId="3535212604" sldId="819"/>
            <ac:picMk id="11" creationId="{CDEE7942-0E0A-47CD-8B10-F11CD1604A08}"/>
          </ac:picMkLst>
        </pc:picChg>
      </pc:sldChg>
      <pc:sldChg chg="addSp delSp modSp">
        <pc:chgData name="Hồ Văn Đang (KĐN)" userId="b5ec2c96-ae80-4bbe-92b2-e7fa63ebd0e6" providerId="ADAL" clId="{F6D32BB8-D505-4A3C-A51F-7D1E257DA71A}" dt="2026-10-03T11:25:48.921" v="3221" actId="207"/>
        <pc:sldMkLst>
          <pc:docMk/>
          <pc:sldMk cId="77258727" sldId="832"/>
        </pc:sldMkLst>
        <pc:spChg chg="add del">
          <ac:chgData name="Hồ Văn Đang (KĐN)" userId="b5ec2c96-ae80-4bbe-92b2-e7fa63ebd0e6" providerId="ADAL" clId="{F6D32BB8-D505-4A3C-A51F-7D1E257DA71A}" dt="2026-10-03T09:19:00.199" v="472"/>
          <ac:spMkLst>
            <pc:docMk/>
            <pc:sldMk cId="77258727" sldId="832"/>
            <ac:spMk id="7" creationId="{8B9205A0-A6C8-4FD5-A83F-710C73E7FE9F}"/>
          </ac:spMkLst>
        </pc:spChg>
        <pc:spChg chg="mod">
          <ac:chgData name="Hồ Văn Đang (KĐN)" userId="b5ec2c96-ae80-4bbe-92b2-e7fa63ebd0e6" providerId="ADAL" clId="{F6D32BB8-D505-4A3C-A51F-7D1E257DA71A}" dt="2026-10-03T09:04:39.664" v="17" actId="255"/>
          <ac:spMkLst>
            <pc:docMk/>
            <pc:sldMk cId="77258727" sldId="832"/>
            <ac:spMk id="8" creationId="{C73DD6AF-6470-42EF-9AFC-25BFE8525F9F}"/>
          </ac:spMkLst>
        </pc:spChg>
        <pc:spChg chg="add del">
          <ac:chgData name="Hồ Văn Đang (KĐN)" userId="b5ec2c96-ae80-4bbe-92b2-e7fa63ebd0e6" providerId="ADAL" clId="{F6D32BB8-D505-4A3C-A51F-7D1E257DA71A}" dt="2026-10-03T09:51:54.276" v="1555"/>
          <ac:spMkLst>
            <pc:docMk/>
            <pc:sldMk cId="77258727" sldId="832"/>
            <ac:spMk id="9" creationId="{06EF2A07-6FEB-4791-B6FB-1C38D4B055D5}"/>
          </ac:spMkLst>
        </pc:spChg>
        <pc:spChg chg="mod">
          <ac:chgData name="Hồ Văn Đang (KĐN)" userId="b5ec2c96-ae80-4bbe-92b2-e7fa63ebd0e6" providerId="ADAL" clId="{F6D32BB8-D505-4A3C-A51F-7D1E257DA71A}" dt="2026-10-03T11:25:48.921" v="3221" actId="207"/>
          <ac:spMkLst>
            <pc:docMk/>
            <pc:sldMk cId="77258727" sldId="832"/>
            <ac:spMk id="11" creationId="{F90642EF-F279-453C-8603-441D8F212EF0}"/>
          </ac:spMkLst>
        </pc:spChg>
      </pc:sldChg>
      <pc:sldChg chg="addSp delSp modSp">
        <pc:chgData name="Hồ Văn Đang (KĐN)" userId="b5ec2c96-ae80-4bbe-92b2-e7fa63ebd0e6" providerId="ADAL" clId="{F6D32BB8-D505-4A3C-A51F-7D1E257DA71A}" dt="2026-10-03T11:28:01.138" v="3368" actId="14100"/>
        <pc:sldMkLst>
          <pc:docMk/>
          <pc:sldMk cId="118838860" sldId="836"/>
        </pc:sldMkLst>
        <pc:spChg chg="add del mod">
          <ac:chgData name="Hồ Văn Đang (KĐN)" userId="b5ec2c96-ae80-4bbe-92b2-e7fa63ebd0e6" providerId="ADAL" clId="{F6D32BB8-D505-4A3C-A51F-7D1E257DA71A}" dt="2026-10-03T09:21:29.933" v="539" actId="20577"/>
          <ac:spMkLst>
            <pc:docMk/>
            <pc:sldMk cId="118838860" sldId="836"/>
            <ac:spMk id="9" creationId="{90149601-1265-2107-1765-C8752629B896}"/>
          </ac:spMkLst>
        </pc:spChg>
        <pc:spChg chg="mod">
          <ac:chgData name="Hồ Văn Đang (KĐN)" userId="b5ec2c96-ae80-4bbe-92b2-e7fa63ebd0e6" providerId="ADAL" clId="{F6D32BB8-D505-4A3C-A51F-7D1E257DA71A}" dt="2026-10-03T11:28:01.138" v="3368" actId="14100"/>
          <ac:spMkLst>
            <pc:docMk/>
            <pc:sldMk cId="118838860" sldId="836"/>
            <ac:spMk id="31" creationId="{A92F501B-0936-410A-A566-49D270F4F6E6}"/>
          </ac:spMkLst>
        </pc:spChg>
      </pc:sldChg>
      <pc:sldChg chg="modSp">
        <pc:chgData name="Hồ Văn Đang (KĐN)" userId="b5ec2c96-ae80-4bbe-92b2-e7fa63ebd0e6" providerId="ADAL" clId="{F6D32BB8-D505-4A3C-A51F-7D1E257DA71A}" dt="2026-10-03T09:23:57.148" v="587" actId="108"/>
        <pc:sldMkLst>
          <pc:docMk/>
          <pc:sldMk cId="4285393459" sldId="838"/>
        </pc:sldMkLst>
        <pc:spChg chg="mod">
          <ac:chgData name="Hồ Văn Đang (KĐN)" userId="b5ec2c96-ae80-4bbe-92b2-e7fa63ebd0e6" providerId="ADAL" clId="{F6D32BB8-D505-4A3C-A51F-7D1E257DA71A}" dt="2026-10-03T09:23:22.434" v="573" actId="207"/>
          <ac:spMkLst>
            <pc:docMk/>
            <pc:sldMk cId="4285393459" sldId="838"/>
            <ac:spMk id="9" creationId="{90149601-1265-2107-1765-C8752629B896}"/>
          </ac:spMkLst>
        </pc:spChg>
        <pc:spChg chg="mod">
          <ac:chgData name="Hồ Văn Đang (KĐN)" userId="b5ec2c96-ae80-4bbe-92b2-e7fa63ebd0e6" providerId="ADAL" clId="{F6D32BB8-D505-4A3C-A51F-7D1E257DA71A}" dt="2026-10-03T09:23:57.148" v="587" actId="108"/>
          <ac:spMkLst>
            <pc:docMk/>
            <pc:sldMk cId="4285393459" sldId="838"/>
            <ac:spMk id="31" creationId="{A92F501B-0936-410A-A566-49D270F4F6E6}"/>
          </ac:spMkLst>
        </pc:spChg>
      </pc:sldChg>
      <pc:sldChg chg="addSp delSp modSp">
        <pc:chgData name="Hồ Văn Đang (KĐN)" userId="b5ec2c96-ae80-4bbe-92b2-e7fa63ebd0e6" providerId="ADAL" clId="{F6D32BB8-D505-4A3C-A51F-7D1E257DA71A}" dt="2026-10-03T11:25:06.851" v="3195" actId="20577"/>
        <pc:sldMkLst>
          <pc:docMk/>
          <pc:sldMk cId="1610537919" sldId="852"/>
        </pc:sldMkLst>
        <pc:spChg chg="del">
          <ac:chgData name="Hồ Văn Đang (KĐN)" userId="b5ec2c96-ae80-4bbe-92b2-e7fa63ebd0e6" providerId="ADAL" clId="{F6D32BB8-D505-4A3C-A51F-7D1E257DA71A}" dt="2026-10-03T10:18:34.595" v="2214" actId="478"/>
          <ac:spMkLst>
            <pc:docMk/>
            <pc:sldMk cId="1610537919" sldId="852"/>
            <ac:spMk id="7" creationId="{52F8A741-67E1-4882-B26D-35FBB2DFE42E}"/>
          </ac:spMkLst>
        </pc:spChg>
        <pc:spChg chg="add mod">
          <ac:chgData name="Hồ Văn Đang (KĐN)" userId="b5ec2c96-ae80-4bbe-92b2-e7fa63ebd0e6" providerId="ADAL" clId="{F6D32BB8-D505-4A3C-A51F-7D1E257DA71A}" dt="2026-10-03T11:25:06.851" v="3195" actId="20577"/>
          <ac:spMkLst>
            <pc:docMk/>
            <pc:sldMk cId="1610537919" sldId="852"/>
            <ac:spMk id="9" creationId="{610A07AA-7ADA-40B9-95C5-3A463447BB19}"/>
          </ac:spMkLst>
        </pc:spChg>
      </pc:sldChg>
      <pc:sldChg chg="addSp delSp modSp">
        <pc:chgData name="Hồ Văn Đang (KĐN)" userId="b5ec2c96-ae80-4bbe-92b2-e7fa63ebd0e6" providerId="ADAL" clId="{F6D32BB8-D505-4A3C-A51F-7D1E257DA71A}" dt="2026-10-03T10:46:12.653" v="2349" actId="1076"/>
        <pc:sldMkLst>
          <pc:docMk/>
          <pc:sldMk cId="3389613129" sldId="853"/>
        </pc:sldMkLst>
        <pc:spChg chg="del mod">
          <ac:chgData name="Hồ Văn Đang (KĐN)" userId="b5ec2c96-ae80-4bbe-92b2-e7fa63ebd0e6" providerId="ADAL" clId="{F6D32BB8-D505-4A3C-A51F-7D1E257DA71A}" dt="2026-10-03T10:44:34.145" v="2315" actId="478"/>
          <ac:spMkLst>
            <pc:docMk/>
            <pc:sldMk cId="3389613129" sldId="853"/>
            <ac:spMk id="3" creationId="{2873899B-1EF4-3872-BF6D-B9F3B91E28EC}"/>
          </ac:spMkLst>
        </pc:spChg>
        <pc:spChg chg="mod">
          <ac:chgData name="Hồ Văn Đang (KĐN)" userId="b5ec2c96-ae80-4bbe-92b2-e7fa63ebd0e6" providerId="ADAL" clId="{F6D32BB8-D505-4A3C-A51F-7D1E257DA71A}" dt="2026-10-03T10:46:10.937" v="2348" actId="1076"/>
          <ac:spMkLst>
            <pc:docMk/>
            <pc:sldMk cId="3389613129" sldId="853"/>
            <ac:spMk id="4" creationId="{7A0B0A23-EFDC-45D1-8A69-273A6847E531}"/>
          </ac:spMkLst>
        </pc:spChg>
        <pc:spChg chg="add">
          <ac:chgData name="Hồ Văn Đang (KĐN)" userId="b5ec2c96-ae80-4bbe-92b2-e7fa63ebd0e6" providerId="ADAL" clId="{F6D32BB8-D505-4A3C-A51F-7D1E257DA71A}" dt="2026-10-03T10:42:58.165" v="2279"/>
          <ac:spMkLst>
            <pc:docMk/>
            <pc:sldMk cId="3389613129" sldId="853"/>
            <ac:spMk id="7" creationId="{C8EB3D25-7AA9-411C-81F6-9DF54A6B570E}"/>
          </ac:spMkLst>
        </pc:spChg>
        <pc:spChg chg="del">
          <ac:chgData name="Hồ Văn Đang (KĐN)" userId="b5ec2c96-ae80-4bbe-92b2-e7fa63ebd0e6" providerId="ADAL" clId="{F6D32BB8-D505-4A3C-A51F-7D1E257DA71A}" dt="2026-10-03T10:42:52.738" v="2278" actId="478"/>
          <ac:spMkLst>
            <pc:docMk/>
            <pc:sldMk cId="3389613129" sldId="853"/>
            <ac:spMk id="12" creationId="{13D7DCF7-06F1-9614-D35B-43FAC91D92E9}"/>
          </ac:spMkLst>
        </pc:spChg>
        <pc:picChg chg="add mod modCrop">
          <ac:chgData name="Hồ Văn Đang (KĐN)" userId="b5ec2c96-ae80-4bbe-92b2-e7fa63ebd0e6" providerId="ADAL" clId="{F6D32BB8-D505-4A3C-A51F-7D1E257DA71A}" dt="2026-10-03T10:46:12.653" v="2349" actId="1076"/>
          <ac:picMkLst>
            <pc:docMk/>
            <pc:sldMk cId="3389613129" sldId="853"/>
            <ac:picMk id="8" creationId="{36F0A0B8-B2F6-4557-BB12-3223B5A5A943}"/>
          </ac:picMkLst>
        </pc:picChg>
      </pc:sldChg>
      <pc:sldChg chg="modSp">
        <pc:chgData name="Hồ Văn Đang (KĐN)" userId="b5ec2c96-ae80-4bbe-92b2-e7fa63ebd0e6" providerId="ADAL" clId="{F6D32BB8-D505-4A3C-A51F-7D1E257DA71A}" dt="2026-10-03T09:40:51.631" v="1217" actId="207"/>
        <pc:sldMkLst>
          <pc:docMk/>
          <pc:sldMk cId="2017601497" sldId="854"/>
        </pc:sldMkLst>
        <pc:spChg chg="mod">
          <ac:chgData name="Hồ Văn Đang (KĐN)" userId="b5ec2c96-ae80-4bbe-92b2-e7fa63ebd0e6" providerId="ADAL" clId="{F6D32BB8-D505-4A3C-A51F-7D1E257DA71A}" dt="2026-10-03T09:40:51.631" v="1217" actId="207"/>
          <ac:spMkLst>
            <pc:docMk/>
            <pc:sldMk cId="2017601497" sldId="854"/>
            <ac:spMk id="8" creationId="{942468AA-356B-90D1-69E7-EB1800120F50}"/>
          </ac:spMkLst>
        </pc:spChg>
        <pc:spChg chg="mod">
          <ac:chgData name="Hồ Văn Đang (KĐN)" userId="b5ec2c96-ae80-4bbe-92b2-e7fa63ebd0e6" providerId="ADAL" clId="{F6D32BB8-D505-4A3C-A51F-7D1E257DA71A}" dt="2026-10-03T09:25:49.079" v="602" actId="207"/>
          <ac:spMkLst>
            <pc:docMk/>
            <pc:sldMk cId="2017601497" sldId="854"/>
            <ac:spMk id="9" creationId="{876B2E87-AD0E-471B-1A18-E17009A5A96A}"/>
          </ac:spMkLst>
        </pc:spChg>
        <pc:picChg chg="mod">
          <ac:chgData name="Hồ Văn Đang (KĐN)" userId="b5ec2c96-ae80-4bbe-92b2-e7fa63ebd0e6" providerId="ADAL" clId="{F6D32BB8-D505-4A3C-A51F-7D1E257DA71A}" dt="2026-10-03T09:26:19.896" v="613" actId="1076"/>
          <ac:picMkLst>
            <pc:docMk/>
            <pc:sldMk cId="2017601497" sldId="854"/>
            <ac:picMk id="4" creationId="{35F15FE2-E7E7-EC08-F000-EDD0DDE7CA5E}"/>
          </ac:picMkLst>
        </pc:picChg>
      </pc:sldChg>
      <pc:sldChg chg="delSp modSp">
        <pc:chgData name="Hồ Văn Đang (KĐN)" userId="b5ec2c96-ae80-4bbe-92b2-e7fa63ebd0e6" providerId="ADAL" clId="{F6D32BB8-D505-4A3C-A51F-7D1E257DA71A}" dt="2026-10-03T09:31:07.553" v="1127" actId="1076"/>
        <pc:sldMkLst>
          <pc:docMk/>
          <pc:sldMk cId="4209587803" sldId="855"/>
        </pc:sldMkLst>
        <pc:spChg chg="mod">
          <ac:chgData name="Hồ Văn Đang (KĐN)" userId="b5ec2c96-ae80-4bbe-92b2-e7fa63ebd0e6" providerId="ADAL" clId="{F6D32BB8-D505-4A3C-A51F-7D1E257DA71A}" dt="2026-10-03T09:30:57.297" v="1126" actId="1076"/>
          <ac:spMkLst>
            <pc:docMk/>
            <pc:sldMk cId="4209587803" sldId="855"/>
            <ac:spMk id="2" creationId="{7251B718-3206-DB11-9872-BD4D1FCADA78}"/>
          </ac:spMkLst>
        </pc:spChg>
        <pc:spChg chg="mod">
          <ac:chgData name="Hồ Văn Đang (KĐN)" userId="b5ec2c96-ae80-4bbe-92b2-e7fa63ebd0e6" providerId="ADAL" clId="{F6D32BB8-D505-4A3C-A51F-7D1E257DA71A}" dt="2026-10-03T09:27:44.203" v="705" actId="20577"/>
          <ac:spMkLst>
            <pc:docMk/>
            <pc:sldMk cId="4209587803" sldId="855"/>
            <ac:spMk id="9" creationId="{A6C5D351-6B95-600E-04E9-5D4DAD2DF537}"/>
          </ac:spMkLst>
        </pc:spChg>
        <pc:picChg chg="del mod">
          <ac:chgData name="Hồ Văn Đang (KĐN)" userId="b5ec2c96-ae80-4bbe-92b2-e7fa63ebd0e6" providerId="ADAL" clId="{F6D32BB8-D505-4A3C-A51F-7D1E257DA71A}" dt="2026-10-03T09:30:53.870" v="1125" actId="478"/>
          <ac:picMkLst>
            <pc:docMk/>
            <pc:sldMk cId="4209587803" sldId="855"/>
            <ac:picMk id="5" creationId="{37946712-E6D4-F1D9-70E6-36C8D060B521}"/>
          </ac:picMkLst>
        </pc:picChg>
        <pc:picChg chg="mod">
          <ac:chgData name="Hồ Văn Đang (KĐN)" userId="b5ec2c96-ae80-4bbe-92b2-e7fa63ebd0e6" providerId="ADAL" clId="{F6D32BB8-D505-4A3C-A51F-7D1E257DA71A}" dt="2026-10-03T09:31:07.553" v="1127" actId="1076"/>
          <ac:picMkLst>
            <pc:docMk/>
            <pc:sldMk cId="4209587803" sldId="855"/>
            <ac:picMk id="1025" creationId="{3B6064AC-47B4-1F41-AEE2-A2F37458220B}"/>
          </ac:picMkLst>
        </pc:picChg>
      </pc:sldChg>
      <pc:sldChg chg="addSp delSp modSp del">
        <pc:chgData name="Hồ Văn Đang (KĐN)" userId="b5ec2c96-ae80-4bbe-92b2-e7fa63ebd0e6" providerId="ADAL" clId="{F6D32BB8-D505-4A3C-A51F-7D1E257DA71A}" dt="2026-10-03T10:03:57.732" v="2048" actId="2696"/>
        <pc:sldMkLst>
          <pc:docMk/>
          <pc:sldMk cId="3441292188" sldId="3363"/>
        </pc:sldMkLst>
        <pc:spChg chg="mod">
          <ac:chgData name="Hồ Văn Đang (KĐN)" userId="b5ec2c96-ae80-4bbe-92b2-e7fa63ebd0e6" providerId="ADAL" clId="{F6D32BB8-D505-4A3C-A51F-7D1E257DA71A}" dt="2026-10-03T10:00:24.751" v="1957" actId="113"/>
          <ac:spMkLst>
            <pc:docMk/>
            <pc:sldMk cId="3441292188" sldId="3363"/>
            <ac:spMk id="2" creationId="{B446C514-69E0-577A-52EE-2190F6EE7E48}"/>
          </ac:spMkLst>
        </pc:spChg>
        <pc:spChg chg="add mod">
          <ac:chgData name="Hồ Văn Đang (KĐN)" userId="b5ec2c96-ae80-4bbe-92b2-e7fa63ebd0e6" providerId="ADAL" clId="{F6D32BB8-D505-4A3C-A51F-7D1E257DA71A}" dt="2026-10-03T09:59:36.613" v="1793" actId="20577"/>
          <ac:spMkLst>
            <pc:docMk/>
            <pc:sldMk cId="3441292188" sldId="3363"/>
            <ac:spMk id="5" creationId="{FF7BE6E2-A347-4322-8FAE-B617DDE8F97A}"/>
          </ac:spMkLst>
        </pc:spChg>
        <pc:spChg chg="del mod">
          <ac:chgData name="Hồ Văn Đang (KĐN)" userId="b5ec2c96-ae80-4bbe-92b2-e7fa63ebd0e6" providerId="ADAL" clId="{F6D32BB8-D505-4A3C-A51F-7D1E257DA71A}" dt="2026-10-03T09:18:02.998" v="435" actId="478"/>
          <ac:spMkLst>
            <pc:docMk/>
            <pc:sldMk cId="3441292188" sldId="3363"/>
            <ac:spMk id="9" creationId="{EC70FD1A-E62F-45CA-9617-26E4D1D54C55}"/>
          </ac:spMkLst>
        </pc:spChg>
      </pc:sldChg>
      <pc:sldChg chg="addSp delSp modSp del">
        <pc:chgData name="Hồ Văn Đang (KĐN)" userId="b5ec2c96-ae80-4bbe-92b2-e7fa63ebd0e6" providerId="ADAL" clId="{F6D32BB8-D505-4A3C-A51F-7D1E257DA71A}" dt="2026-10-03T09:40:20.353" v="1215" actId="2696"/>
        <pc:sldMkLst>
          <pc:docMk/>
          <pc:sldMk cId="1818641806" sldId="3364"/>
        </pc:sldMkLst>
        <pc:spChg chg="add">
          <ac:chgData name="Hồ Văn Đang (KĐN)" userId="b5ec2c96-ae80-4bbe-92b2-e7fa63ebd0e6" providerId="ADAL" clId="{F6D32BB8-D505-4A3C-A51F-7D1E257DA71A}" dt="2026-10-03T09:31:55.120" v="1134"/>
          <ac:spMkLst>
            <pc:docMk/>
            <pc:sldMk cId="1818641806" sldId="3364"/>
            <ac:spMk id="6" creationId="{4ABB3F35-921E-4611-83A1-D9ED15D1AB23}"/>
          </ac:spMkLst>
        </pc:spChg>
        <pc:spChg chg="del mod">
          <ac:chgData name="Hồ Văn Đang (KĐN)" userId="b5ec2c96-ae80-4bbe-92b2-e7fa63ebd0e6" providerId="ADAL" clId="{F6D32BB8-D505-4A3C-A51F-7D1E257DA71A}" dt="2026-10-03T09:31:48.412" v="1133" actId="478"/>
          <ac:spMkLst>
            <pc:docMk/>
            <pc:sldMk cId="1818641806" sldId="3364"/>
            <ac:spMk id="7" creationId="{42BDD857-E22B-DCB5-78BC-AB2097B26886}"/>
          </ac:spMkLst>
        </pc:spChg>
        <pc:graphicFrameChg chg="mod modGraphic">
          <ac:chgData name="Hồ Văn Đang (KĐN)" userId="b5ec2c96-ae80-4bbe-92b2-e7fa63ebd0e6" providerId="ADAL" clId="{F6D32BB8-D505-4A3C-A51F-7D1E257DA71A}" dt="2026-10-03T09:39:19.223" v="1207" actId="2711"/>
          <ac:graphicFrameMkLst>
            <pc:docMk/>
            <pc:sldMk cId="1818641806" sldId="3364"/>
            <ac:graphicFrameMk id="3" creationId="{601DA60F-A08E-40BD-BE48-A4C110F049CC}"/>
          </ac:graphicFrameMkLst>
        </pc:graphicFrameChg>
        <pc:picChg chg="del mod">
          <ac:chgData name="Hồ Văn Đang (KĐN)" userId="b5ec2c96-ae80-4bbe-92b2-e7fa63ebd0e6" providerId="ADAL" clId="{F6D32BB8-D505-4A3C-A51F-7D1E257DA71A}" dt="2026-10-03T09:34:29.122" v="1138" actId="478"/>
          <ac:picMkLst>
            <pc:docMk/>
            <pc:sldMk cId="1818641806" sldId="3364"/>
            <ac:picMk id="5" creationId="{B23F213B-5E51-D3AB-2726-29EA2A40446C}"/>
          </ac:picMkLst>
        </pc:picChg>
      </pc:sldChg>
      <pc:sldChg chg="addSp delSp modSp">
        <pc:chgData name="Hồ Văn Đang (KĐN)" userId="b5ec2c96-ae80-4bbe-92b2-e7fa63ebd0e6" providerId="ADAL" clId="{F6D32BB8-D505-4A3C-A51F-7D1E257DA71A}" dt="2026-10-03T09:43:48.919" v="1406" actId="14100"/>
        <pc:sldMkLst>
          <pc:docMk/>
          <pc:sldMk cId="3008636177" sldId="3365"/>
        </pc:sldMkLst>
        <pc:spChg chg="add del">
          <ac:chgData name="Hồ Văn Đang (KĐN)" userId="b5ec2c96-ae80-4bbe-92b2-e7fa63ebd0e6" providerId="ADAL" clId="{F6D32BB8-D505-4A3C-A51F-7D1E257DA71A}" dt="2026-10-03T09:43:33.964" v="1397"/>
          <ac:spMkLst>
            <pc:docMk/>
            <pc:sldMk cId="3008636177" sldId="3365"/>
            <ac:spMk id="5" creationId="{6B4E8BF8-D6F2-45B7-9155-376FA37620F1}"/>
          </ac:spMkLst>
        </pc:spChg>
        <pc:spChg chg="add del">
          <ac:chgData name="Hồ Văn Đang (KĐN)" userId="b5ec2c96-ae80-4bbe-92b2-e7fa63ebd0e6" providerId="ADAL" clId="{F6D32BB8-D505-4A3C-A51F-7D1E257DA71A}" dt="2026-10-03T09:43:37.555" v="1399"/>
          <ac:spMkLst>
            <pc:docMk/>
            <pc:sldMk cId="3008636177" sldId="3365"/>
            <ac:spMk id="6" creationId="{254F906B-2F1C-4E26-93F8-E46501AA7B8C}"/>
          </ac:spMkLst>
        </pc:spChg>
        <pc:spChg chg="mod">
          <ac:chgData name="Hồ Văn Đang (KĐN)" userId="b5ec2c96-ae80-4bbe-92b2-e7fa63ebd0e6" providerId="ADAL" clId="{F6D32BB8-D505-4A3C-A51F-7D1E257DA71A}" dt="2026-10-03T09:43:42.611" v="1404" actId="122"/>
          <ac:spMkLst>
            <pc:docMk/>
            <pc:sldMk cId="3008636177" sldId="3365"/>
            <ac:spMk id="7" creationId="{7FF46F2E-22B6-B4A5-74CA-D7D7C59D13C4}"/>
          </ac:spMkLst>
        </pc:spChg>
        <pc:picChg chg="mod">
          <ac:chgData name="Hồ Văn Đang (KĐN)" userId="b5ec2c96-ae80-4bbe-92b2-e7fa63ebd0e6" providerId="ADAL" clId="{F6D32BB8-D505-4A3C-A51F-7D1E257DA71A}" dt="2026-10-03T09:43:48.919" v="1406" actId="14100"/>
          <ac:picMkLst>
            <pc:docMk/>
            <pc:sldMk cId="3008636177" sldId="3365"/>
            <ac:picMk id="3" creationId="{C34629F2-18FD-AB67-5E8D-F0932E3DC68F}"/>
          </ac:picMkLst>
        </pc:picChg>
      </pc:sldChg>
      <pc:sldChg chg="addSp delSp modSp">
        <pc:chgData name="Hồ Văn Đang (KĐN)" userId="b5ec2c96-ae80-4bbe-92b2-e7fa63ebd0e6" providerId="ADAL" clId="{F6D32BB8-D505-4A3C-A51F-7D1E257DA71A}" dt="2026-10-03T09:25:40.357" v="600" actId="1076"/>
        <pc:sldMkLst>
          <pc:docMk/>
          <pc:sldMk cId="1454048811" sldId="3366"/>
        </pc:sldMkLst>
        <pc:spChg chg="mod">
          <ac:chgData name="Hồ Văn Đang (KĐN)" userId="b5ec2c96-ae80-4bbe-92b2-e7fa63ebd0e6" providerId="ADAL" clId="{F6D32BB8-D505-4A3C-A51F-7D1E257DA71A}" dt="2026-10-03T09:25:40.357" v="600" actId="1076"/>
          <ac:spMkLst>
            <pc:docMk/>
            <pc:sldMk cId="1454048811" sldId="3366"/>
            <ac:spMk id="3" creationId="{07DA9561-F0E8-8AAB-B695-B6DBE7D52A2E}"/>
          </ac:spMkLst>
        </pc:spChg>
        <pc:spChg chg="add">
          <ac:chgData name="Hồ Văn Đang (KĐN)" userId="b5ec2c96-ae80-4bbe-92b2-e7fa63ebd0e6" providerId="ADAL" clId="{F6D32BB8-D505-4A3C-A51F-7D1E257DA71A}" dt="2026-10-03T09:24:37.249" v="590"/>
          <ac:spMkLst>
            <pc:docMk/>
            <pc:sldMk cId="1454048811" sldId="3366"/>
            <ac:spMk id="5" creationId="{3EFF438F-C91F-4759-BBE4-68292B13D403}"/>
          </ac:spMkLst>
        </pc:spChg>
        <pc:spChg chg="del mod">
          <ac:chgData name="Hồ Văn Đang (KĐN)" userId="b5ec2c96-ae80-4bbe-92b2-e7fa63ebd0e6" providerId="ADAL" clId="{F6D32BB8-D505-4A3C-A51F-7D1E257DA71A}" dt="2026-10-03T09:24:58.223" v="596" actId="478"/>
          <ac:spMkLst>
            <pc:docMk/>
            <pc:sldMk cId="1454048811" sldId="3366"/>
            <ac:spMk id="18434" creationId="{01FDCA27-8503-55CD-CC16-FD2F6D89C7A3}"/>
          </ac:spMkLst>
        </pc:spChg>
      </pc:sldChg>
      <pc:sldChg chg="addSp modSp">
        <pc:chgData name="Hồ Văn Đang (KĐN)" userId="b5ec2c96-ae80-4bbe-92b2-e7fa63ebd0e6" providerId="ADAL" clId="{F6D32BB8-D505-4A3C-A51F-7D1E257DA71A}" dt="2026-10-03T10:47:47.245" v="2380" actId="14100"/>
        <pc:sldMkLst>
          <pc:docMk/>
          <pc:sldMk cId="254750735" sldId="3371"/>
        </pc:sldMkLst>
        <pc:spChg chg="add">
          <ac:chgData name="Hồ Văn Đang (KĐN)" userId="b5ec2c96-ae80-4bbe-92b2-e7fa63ebd0e6" providerId="ADAL" clId="{F6D32BB8-D505-4A3C-A51F-7D1E257DA71A}" dt="2026-10-03T10:47:36.048" v="2377"/>
          <ac:spMkLst>
            <pc:docMk/>
            <pc:sldMk cId="254750735" sldId="3371"/>
            <ac:spMk id="4" creationId="{203D41BF-3440-4215-9FCA-CEE9B6A7D9DA}"/>
          </ac:spMkLst>
        </pc:spChg>
        <pc:picChg chg="mod modCrop">
          <ac:chgData name="Hồ Văn Đang (KĐN)" userId="b5ec2c96-ae80-4bbe-92b2-e7fa63ebd0e6" providerId="ADAL" clId="{F6D32BB8-D505-4A3C-A51F-7D1E257DA71A}" dt="2026-10-03T10:47:47.245" v="2380" actId="14100"/>
          <ac:picMkLst>
            <pc:docMk/>
            <pc:sldMk cId="254750735" sldId="3371"/>
            <ac:picMk id="3" creationId="{C4A110A3-8067-4E09-B8B9-DC261F813F1E}"/>
          </ac:picMkLst>
        </pc:picChg>
      </pc:sldChg>
      <pc:sldChg chg="del">
        <pc:chgData name="Hồ Văn Đang (KĐN)" userId="b5ec2c96-ae80-4bbe-92b2-e7fa63ebd0e6" providerId="ADAL" clId="{F6D32BB8-D505-4A3C-A51F-7D1E257DA71A}" dt="2026-10-03T10:18:24.696" v="2210" actId="2696"/>
        <pc:sldMkLst>
          <pc:docMk/>
          <pc:sldMk cId="316576148" sldId="3372"/>
        </pc:sldMkLst>
      </pc:sldChg>
      <pc:sldChg chg="del">
        <pc:chgData name="Hồ Văn Đang (KĐN)" userId="b5ec2c96-ae80-4bbe-92b2-e7fa63ebd0e6" providerId="ADAL" clId="{F6D32BB8-D505-4A3C-A51F-7D1E257DA71A}" dt="2026-10-03T10:18:24.716" v="2211" actId="2696"/>
        <pc:sldMkLst>
          <pc:docMk/>
          <pc:sldMk cId="3281258809" sldId="3373"/>
        </pc:sldMkLst>
      </pc:sldChg>
      <pc:sldChg chg="del ord">
        <pc:chgData name="Hồ Văn Đang (KĐN)" userId="b5ec2c96-ae80-4bbe-92b2-e7fa63ebd0e6" providerId="ADAL" clId="{F6D32BB8-D505-4A3C-A51F-7D1E257DA71A}" dt="2026-10-03T10:18:24.723" v="2212" actId="2696"/>
        <pc:sldMkLst>
          <pc:docMk/>
          <pc:sldMk cId="3068129810" sldId="3374"/>
        </pc:sldMkLst>
      </pc:sldChg>
      <pc:sldChg chg="addSp delSp modSp add">
        <pc:chgData name="Hồ Văn Đang (KĐN)" userId="b5ec2c96-ae80-4bbe-92b2-e7fa63ebd0e6" providerId="ADAL" clId="{F6D32BB8-D505-4A3C-A51F-7D1E257DA71A}" dt="2026-10-03T11:25:39.484" v="3220" actId="1076"/>
        <pc:sldMkLst>
          <pc:docMk/>
          <pc:sldMk cId="3761771270" sldId="3375"/>
        </pc:sldMkLst>
        <pc:spChg chg="add mod">
          <ac:chgData name="Hồ Văn Đang (KĐN)" userId="b5ec2c96-ae80-4bbe-92b2-e7fa63ebd0e6" providerId="ADAL" clId="{F6D32BB8-D505-4A3C-A51F-7D1E257DA71A}" dt="2026-10-03T11:25:39.484" v="3220" actId="1076"/>
          <ac:spMkLst>
            <pc:docMk/>
            <pc:sldMk cId="3761771270" sldId="3375"/>
            <ac:spMk id="5" creationId="{87CDF41A-8B36-4E27-92F4-D0DF23DE20CC}"/>
          </ac:spMkLst>
        </pc:spChg>
        <pc:spChg chg="add mod">
          <ac:chgData name="Hồ Văn Đang (KĐN)" userId="b5ec2c96-ae80-4bbe-92b2-e7fa63ebd0e6" providerId="ADAL" clId="{F6D32BB8-D505-4A3C-A51F-7D1E257DA71A}" dt="2026-10-03T11:25:39.484" v="3220" actId="1076"/>
          <ac:spMkLst>
            <pc:docMk/>
            <pc:sldMk cId="3761771270" sldId="3375"/>
            <ac:spMk id="9" creationId="{FAFAB101-910D-4B74-96B6-997E4EAD1D89}"/>
          </ac:spMkLst>
        </pc:spChg>
        <pc:spChg chg="add mod">
          <ac:chgData name="Hồ Văn Đang (KĐN)" userId="b5ec2c96-ae80-4bbe-92b2-e7fa63ebd0e6" providerId="ADAL" clId="{F6D32BB8-D505-4A3C-A51F-7D1E257DA71A}" dt="2026-10-03T11:25:39.484" v="3220" actId="1076"/>
          <ac:spMkLst>
            <pc:docMk/>
            <pc:sldMk cId="3761771270" sldId="3375"/>
            <ac:spMk id="13" creationId="{EBAB434F-DCC6-42C9-B044-44E68F7782D0}"/>
          </ac:spMkLst>
        </pc:spChg>
        <pc:spChg chg="add mod">
          <ac:chgData name="Hồ Văn Đang (KĐN)" userId="b5ec2c96-ae80-4bbe-92b2-e7fa63ebd0e6" providerId="ADAL" clId="{F6D32BB8-D505-4A3C-A51F-7D1E257DA71A}" dt="2026-10-03T09:11:46.002" v="352" actId="255"/>
          <ac:spMkLst>
            <pc:docMk/>
            <pc:sldMk cId="3761771270" sldId="3375"/>
            <ac:spMk id="14" creationId="{C2754D70-3C87-43FE-B546-B15DBC1A8A88}"/>
          </ac:spMkLst>
        </pc:spChg>
        <pc:spChg chg="add mod">
          <ac:chgData name="Hồ Văn Đang (KĐN)" userId="b5ec2c96-ae80-4bbe-92b2-e7fa63ebd0e6" providerId="ADAL" clId="{F6D32BB8-D505-4A3C-A51F-7D1E257DA71A}" dt="2026-10-03T11:25:39.484" v="3220" actId="1076"/>
          <ac:spMkLst>
            <pc:docMk/>
            <pc:sldMk cId="3761771270" sldId="3375"/>
            <ac:spMk id="15" creationId="{7F81A597-0463-4FE9-9F3E-DCAAE4744721}"/>
          </ac:spMkLst>
        </pc:spChg>
        <pc:spChg chg="add mod">
          <ac:chgData name="Hồ Văn Đang (KĐN)" userId="b5ec2c96-ae80-4bbe-92b2-e7fa63ebd0e6" providerId="ADAL" clId="{F6D32BB8-D505-4A3C-A51F-7D1E257DA71A}" dt="2026-10-03T11:25:39.484" v="3220" actId="1076"/>
          <ac:spMkLst>
            <pc:docMk/>
            <pc:sldMk cId="3761771270" sldId="3375"/>
            <ac:spMk id="19" creationId="{69A74B49-7797-41FF-B4C4-5E8EFCAD0B9A}"/>
          </ac:spMkLst>
        </pc:spChg>
        <pc:spChg chg="add mod">
          <ac:chgData name="Hồ Văn Đang (KĐN)" userId="b5ec2c96-ae80-4bbe-92b2-e7fa63ebd0e6" providerId="ADAL" clId="{F6D32BB8-D505-4A3C-A51F-7D1E257DA71A}" dt="2026-10-03T11:25:39.484" v="3220" actId="1076"/>
          <ac:spMkLst>
            <pc:docMk/>
            <pc:sldMk cId="3761771270" sldId="3375"/>
            <ac:spMk id="20" creationId="{8D98924F-21A7-4241-841D-4916A5445C6F}"/>
          </ac:spMkLst>
        </pc:spChg>
        <pc:spChg chg="add mod">
          <ac:chgData name="Hồ Văn Đang (KĐN)" userId="b5ec2c96-ae80-4bbe-92b2-e7fa63ebd0e6" providerId="ADAL" clId="{F6D32BB8-D505-4A3C-A51F-7D1E257DA71A}" dt="2026-10-03T11:25:39.484" v="3220" actId="1076"/>
          <ac:spMkLst>
            <pc:docMk/>
            <pc:sldMk cId="3761771270" sldId="3375"/>
            <ac:spMk id="21" creationId="{76FFF053-1992-4F89-9D07-9ECBB4E46785}"/>
          </ac:spMkLst>
        </pc:spChg>
        <pc:spChg chg="add mod">
          <ac:chgData name="Hồ Văn Đang (KĐN)" userId="b5ec2c96-ae80-4bbe-92b2-e7fa63ebd0e6" providerId="ADAL" clId="{F6D32BB8-D505-4A3C-A51F-7D1E257DA71A}" dt="2026-10-03T11:25:39.484" v="3220" actId="1076"/>
          <ac:spMkLst>
            <pc:docMk/>
            <pc:sldMk cId="3761771270" sldId="3375"/>
            <ac:spMk id="22" creationId="{0DBEFA86-2E2D-4EA6-AF7C-D9FDDFB7698A}"/>
          </ac:spMkLst>
        </pc:spChg>
        <pc:spChg chg="add del mod">
          <ac:chgData name="Hồ Văn Đang (KĐN)" userId="b5ec2c96-ae80-4bbe-92b2-e7fa63ebd0e6" providerId="ADAL" clId="{F6D32BB8-D505-4A3C-A51F-7D1E257DA71A}" dt="2026-10-03T11:25:30.609" v="3219" actId="478"/>
          <ac:spMkLst>
            <pc:docMk/>
            <pc:sldMk cId="3761771270" sldId="3375"/>
            <ac:spMk id="26" creationId="{C68311DF-C861-4D5F-BAD1-2266EFE3232F}"/>
          </ac:spMkLst>
        </pc:spChg>
        <pc:spChg chg="add del mod">
          <ac:chgData name="Hồ Văn Đang (KĐN)" userId="b5ec2c96-ae80-4bbe-92b2-e7fa63ebd0e6" providerId="ADAL" clId="{F6D32BB8-D505-4A3C-A51F-7D1E257DA71A}" dt="2026-10-03T11:25:30.609" v="3219" actId="478"/>
          <ac:spMkLst>
            <pc:docMk/>
            <pc:sldMk cId="3761771270" sldId="3375"/>
            <ac:spMk id="27" creationId="{E878BCDF-CFAD-46E7-8A71-349E1557910E}"/>
          </ac:spMkLst>
        </pc:spChg>
        <pc:grpChg chg="add mod">
          <ac:chgData name="Hồ Văn Đang (KĐN)" userId="b5ec2c96-ae80-4bbe-92b2-e7fa63ebd0e6" providerId="ADAL" clId="{F6D32BB8-D505-4A3C-A51F-7D1E257DA71A}" dt="2026-10-03T11:25:39.484" v="3220" actId="1076"/>
          <ac:grpSpMkLst>
            <pc:docMk/>
            <pc:sldMk cId="3761771270" sldId="3375"/>
            <ac:grpSpMk id="2" creationId="{3ED50258-21F6-4430-A3DA-19B364F6551F}"/>
          </ac:grpSpMkLst>
        </pc:grpChg>
        <pc:grpChg chg="add mod">
          <ac:chgData name="Hồ Văn Đang (KĐN)" userId="b5ec2c96-ae80-4bbe-92b2-e7fa63ebd0e6" providerId="ADAL" clId="{F6D32BB8-D505-4A3C-A51F-7D1E257DA71A}" dt="2026-10-03T11:25:39.484" v="3220" actId="1076"/>
          <ac:grpSpMkLst>
            <pc:docMk/>
            <pc:sldMk cId="3761771270" sldId="3375"/>
            <ac:grpSpMk id="6" creationId="{8E75D412-A1C9-4963-B571-63284BB1581B}"/>
          </ac:grpSpMkLst>
        </pc:grpChg>
        <pc:grpChg chg="add mod">
          <ac:chgData name="Hồ Văn Đang (KĐN)" userId="b5ec2c96-ae80-4bbe-92b2-e7fa63ebd0e6" providerId="ADAL" clId="{F6D32BB8-D505-4A3C-A51F-7D1E257DA71A}" dt="2026-10-03T11:25:39.484" v="3220" actId="1076"/>
          <ac:grpSpMkLst>
            <pc:docMk/>
            <pc:sldMk cId="3761771270" sldId="3375"/>
            <ac:grpSpMk id="10" creationId="{F368112C-3025-4F0D-8ED3-462472CA422E}"/>
          </ac:grpSpMkLst>
        </pc:grpChg>
        <pc:grpChg chg="add mod">
          <ac:chgData name="Hồ Văn Đang (KĐN)" userId="b5ec2c96-ae80-4bbe-92b2-e7fa63ebd0e6" providerId="ADAL" clId="{F6D32BB8-D505-4A3C-A51F-7D1E257DA71A}" dt="2026-10-03T11:25:39.484" v="3220" actId="1076"/>
          <ac:grpSpMkLst>
            <pc:docMk/>
            <pc:sldMk cId="3761771270" sldId="3375"/>
            <ac:grpSpMk id="16" creationId="{22E49271-E2CE-435A-B113-9FDBE1C59EA8}"/>
          </ac:grpSpMkLst>
        </pc:grpChg>
        <pc:grpChg chg="add del mod">
          <ac:chgData name="Hồ Văn Đang (KĐN)" userId="b5ec2c96-ae80-4bbe-92b2-e7fa63ebd0e6" providerId="ADAL" clId="{F6D32BB8-D505-4A3C-A51F-7D1E257DA71A}" dt="2026-10-03T11:25:30.609" v="3219" actId="478"/>
          <ac:grpSpMkLst>
            <pc:docMk/>
            <pc:sldMk cId="3761771270" sldId="3375"/>
            <ac:grpSpMk id="23" creationId="{A4C712CC-1823-436B-ABD6-26DAD8197A5A}"/>
          </ac:grpSpMkLst>
        </pc:grpChg>
      </pc:sldChg>
      <pc:sldChg chg="add del">
        <pc:chgData name="Hồ Văn Đang (KĐN)" userId="b5ec2c96-ae80-4bbe-92b2-e7fa63ebd0e6" providerId="ADAL" clId="{F6D32BB8-D505-4A3C-A51F-7D1E257DA71A}" dt="2026-10-03T09:34:26.253" v="1137" actId="2696"/>
        <pc:sldMkLst>
          <pc:docMk/>
          <pc:sldMk cId="1532255243" sldId="3376"/>
        </pc:sldMkLst>
      </pc:sldChg>
      <pc:sldChg chg="add del">
        <pc:chgData name="Hồ Văn Đang (KĐN)" userId="b5ec2c96-ae80-4bbe-92b2-e7fa63ebd0e6" providerId="ADAL" clId="{F6D32BB8-D505-4A3C-A51F-7D1E257DA71A}" dt="2026-10-03T09:42:51.201" v="1379" actId="2696"/>
        <pc:sldMkLst>
          <pc:docMk/>
          <pc:sldMk cId="2827070104" sldId="3377"/>
        </pc:sldMkLst>
      </pc:sldChg>
      <pc:sldChg chg="addSp modSp add">
        <pc:chgData name="Hồ Văn Đang (KĐN)" userId="b5ec2c96-ae80-4bbe-92b2-e7fa63ebd0e6" providerId="ADAL" clId="{F6D32BB8-D505-4A3C-A51F-7D1E257DA71A}" dt="2026-10-03T09:42:47.666" v="1378" actId="20577"/>
        <pc:sldMkLst>
          <pc:docMk/>
          <pc:sldMk cId="2331377330" sldId="3378"/>
        </pc:sldMkLst>
        <pc:spChg chg="add mod">
          <ac:chgData name="Hồ Văn Đang (KĐN)" userId="b5ec2c96-ae80-4bbe-92b2-e7fa63ebd0e6" providerId="ADAL" clId="{F6D32BB8-D505-4A3C-A51F-7D1E257DA71A}" dt="2026-10-03T09:41:04.282" v="1221" actId="1076"/>
          <ac:spMkLst>
            <pc:docMk/>
            <pc:sldMk cId="2331377330" sldId="3378"/>
            <ac:spMk id="3" creationId="{BD723BD6-6288-4AE4-94A9-C23F89A52DB5}"/>
          </ac:spMkLst>
        </pc:spChg>
        <pc:spChg chg="add mod">
          <ac:chgData name="Hồ Văn Đang (KĐN)" userId="b5ec2c96-ae80-4bbe-92b2-e7fa63ebd0e6" providerId="ADAL" clId="{F6D32BB8-D505-4A3C-A51F-7D1E257DA71A}" dt="2026-10-03T09:42:47.666" v="1378" actId="20577"/>
          <ac:spMkLst>
            <pc:docMk/>
            <pc:sldMk cId="2331377330" sldId="3378"/>
            <ac:spMk id="4" creationId="{DADD49C6-4B8F-4506-AD22-C1131E132A7A}"/>
          </ac:spMkLst>
        </pc:spChg>
        <pc:picChg chg="add mod">
          <ac:chgData name="Hồ Văn Đang (KĐN)" userId="b5ec2c96-ae80-4bbe-92b2-e7fa63ebd0e6" providerId="ADAL" clId="{F6D32BB8-D505-4A3C-A51F-7D1E257DA71A}" dt="2026-10-03T09:41:15.471" v="1225" actId="14100"/>
          <ac:picMkLst>
            <pc:docMk/>
            <pc:sldMk cId="2331377330" sldId="3378"/>
            <ac:picMk id="2" creationId="{B09044A0-2D01-448E-A6D6-D0CE5A83A2AD}"/>
          </ac:picMkLst>
        </pc:picChg>
      </pc:sldChg>
      <pc:sldChg chg="add del">
        <pc:chgData name="Hồ Văn Đang (KĐN)" userId="b5ec2c96-ae80-4bbe-92b2-e7fa63ebd0e6" providerId="ADAL" clId="{F6D32BB8-D505-4A3C-A51F-7D1E257DA71A}" dt="2026-10-03T09:53:33.113" v="1641" actId="2696"/>
        <pc:sldMkLst>
          <pc:docMk/>
          <pc:sldMk cId="3779875214" sldId="3379"/>
        </pc:sldMkLst>
      </pc:sldChg>
      <pc:sldChg chg="addSp modSp add del">
        <pc:chgData name="Hồ Văn Đang (KĐN)" userId="b5ec2c96-ae80-4bbe-92b2-e7fa63ebd0e6" providerId="ADAL" clId="{F6D32BB8-D505-4A3C-A51F-7D1E257DA71A}" dt="2026-10-03T09:55:43.753" v="1700" actId="2696"/>
        <pc:sldMkLst>
          <pc:docMk/>
          <pc:sldMk cId="2151459229" sldId="3380"/>
        </pc:sldMkLst>
        <pc:spChg chg="add mod">
          <ac:chgData name="Hồ Văn Đang (KĐN)" userId="b5ec2c96-ae80-4bbe-92b2-e7fa63ebd0e6" providerId="ADAL" clId="{F6D32BB8-D505-4A3C-A51F-7D1E257DA71A}" dt="2026-10-03T09:53:07.600" v="1640" actId="255"/>
          <ac:spMkLst>
            <pc:docMk/>
            <pc:sldMk cId="2151459229" sldId="3380"/>
            <ac:spMk id="2" creationId="{19651FDF-E5C9-4F18-B0C3-0CE5F9DCC71C}"/>
          </ac:spMkLst>
        </pc:spChg>
      </pc:sldChg>
      <pc:sldChg chg="modSp add del">
        <pc:chgData name="Hồ Văn Đang (KĐN)" userId="b5ec2c96-ae80-4bbe-92b2-e7fa63ebd0e6" providerId="ADAL" clId="{F6D32BB8-D505-4A3C-A51F-7D1E257DA71A}" dt="2026-10-03T09:57:04.903" v="1740" actId="2696"/>
        <pc:sldMkLst>
          <pc:docMk/>
          <pc:sldMk cId="1190798624" sldId="3381"/>
        </pc:sldMkLst>
        <pc:spChg chg="mod">
          <ac:chgData name="Hồ Văn Đang (KĐN)" userId="b5ec2c96-ae80-4bbe-92b2-e7fa63ebd0e6" providerId="ADAL" clId="{F6D32BB8-D505-4A3C-A51F-7D1E257DA71A}" dt="2026-10-03T09:53:01.439" v="1639" actId="255"/>
          <ac:spMkLst>
            <pc:docMk/>
            <pc:sldMk cId="1190798624" sldId="3381"/>
            <ac:spMk id="2" creationId="{19651FDF-E5C9-4F18-B0C3-0CE5F9DCC71C}"/>
          </ac:spMkLst>
        </pc:spChg>
      </pc:sldChg>
      <pc:sldChg chg="addSp modSp add del">
        <pc:chgData name="Hồ Văn Đang (KĐN)" userId="b5ec2c96-ae80-4bbe-92b2-e7fa63ebd0e6" providerId="ADAL" clId="{F6D32BB8-D505-4A3C-A51F-7D1E257DA71A}" dt="2026-10-03T10:18:24.758" v="2213" actId="2696"/>
        <pc:sldMkLst>
          <pc:docMk/>
          <pc:sldMk cId="1786870208" sldId="3382"/>
        </pc:sldMkLst>
        <pc:spChg chg="add mod">
          <ac:chgData name="Hồ Văn Đang (KĐN)" userId="b5ec2c96-ae80-4bbe-92b2-e7fa63ebd0e6" providerId="ADAL" clId="{F6D32BB8-D505-4A3C-A51F-7D1E257DA71A}" dt="2026-10-03T09:54:40.687" v="1694" actId="20577"/>
          <ac:spMkLst>
            <pc:docMk/>
            <pc:sldMk cId="1786870208" sldId="3382"/>
            <ac:spMk id="2" creationId="{FA9E2558-AACB-4420-8501-B5B44BB58860}"/>
          </ac:spMkLst>
        </pc:spChg>
      </pc:sldChg>
      <pc:sldChg chg="addSp delSp modSp add ord">
        <pc:chgData name="Hồ Văn Đang (KĐN)" userId="b5ec2c96-ae80-4bbe-92b2-e7fa63ebd0e6" providerId="ADAL" clId="{F6D32BB8-D505-4A3C-A51F-7D1E257DA71A}" dt="2026-10-03T09:58:16.607" v="1741" actId="207"/>
        <pc:sldMkLst>
          <pc:docMk/>
          <pc:sldMk cId="2915750166" sldId="3383"/>
        </pc:sldMkLst>
        <pc:spChg chg="del">
          <ac:chgData name="Hồ Văn Đang (KĐN)" userId="b5ec2c96-ae80-4bbe-92b2-e7fa63ebd0e6" providerId="ADAL" clId="{F6D32BB8-D505-4A3C-A51F-7D1E257DA71A}" dt="2026-10-03T09:55:32.496" v="1697" actId="478"/>
          <ac:spMkLst>
            <pc:docMk/>
            <pc:sldMk cId="2915750166" sldId="3383"/>
            <ac:spMk id="7" creationId="{52F8A741-67E1-4882-B26D-35FBB2DFE42E}"/>
          </ac:spMkLst>
        </pc:spChg>
        <pc:spChg chg="add mod">
          <ac:chgData name="Hồ Văn Đang (KĐN)" userId="b5ec2c96-ae80-4bbe-92b2-e7fa63ebd0e6" providerId="ADAL" clId="{F6D32BB8-D505-4A3C-A51F-7D1E257DA71A}" dt="2026-10-03T09:58:16.607" v="1741" actId="207"/>
          <ac:spMkLst>
            <pc:docMk/>
            <pc:sldMk cId="2915750166" sldId="3383"/>
            <ac:spMk id="9" creationId="{D892F3F8-C2F0-4786-89AB-E66A053DA83A}"/>
          </ac:spMkLst>
        </pc:spChg>
      </pc:sldChg>
      <pc:sldChg chg="addSp delSp modSp add">
        <pc:chgData name="Hồ Văn Đang (KĐN)" userId="b5ec2c96-ae80-4bbe-92b2-e7fa63ebd0e6" providerId="ADAL" clId="{F6D32BB8-D505-4A3C-A51F-7D1E257DA71A}" dt="2026-10-03T10:08:08.193" v="2177" actId="14100"/>
        <pc:sldMkLst>
          <pc:docMk/>
          <pc:sldMk cId="4141733521" sldId="3384"/>
        </pc:sldMkLst>
        <pc:spChg chg="del">
          <ac:chgData name="Hồ Văn Đang (KĐN)" userId="b5ec2c96-ae80-4bbe-92b2-e7fa63ebd0e6" providerId="ADAL" clId="{F6D32BB8-D505-4A3C-A51F-7D1E257DA71A}" dt="2026-10-03T10:06:24.454" v="2152" actId="478"/>
          <ac:spMkLst>
            <pc:docMk/>
            <pc:sldMk cId="4141733521" sldId="3384"/>
            <ac:spMk id="6" creationId="{E04ACE4F-CCBB-49F7-A5CE-8F751EC0F15F}"/>
          </ac:spMkLst>
        </pc:spChg>
        <pc:spChg chg="add">
          <ac:chgData name="Hồ Văn Đang (KĐN)" userId="b5ec2c96-ae80-4bbe-92b2-e7fa63ebd0e6" providerId="ADAL" clId="{F6D32BB8-D505-4A3C-A51F-7D1E257DA71A}" dt="2026-10-03T10:06:29.857" v="2153"/>
          <ac:spMkLst>
            <pc:docMk/>
            <pc:sldMk cId="4141733521" sldId="3384"/>
            <ac:spMk id="7" creationId="{04C45298-02EA-48AB-953F-760ED51F08D4}"/>
          </ac:spMkLst>
        </pc:spChg>
        <pc:graphicFrameChg chg="mod modGraphic">
          <ac:chgData name="Hồ Văn Đang (KĐN)" userId="b5ec2c96-ae80-4bbe-92b2-e7fa63ebd0e6" providerId="ADAL" clId="{F6D32BB8-D505-4A3C-A51F-7D1E257DA71A}" dt="2026-10-03T10:08:08.193" v="2177" actId="14100"/>
          <ac:graphicFrameMkLst>
            <pc:docMk/>
            <pc:sldMk cId="4141733521" sldId="3384"/>
            <ac:graphicFrameMk id="5" creationId="{CCAD4D46-38ED-49EC-99E7-0EB36CE22754}"/>
          </ac:graphicFrameMkLst>
        </pc:graphicFrameChg>
      </pc:sldChg>
      <pc:sldChg chg="addSp delSp modSp add">
        <pc:chgData name="Hồ Văn Đang (KĐN)" userId="b5ec2c96-ae80-4bbe-92b2-e7fa63ebd0e6" providerId="ADAL" clId="{F6D32BB8-D505-4A3C-A51F-7D1E257DA71A}" dt="2026-10-03T10:08:18.313" v="2179" actId="14734"/>
        <pc:sldMkLst>
          <pc:docMk/>
          <pc:sldMk cId="3423947036" sldId="3385"/>
        </pc:sldMkLst>
        <pc:spChg chg="add">
          <ac:chgData name="Hồ Văn Đang (KĐN)" userId="b5ec2c96-ae80-4bbe-92b2-e7fa63ebd0e6" providerId="ADAL" clId="{F6D32BB8-D505-4A3C-A51F-7D1E257DA71A}" dt="2026-10-03T10:06:34.302" v="2155"/>
          <ac:spMkLst>
            <pc:docMk/>
            <pc:sldMk cId="3423947036" sldId="3385"/>
            <ac:spMk id="5" creationId="{2E683185-FF6D-42A8-8964-00E3261D7282}"/>
          </ac:spMkLst>
        </pc:spChg>
        <pc:spChg chg="del">
          <ac:chgData name="Hồ Văn Đang (KĐN)" userId="b5ec2c96-ae80-4bbe-92b2-e7fa63ebd0e6" providerId="ADAL" clId="{F6D32BB8-D505-4A3C-A51F-7D1E257DA71A}" dt="2026-10-03T10:06:33.730" v="2154" actId="478"/>
          <ac:spMkLst>
            <pc:docMk/>
            <pc:sldMk cId="3423947036" sldId="3385"/>
            <ac:spMk id="6" creationId="{1BC9162C-0C3E-412A-8D07-4F1C4AD7608F}"/>
          </ac:spMkLst>
        </pc:spChg>
        <pc:graphicFrameChg chg="mod modGraphic">
          <ac:chgData name="Hồ Văn Đang (KĐN)" userId="b5ec2c96-ae80-4bbe-92b2-e7fa63ebd0e6" providerId="ADAL" clId="{F6D32BB8-D505-4A3C-A51F-7D1E257DA71A}" dt="2026-10-03T10:08:18.313" v="2179" actId="14734"/>
          <ac:graphicFrameMkLst>
            <pc:docMk/>
            <pc:sldMk cId="3423947036" sldId="3385"/>
            <ac:graphicFrameMk id="2" creationId="{7B6B904B-ED57-3AB5-730C-EB2CA7EACEE1}"/>
          </ac:graphicFrameMkLst>
        </pc:graphicFrameChg>
      </pc:sldChg>
      <pc:sldChg chg="add del ord">
        <pc:chgData name="Hồ Văn Đang (KĐN)" userId="b5ec2c96-ae80-4bbe-92b2-e7fa63ebd0e6" providerId="ADAL" clId="{F6D32BB8-D505-4A3C-A51F-7D1E257DA71A}" dt="2026-10-03T10:17:56.523" v="2202" actId="2696"/>
        <pc:sldMkLst>
          <pc:docMk/>
          <pc:sldMk cId="2087318823" sldId="3386"/>
        </pc:sldMkLst>
      </pc:sldChg>
      <pc:sldChg chg="addSp delSp modSp add del">
        <pc:chgData name="Hồ Văn Đang (KĐN)" userId="b5ec2c96-ae80-4bbe-92b2-e7fa63ebd0e6" providerId="ADAL" clId="{F6D32BB8-D505-4A3C-A51F-7D1E257DA71A}" dt="2026-10-03T11:01:09.676" v="2591" actId="2696"/>
        <pc:sldMkLst>
          <pc:docMk/>
          <pc:sldMk cId="2926124516" sldId="3386"/>
        </pc:sldMkLst>
        <pc:spChg chg="mod">
          <ac:chgData name="Hồ Văn Đang (KĐN)" userId="b5ec2c96-ae80-4bbe-92b2-e7fa63ebd0e6" providerId="ADAL" clId="{F6D32BB8-D505-4A3C-A51F-7D1E257DA71A}" dt="2026-10-03T10:49:20.764" v="2421" actId="113"/>
          <ac:spMkLst>
            <pc:docMk/>
            <pc:sldMk cId="2926124516" sldId="3386"/>
            <ac:spMk id="4" creationId="{447CAD9C-2841-494C-B39A-76B7F3B28E72}"/>
          </ac:spMkLst>
        </pc:spChg>
        <pc:spChg chg="del">
          <ac:chgData name="Hồ Văn Đang (KĐN)" userId="b5ec2c96-ae80-4bbe-92b2-e7fa63ebd0e6" providerId="ADAL" clId="{F6D32BB8-D505-4A3C-A51F-7D1E257DA71A}" dt="2026-10-03T10:48:11.260" v="2386" actId="478"/>
          <ac:spMkLst>
            <pc:docMk/>
            <pc:sldMk cId="2926124516" sldId="3386"/>
            <ac:spMk id="5" creationId="{0789943A-F2E3-4C54-9915-D9713212F658}"/>
          </ac:spMkLst>
        </pc:spChg>
        <pc:spChg chg="del">
          <ac:chgData name="Hồ Văn Đang (KĐN)" userId="b5ec2c96-ae80-4bbe-92b2-e7fa63ebd0e6" providerId="ADAL" clId="{F6D32BB8-D505-4A3C-A51F-7D1E257DA71A}" dt="2026-10-03T10:48:58.538" v="2415" actId="478"/>
          <ac:spMkLst>
            <pc:docMk/>
            <pc:sldMk cId="2926124516" sldId="3386"/>
            <ac:spMk id="6" creationId="{867FFD97-949B-4D4C-AEC4-23B9B4A7840C}"/>
          </ac:spMkLst>
        </pc:spChg>
        <pc:spChg chg="add mod">
          <ac:chgData name="Hồ Văn Đang (KĐN)" userId="b5ec2c96-ae80-4bbe-92b2-e7fa63ebd0e6" providerId="ADAL" clId="{F6D32BB8-D505-4A3C-A51F-7D1E257DA71A}" dt="2026-10-03T10:48:32.844" v="2410" actId="122"/>
          <ac:spMkLst>
            <pc:docMk/>
            <pc:sldMk cId="2926124516" sldId="3386"/>
            <ac:spMk id="8" creationId="{DB1490A9-34C8-420D-914A-AB33AF8506ED}"/>
          </ac:spMkLst>
        </pc:spChg>
      </pc:sldChg>
      <pc:sldChg chg="add del ord">
        <pc:chgData name="Hồ Văn Đang (KĐN)" userId="b5ec2c96-ae80-4bbe-92b2-e7fa63ebd0e6" providerId="ADAL" clId="{F6D32BB8-D505-4A3C-A51F-7D1E257DA71A}" dt="2026-10-03T10:17:56.520" v="2201" actId="2696"/>
        <pc:sldMkLst>
          <pc:docMk/>
          <pc:sldMk cId="1730157703" sldId="3387"/>
        </pc:sldMkLst>
      </pc:sldChg>
      <pc:sldChg chg="addSp delSp modSp add del">
        <pc:chgData name="Hồ Văn Đang (KĐN)" userId="b5ec2c96-ae80-4bbe-92b2-e7fa63ebd0e6" providerId="ADAL" clId="{F6D32BB8-D505-4A3C-A51F-7D1E257DA71A}" dt="2026-10-03T10:53:29.510" v="2441" actId="2696"/>
        <pc:sldMkLst>
          <pc:docMk/>
          <pc:sldMk cId="2963560613" sldId="3387"/>
        </pc:sldMkLst>
        <pc:spChg chg="del">
          <ac:chgData name="Hồ Văn Đang (KĐN)" userId="b5ec2c96-ae80-4bbe-92b2-e7fa63ebd0e6" providerId="ADAL" clId="{F6D32BB8-D505-4A3C-A51F-7D1E257DA71A}" dt="2026-10-03T10:49:29.929" v="2422" actId="478"/>
          <ac:spMkLst>
            <pc:docMk/>
            <pc:sldMk cId="2963560613" sldId="3387"/>
            <ac:spMk id="4" creationId="{525578EC-3945-413C-A088-767B5F221AFE}"/>
          </ac:spMkLst>
        </pc:spChg>
        <pc:spChg chg="mod">
          <ac:chgData name="Hồ Văn Đang (KĐN)" userId="b5ec2c96-ae80-4bbe-92b2-e7fa63ebd0e6" providerId="ADAL" clId="{F6D32BB8-D505-4A3C-A51F-7D1E257DA71A}" dt="2026-10-03T10:49:39.160" v="2424" actId="1076"/>
          <ac:spMkLst>
            <pc:docMk/>
            <pc:sldMk cId="2963560613" sldId="3387"/>
            <ac:spMk id="8" creationId="{9A03C4A9-02E2-4656-A63A-C76058D3993B}"/>
          </ac:spMkLst>
        </pc:spChg>
        <pc:spChg chg="add">
          <ac:chgData name="Hồ Văn Đang (KĐN)" userId="b5ec2c96-ae80-4bbe-92b2-e7fa63ebd0e6" providerId="ADAL" clId="{F6D32BB8-D505-4A3C-A51F-7D1E257DA71A}" dt="2026-10-03T10:49:36.565" v="2423"/>
          <ac:spMkLst>
            <pc:docMk/>
            <pc:sldMk cId="2963560613" sldId="3387"/>
            <ac:spMk id="39" creationId="{D7BEC09E-29A9-4FF2-8EEE-B2A6C4D7FCA2}"/>
          </ac:spMkLst>
        </pc:spChg>
      </pc:sldChg>
      <pc:sldChg chg="addSp delSp modSp add del">
        <pc:chgData name="Hồ Văn Đang (KĐN)" userId="b5ec2c96-ae80-4bbe-92b2-e7fa63ebd0e6" providerId="ADAL" clId="{F6D32BB8-D505-4A3C-A51F-7D1E257DA71A}" dt="2026-10-03T10:42:20.169" v="2276" actId="2696"/>
        <pc:sldMkLst>
          <pc:docMk/>
          <pc:sldMk cId="1354357692" sldId="3388"/>
        </pc:sldMkLst>
        <pc:spChg chg="del">
          <ac:chgData name="Hồ Văn Đang (KĐN)" userId="b5ec2c96-ae80-4bbe-92b2-e7fa63ebd0e6" providerId="ADAL" clId="{F6D32BB8-D505-4A3C-A51F-7D1E257DA71A}" dt="2026-10-03T10:06:40.166" v="2156" actId="478"/>
          <ac:spMkLst>
            <pc:docMk/>
            <pc:sldMk cId="1354357692" sldId="3388"/>
            <ac:spMk id="2" creationId="{4C3458E4-2003-431B-8DA3-CBA0F03487C8}"/>
          </ac:spMkLst>
        </pc:spChg>
        <pc:spChg chg="add mod">
          <ac:chgData name="Hồ Văn Đang (KĐN)" userId="b5ec2c96-ae80-4bbe-92b2-e7fa63ebd0e6" providerId="ADAL" clId="{F6D32BB8-D505-4A3C-A51F-7D1E257DA71A}" dt="2026-10-03T10:06:42.653" v="2158" actId="1076"/>
          <ac:spMkLst>
            <pc:docMk/>
            <pc:sldMk cId="1354357692" sldId="3388"/>
            <ac:spMk id="4" creationId="{4868C36F-1D57-4CB4-9A6A-9CA575986C3A}"/>
          </ac:spMkLst>
        </pc:spChg>
        <pc:graphicFrameChg chg="mod">
          <ac:chgData name="Hồ Văn Đang (KĐN)" userId="b5ec2c96-ae80-4bbe-92b2-e7fa63ebd0e6" providerId="ADAL" clId="{F6D32BB8-D505-4A3C-A51F-7D1E257DA71A}" dt="2026-10-03T10:07:35.152" v="2172"/>
          <ac:graphicFrameMkLst>
            <pc:docMk/>
            <pc:sldMk cId="1354357692" sldId="3388"/>
            <ac:graphicFrameMk id="3" creationId="{6AC5C372-F176-4248-A32D-7B8618927C84}"/>
          </ac:graphicFrameMkLst>
        </pc:graphicFrameChg>
      </pc:sldChg>
      <pc:sldChg chg="addSp delSp modSp add">
        <pc:chgData name="Hồ Văn Đang (KĐN)" userId="b5ec2c96-ae80-4bbe-92b2-e7fa63ebd0e6" providerId="ADAL" clId="{F6D32BB8-D505-4A3C-A51F-7D1E257DA71A}" dt="2026-10-03T10:19:34.595" v="2269" actId="207"/>
        <pc:sldMkLst>
          <pc:docMk/>
          <pc:sldMk cId="2846709400" sldId="3389"/>
        </pc:sldMkLst>
        <pc:spChg chg="del mod">
          <ac:chgData name="Hồ Văn Đang (KĐN)" userId="b5ec2c96-ae80-4bbe-92b2-e7fa63ebd0e6" providerId="ADAL" clId="{F6D32BB8-D505-4A3C-A51F-7D1E257DA71A}" dt="2026-10-03T10:15:56.885" v="2189" actId="478"/>
          <ac:spMkLst>
            <pc:docMk/>
            <pc:sldMk cId="2846709400" sldId="3389"/>
            <ac:spMk id="5" creationId="{2D30BA64-40FD-4B44-A981-EBFDCB96B807}"/>
          </ac:spMkLst>
        </pc:spChg>
        <pc:spChg chg="add">
          <ac:chgData name="Hồ Văn Đang (KĐN)" userId="b5ec2c96-ae80-4bbe-92b2-e7fa63ebd0e6" providerId="ADAL" clId="{F6D32BB8-D505-4A3C-A51F-7D1E257DA71A}" dt="2026-10-03T10:15:57.550" v="2190"/>
          <ac:spMkLst>
            <pc:docMk/>
            <pc:sldMk cId="2846709400" sldId="3389"/>
            <ac:spMk id="6" creationId="{8468AB11-AE76-4300-B693-A18C5BB6CF6E}"/>
          </ac:spMkLst>
        </pc:spChg>
        <pc:graphicFrameChg chg="mod modGraphic">
          <ac:chgData name="Hồ Văn Đang (KĐN)" userId="b5ec2c96-ae80-4bbe-92b2-e7fa63ebd0e6" providerId="ADAL" clId="{F6D32BB8-D505-4A3C-A51F-7D1E257DA71A}" dt="2026-10-03T10:19:34.595" v="2269" actId="207"/>
          <ac:graphicFrameMkLst>
            <pc:docMk/>
            <pc:sldMk cId="2846709400" sldId="3389"/>
            <ac:graphicFrameMk id="4" creationId="{B86EF9C6-0CEC-42E7-B799-1FC5A310D6B4}"/>
          </ac:graphicFrameMkLst>
        </pc:graphicFrameChg>
      </pc:sldChg>
      <pc:sldChg chg="addSp delSp modSp add ord">
        <pc:chgData name="Hồ Văn Đang (KĐN)" userId="b5ec2c96-ae80-4bbe-92b2-e7fa63ebd0e6" providerId="ADAL" clId="{F6D32BB8-D505-4A3C-A51F-7D1E257DA71A}" dt="2026-10-03T10:20:06.770" v="2274" actId="113"/>
        <pc:sldMkLst>
          <pc:docMk/>
          <pc:sldMk cId="1902838422" sldId="3390"/>
        </pc:sldMkLst>
        <pc:spChg chg="del">
          <ac:chgData name="Hồ Văn Đang (KĐN)" userId="b5ec2c96-ae80-4bbe-92b2-e7fa63ebd0e6" providerId="ADAL" clId="{F6D32BB8-D505-4A3C-A51F-7D1E257DA71A}" dt="2026-10-03T10:17:33.619" v="2199" actId="478"/>
          <ac:spMkLst>
            <pc:docMk/>
            <pc:sldMk cId="1902838422" sldId="3390"/>
            <ac:spMk id="2" creationId="{C4E4404B-1DDC-4794-9C23-6FA9F3B74E2E}"/>
          </ac:spMkLst>
        </pc:spChg>
        <pc:spChg chg="mod">
          <ac:chgData name="Hồ Văn Đang (KĐN)" userId="b5ec2c96-ae80-4bbe-92b2-e7fa63ebd0e6" providerId="ADAL" clId="{F6D32BB8-D505-4A3C-A51F-7D1E257DA71A}" dt="2026-10-03T10:19:55.837" v="2271" actId="207"/>
          <ac:spMkLst>
            <pc:docMk/>
            <pc:sldMk cId="1902838422" sldId="3390"/>
            <ac:spMk id="3" creationId="{174D11C2-BBF8-4523-9390-E9769BFA0B02}"/>
          </ac:spMkLst>
        </pc:spChg>
        <pc:spChg chg="add mod">
          <ac:chgData name="Hồ Văn Đang (KĐN)" userId="b5ec2c96-ae80-4bbe-92b2-e7fa63ebd0e6" providerId="ADAL" clId="{F6D32BB8-D505-4A3C-A51F-7D1E257DA71A}" dt="2026-10-03T10:19:58.697" v="2272" actId="207"/>
          <ac:spMkLst>
            <pc:docMk/>
            <pc:sldMk cId="1902838422" sldId="3390"/>
            <ac:spMk id="5" creationId="{10E51106-098C-4E8B-ABBC-E5C36B857E7E}"/>
          </ac:spMkLst>
        </pc:spChg>
        <pc:graphicFrameChg chg="mod">
          <ac:chgData name="Hồ Văn Đang (KĐN)" userId="b5ec2c96-ae80-4bbe-92b2-e7fa63ebd0e6" providerId="ADAL" clId="{F6D32BB8-D505-4A3C-A51F-7D1E257DA71A}" dt="2026-10-03T10:20:06.770" v="2274" actId="113"/>
          <ac:graphicFrameMkLst>
            <pc:docMk/>
            <pc:sldMk cId="1902838422" sldId="3390"/>
            <ac:graphicFrameMk id="4" creationId="{FBB2308D-31DE-472F-B9B4-0F00FDA4B859}"/>
          </ac:graphicFrameMkLst>
        </pc:graphicFrameChg>
      </pc:sldChg>
      <pc:sldChg chg="modSp add">
        <pc:chgData name="Hồ Văn Đang (KĐN)" userId="b5ec2c96-ae80-4bbe-92b2-e7fa63ebd0e6" providerId="ADAL" clId="{F6D32BB8-D505-4A3C-A51F-7D1E257DA71A}" dt="2026-10-03T10:19:48.450" v="2270" actId="207"/>
        <pc:sldMkLst>
          <pc:docMk/>
          <pc:sldMk cId="3339221354" sldId="3391"/>
        </pc:sldMkLst>
        <pc:spChg chg="mod">
          <ac:chgData name="Hồ Văn Đang (KĐN)" userId="b5ec2c96-ae80-4bbe-92b2-e7fa63ebd0e6" providerId="ADAL" clId="{F6D32BB8-D505-4A3C-A51F-7D1E257DA71A}" dt="2026-10-03T10:19:48.450" v="2270" actId="207"/>
          <ac:spMkLst>
            <pc:docMk/>
            <pc:sldMk cId="3339221354" sldId="3391"/>
            <ac:spMk id="9" creationId="{D892F3F8-C2F0-4786-89AB-E66A053DA83A}"/>
          </ac:spMkLst>
        </pc:spChg>
      </pc:sldChg>
      <pc:sldChg chg="addSp delSp modSp add">
        <pc:chgData name="Hồ Văn Đang (KĐN)" userId="b5ec2c96-ae80-4bbe-92b2-e7fa63ebd0e6" providerId="ADAL" clId="{F6D32BB8-D505-4A3C-A51F-7D1E257DA71A}" dt="2026-10-03T10:06:02.054" v="2150" actId="20577"/>
        <pc:sldMkLst>
          <pc:docMk/>
          <pc:sldMk cId="12753337" sldId="3392"/>
        </pc:sldMkLst>
        <pc:spChg chg="mod">
          <ac:chgData name="Hồ Văn Đang (KĐN)" userId="b5ec2c96-ae80-4bbe-92b2-e7fa63ebd0e6" providerId="ADAL" clId="{F6D32BB8-D505-4A3C-A51F-7D1E257DA71A}" dt="2026-10-03T10:03:12.617" v="2037" actId="14100"/>
          <ac:spMkLst>
            <pc:docMk/>
            <pc:sldMk cId="12753337" sldId="3392"/>
            <ac:spMk id="3" creationId="{F87AAAAF-D0A2-4FB2-A954-3787D0CEBDAA}"/>
          </ac:spMkLst>
        </pc:spChg>
        <pc:spChg chg="mod">
          <ac:chgData name="Hồ Văn Đang (KĐN)" userId="b5ec2c96-ae80-4bbe-92b2-e7fa63ebd0e6" providerId="ADAL" clId="{F6D32BB8-D505-4A3C-A51F-7D1E257DA71A}" dt="2026-10-03T10:03:12.617" v="2037" actId="14100"/>
          <ac:spMkLst>
            <pc:docMk/>
            <pc:sldMk cId="12753337" sldId="3392"/>
            <ac:spMk id="4" creationId="{6837425E-BB90-4319-9640-F49BC8FD55B8}"/>
          </ac:spMkLst>
        </pc:spChg>
        <pc:spChg chg="mod">
          <ac:chgData name="Hồ Văn Đang (KĐN)" userId="b5ec2c96-ae80-4bbe-92b2-e7fa63ebd0e6" providerId="ADAL" clId="{F6D32BB8-D505-4A3C-A51F-7D1E257DA71A}" dt="2026-10-03T10:01:44.544" v="1978" actId="20577"/>
          <ac:spMkLst>
            <pc:docMk/>
            <pc:sldMk cId="12753337" sldId="3392"/>
            <ac:spMk id="5" creationId="{065EE0B3-6DEF-4793-92B4-15FF9E0C67E9}"/>
          </ac:spMkLst>
        </pc:spChg>
        <pc:spChg chg="mod">
          <ac:chgData name="Hồ Văn Đang (KĐN)" userId="b5ec2c96-ae80-4bbe-92b2-e7fa63ebd0e6" providerId="ADAL" clId="{F6D32BB8-D505-4A3C-A51F-7D1E257DA71A}" dt="2026-10-03T10:06:02.054" v="2150" actId="20577"/>
          <ac:spMkLst>
            <pc:docMk/>
            <pc:sldMk cId="12753337" sldId="3392"/>
            <ac:spMk id="6" creationId="{950337A3-6DA9-4963-8ACE-4774DA1B8502}"/>
          </ac:spMkLst>
        </pc:spChg>
        <pc:spChg chg="mod">
          <ac:chgData name="Hồ Văn Đang (KĐN)" userId="b5ec2c96-ae80-4bbe-92b2-e7fa63ebd0e6" providerId="ADAL" clId="{F6D32BB8-D505-4A3C-A51F-7D1E257DA71A}" dt="2026-10-03T10:03:31.376" v="2042" actId="1076"/>
          <ac:spMkLst>
            <pc:docMk/>
            <pc:sldMk cId="12753337" sldId="3392"/>
            <ac:spMk id="7" creationId="{A27D5EED-8C96-4538-BDFE-4676E835BC1C}"/>
          </ac:spMkLst>
        </pc:spChg>
        <pc:spChg chg="mod">
          <ac:chgData name="Hồ Văn Đang (KĐN)" userId="b5ec2c96-ae80-4bbe-92b2-e7fa63ebd0e6" providerId="ADAL" clId="{F6D32BB8-D505-4A3C-A51F-7D1E257DA71A}" dt="2026-10-03T10:03:37.397" v="2044" actId="14100"/>
          <ac:spMkLst>
            <pc:docMk/>
            <pc:sldMk cId="12753337" sldId="3392"/>
            <ac:spMk id="8" creationId="{0944281D-1FC7-48D8-B29B-543EB384AD0F}"/>
          </ac:spMkLst>
        </pc:spChg>
        <pc:spChg chg="mod">
          <ac:chgData name="Hồ Văn Đang (KĐN)" userId="b5ec2c96-ae80-4bbe-92b2-e7fa63ebd0e6" providerId="ADAL" clId="{F6D32BB8-D505-4A3C-A51F-7D1E257DA71A}" dt="2026-10-03T10:01:48.828" v="1994" actId="20577"/>
          <ac:spMkLst>
            <pc:docMk/>
            <pc:sldMk cId="12753337" sldId="3392"/>
            <ac:spMk id="9" creationId="{3750B653-00CF-4896-9021-E7646BE5BDA9}"/>
          </ac:spMkLst>
        </pc:spChg>
        <pc:spChg chg="del mod">
          <ac:chgData name="Hồ Văn Đang (KĐN)" userId="b5ec2c96-ae80-4bbe-92b2-e7fa63ebd0e6" providerId="ADAL" clId="{F6D32BB8-D505-4A3C-A51F-7D1E257DA71A}" dt="2026-10-03T10:03:34.323" v="2043" actId="478"/>
          <ac:spMkLst>
            <pc:docMk/>
            <pc:sldMk cId="12753337" sldId="3392"/>
            <ac:spMk id="10" creationId="{B9AFE973-BE0E-41BE-82E1-4C43E4494CD4}"/>
          </ac:spMkLst>
        </pc:spChg>
        <pc:spChg chg="mod">
          <ac:chgData name="Hồ Văn Đang (KĐN)" userId="b5ec2c96-ae80-4bbe-92b2-e7fa63ebd0e6" providerId="ADAL" clId="{F6D32BB8-D505-4A3C-A51F-7D1E257DA71A}" dt="2026-10-03T10:03:42.076" v="2046" actId="14100"/>
          <ac:spMkLst>
            <pc:docMk/>
            <pc:sldMk cId="12753337" sldId="3392"/>
            <ac:spMk id="11" creationId="{46CE06F8-8757-4D6B-B9A7-339E1F3B68C5}"/>
          </ac:spMkLst>
        </pc:spChg>
        <pc:spChg chg="mod">
          <ac:chgData name="Hồ Văn Đang (KĐN)" userId="b5ec2c96-ae80-4bbe-92b2-e7fa63ebd0e6" providerId="ADAL" clId="{F6D32BB8-D505-4A3C-A51F-7D1E257DA71A}" dt="2026-10-03T10:03:39.365" v="2045" actId="14100"/>
          <ac:spMkLst>
            <pc:docMk/>
            <pc:sldMk cId="12753337" sldId="3392"/>
            <ac:spMk id="12" creationId="{26A2E31C-8A92-4161-828B-3A410F604517}"/>
          </ac:spMkLst>
        </pc:spChg>
        <pc:spChg chg="mod">
          <ac:chgData name="Hồ Văn Đang (KĐN)" userId="b5ec2c96-ae80-4bbe-92b2-e7fa63ebd0e6" providerId="ADAL" clId="{F6D32BB8-D505-4A3C-A51F-7D1E257DA71A}" dt="2026-10-03T10:01:53.652" v="2023" actId="20577"/>
          <ac:spMkLst>
            <pc:docMk/>
            <pc:sldMk cId="12753337" sldId="3392"/>
            <ac:spMk id="13" creationId="{CB49CBAA-F887-43DB-96FA-F340DFB191C7}"/>
          </ac:spMkLst>
        </pc:spChg>
        <pc:spChg chg="mod">
          <ac:chgData name="Hồ Văn Đang (KĐN)" userId="b5ec2c96-ae80-4bbe-92b2-e7fa63ebd0e6" providerId="ADAL" clId="{F6D32BB8-D505-4A3C-A51F-7D1E257DA71A}" dt="2026-10-03T10:03:44.854" v="2047" actId="14100"/>
          <ac:spMkLst>
            <pc:docMk/>
            <pc:sldMk cId="12753337" sldId="3392"/>
            <ac:spMk id="14" creationId="{FB330CFC-2BC9-486D-B3DE-A295228F1682}"/>
          </ac:spMkLst>
        </pc:spChg>
        <pc:spChg chg="add">
          <ac:chgData name="Hồ Văn Đang (KĐN)" userId="b5ec2c96-ae80-4bbe-92b2-e7fa63ebd0e6" providerId="ADAL" clId="{F6D32BB8-D505-4A3C-A51F-7D1E257DA71A}" dt="2026-10-03T10:01:40.245" v="1960"/>
          <ac:spMkLst>
            <pc:docMk/>
            <pc:sldMk cId="12753337" sldId="3392"/>
            <ac:spMk id="15" creationId="{165600F5-EF37-4A47-8B5B-107BC7342BD1}"/>
          </ac:spMkLst>
        </pc:spChg>
        <pc:spChg chg="add mod">
          <ac:chgData name="Hồ Văn Đang (KĐN)" userId="b5ec2c96-ae80-4bbe-92b2-e7fa63ebd0e6" providerId="ADAL" clId="{F6D32BB8-D505-4A3C-A51F-7D1E257DA71A}" dt="2026-10-03T10:03:31.376" v="2042" actId="1076"/>
          <ac:spMkLst>
            <pc:docMk/>
            <pc:sldMk cId="12753337" sldId="3392"/>
            <ac:spMk id="16" creationId="{61617289-D66B-4845-9CA5-A2FBE8D9DD82}"/>
          </ac:spMkLst>
        </pc:spChg>
        <pc:spChg chg="add mod">
          <ac:chgData name="Hồ Văn Đang (KĐN)" userId="b5ec2c96-ae80-4bbe-92b2-e7fa63ebd0e6" providerId="ADAL" clId="{F6D32BB8-D505-4A3C-A51F-7D1E257DA71A}" dt="2026-10-03T10:03:31.376" v="2042" actId="1076"/>
          <ac:spMkLst>
            <pc:docMk/>
            <pc:sldMk cId="12753337" sldId="3392"/>
            <ac:spMk id="17" creationId="{79CA2849-8642-46D0-8508-7258CCF07D70}"/>
          </ac:spMkLst>
        </pc:spChg>
        <pc:grpChg chg="add mod">
          <ac:chgData name="Hồ Văn Đang (KĐN)" userId="b5ec2c96-ae80-4bbe-92b2-e7fa63ebd0e6" providerId="ADAL" clId="{F6D32BB8-D505-4A3C-A51F-7D1E257DA71A}" dt="2026-10-03T10:03:17.698" v="2039" actId="571"/>
          <ac:grpSpMkLst>
            <pc:docMk/>
            <pc:sldMk cId="12753337" sldId="3392"/>
            <ac:grpSpMk id="2" creationId="{212F9E34-B581-4ED1-94F7-2BE1C164D6BA}"/>
          </ac:grpSpMkLst>
        </pc:grpChg>
      </pc:sldChg>
      <pc:sldChg chg="add del">
        <pc:chgData name="Hồ Văn Đang (KĐN)" userId="b5ec2c96-ae80-4bbe-92b2-e7fa63ebd0e6" providerId="ADAL" clId="{F6D32BB8-D505-4A3C-A51F-7D1E257DA71A}" dt="2026-10-03T11:12:58.815" v="3048" actId="2696"/>
        <pc:sldMkLst>
          <pc:docMk/>
          <pc:sldMk cId="2005647622" sldId="3393"/>
        </pc:sldMkLst>
      </pc:sldChg>
      <pc:sldChg chg="add del">
        <pc:chgData name="Hồ Văn Đang (KĐN)" userId="b5ec2c96-ae80-4bbe-92b2-e7fa63ebd0e6" providerId="ADAL" clId="{F6D32BB8-D505-4A3C-A51F-7D1E257DA71A}" dt="2026-10-03T10:18:10.402" v="2205" actId="2696"/>
        <pc:sldMkLst>
          <pc:docMk/>
          <pc:sldMk cId="3974170473" sldId="3393"/>
        </pc:sldMkLst>
      </pc:sldChg>
      <pc:sldChg chg="add">
        <pc:chgData name="Hồ Văn Đang (KĐN)" userId="b5ec2c96-ae80-4bbe-92b2-e7fa63ebd0e6" providerId="ADAL" clId="{F6D32BB8-D505-4A3C-A51F-7D1E257DA71A}" dt="2026-10-03T10:49:56.944" v="2426"/>
        <pc:sldMkLst>
          <pc:docMk/>
          <pc:sldMk cId="3733678287" sldId="3394"/>
        </pc:sldMkLst>
      </pc:sldChg>
      <pc:sldChg chg="addSp modSp add">
        <pc:chgData name="Hồ Văn Đang (KĐN)" userId="b5ec2c96-ae80-4bbe-92b2-e7fa63ebd0e6" providerId="ADAL" clId="{F6D32BB8-D505-4A3C-A51F-7D1E257DA71A}" dt="2026-10-03T11:02:09.302" v="2729" actId="20577"/>
        <pc:sldMkLst>
          <pc:docMk/>
          <pc:sldMk cId="1973518842" sldId="3395"/>
        </pc:sldMkLst>
        <pc:spChg chg="add mod">
          <ac:chgData name="Hồ Văn Đang (KĐN)" userId="b5ec2c96-ae80-4bbe-92b2-e7fa63ebd0e6" providerId="ADAL" clId="{F6D32BB8-D505-4A3C-A51F-7D1E257DA71A}" dt="2026-10-03T11:02:09.302" v="2729" actId="20577"/>
          <ac:spMkLst>
            <pc:docMk/>
            <pc:sldMk cId="1973518842" sldId="3395"/>
            <ac:spMk id="3" creationId="{BA2CDE0A-43F1-4DE8-B585-FE1FE50DFCE4}"/>
          </ac:spMkLst>
        </pc:spChg>
        <pc:picChg chg="add mod modCrop">
          <ac:chgData name="Hồ Văn Đang (KĐN)" userId="b5ec2c96-ae80-4bbe-92b2-e7fa63ebd0e6" providerId="ADAL" clId="{F6D32BB8-D505-4A3C-A51F-7D1E257DA71A}" dt="2026-10-03T10:52:56.317" v="2439" actId="14100"/>
          <ac:picMkLst>
            <pc:docMk/>
            <pc:sldMk cId="1973518842" sldId="3395"/>
            <ac:picMk id="2" creationId="{7D2595F9-FE51-47E1-827C-7B2B7A597698}"/>
          </ac:picMkLst>
        </pc:picChg>
      </pc:sldChg>
      <pc:sldChg chg="addSp delSp modSp add">
        <pc:chgData name="Hồ Văn Đang (KĐN)" userId="b5ec2c96-ae80-4bbe-92b2-e7fa63ebd0e6" providerId="ADAL" clId="{F6D32BB8-D505-4A3C-A51F-7D1E257DA71A}" dt="2026-10-03T11:24:57.560" v="3194" actId="1076"/>
        <pc:sldMkLst>
          <pc:docMk/>
          <pc:sldMk cId="2897982903" sldId="3396"/>
        </pc:sldMkLst>
        <pc:spChg chg="mod">
          <ac:chgData name="Hồ Văn Đang (KĐN)" userId="b5ec2c96-ae80-4bbe-92b2-e7fa63ebd0e6" providerId="ADAL" clId="{F6D32BB8-D505-4A3C-A51F-7D1E257DA71A}" dt="2026-10-03T11:24:35.222" v="3189" actId="1076"/>
          <ac:spMkLst>
            <pc:docMk/>
            <pc:sldMk cId="2897982903" sldId="3396"/>
            <ac:spMk id="3" creationId="{86B5D186-4E2C-4FE1-B335-5327B082765E}"/>
          </ac:spMkLst>
        </pc:spChg>
        <pc:spChg chg="mod">
          <ac:chgData name="Hồ Văn Đang (KĐN)" userId="b5ec2c96-ae80-4bbe-92b2-e7fa63ebd0e6" providerId="ADAL" clId="{F6D32BB8-D505-4A3C-A51F-7D1E257DA71A}" dt="2026-10-03T11:24:35.222" v="3189" actId="1076"/>
          <ac:spMkLst>
            <pc:docMk/>
            <pc:sldMk cId="2897982903" sldId="3396"/>
            <ac:spMk id="6" creationId="{72713014-41F9-40CB-A50F-3543D28095C7}"/>
          </ac:spMkLst>
        </pc:spChg>
        <pc:spChg chg="mod">
          <ac:chgData name="Hồ Văn Đang (KĐN)" userId="b5ec2c96-ae80-4bbe-92b2-e7fa63ebd0e6" providerId="ADAL" clId="{F6D32BB8-D505-4A3C-A51F-7D1E257DA71A}" dt="2026-10-03T11:24:35.222" v="3189" actId="1076"/>
          <ac:spMkLst>
            <pc:docMk/>
            <pc:sldMk cId="2897982903" sldId="3396"/>
            <ac:spMk id="7" creationId="{D9B965FE-B3D9-4404-90F2-A79BEAFF6ACA}"/>
          </ac:spMkLst>
        </pc:spChg>
        <pc:spChg chg="mod">
          <ac:chgData name="Hồ Văn Đang (KĐN)" userId="b5ec2c96-ae80-4bbe-92b2-e7fa63ebd0e6" providerId="ADAL" clId="{F6D32BB8-D505-4A3C-A51F-7D1E257DA71A}" dt="2026-10-03T11:15:19.791" v="3068" actId="255"/>
          <ac:spMkLst>
            <pc:docMk/>
            <pc:sldMk cId="2897982903" sldId="3396"/>
            <ac:spMk id="8" creationId="{53BA03BD-D70C-4D11-A505-35DEAB348447}"/>
          </ac:spMkLst>
        </pc:spChg>
        <pc:spChg chg="del">
          <ac:chgData name="Hồ Văn Đang (KĐN)" userId="b5ec2c96-ae80-4bbe-92b2-e7fa63ebd0e6" providerId="ADAL" clId="{F6D32BB8-D505-4A3C-A51F-7D1E257DA71A}" dt="2026-10-03T10:56:00.081" v="2504" actId="478"/>
          <ac:spMkLst>
            <pc:docMk/>
            <pc:sldMk cId="2897982903" sldId="3396"/>
            <ac:spMk id="9" creationId="{33F87E3D-FDB8-413C-9CC2-B5D8F42251DC}"/>
          </ac:spMkLst>
        </pc:spChg>
        <pc:spChg chg="del">
          <ac:chgData name="Hồ Văn Đang (KĐN)" userId="b5ec2c96-ae80-4bbe-92b2-e7fa63ebd0e6" providerId="ADAL" clId="{F6D32BB8-D505-4A3C-A51F-7D1E257DA71A}" dt="2026-10-03T10:56:05.182" v="2505" actId="478"/>
          <ac:spMkLst>
            <pc:docMk/>
            <pc:sldMk cId="2897982903" sldId="3396"/>
            <ac:spMk id="10" creationId="{7EFDC7EB-390B-4108-BD15-2C63D42151C7}"/>
          </ac:spMkLst>
        </pc:spChg>
        <pc:spChg chg="del">
          <ac:chgData name="Hồ Văn Đang (KĐN)" userId="b5ec2c96-ae80-4bbe-92b2-e7fa63ebd0e6" providerId="ADAL" clId="{F6D32BB8-D505-4A3C-A51F-7D1E257DA71A}" dt="2026-10-03T10:56:12.997" v="2510" actId="478"/>
          <ac:spMkLst>
            <pc:docMk/>
            <pc:sldMk cId="2897982903" sldId="3396"/>
            <ac:spMk id="11" creationId="{608ADD3B-0478-448A-8A1B-5E572BEAB0C1}"/>
          </ac:spMkLst>
        </pc:spChg>
        <pc:spChg chg="del">
          <ac:chgData name="Hồ Văn Đang (KĐN)" userId="b5ec2c96-ae80-4bbe-92b2-e7fa63ebd0e6" providerId="ADAL" clId="{F6D32BB8-D505-4A3C-A51F-7D1E257DA71A}" dt="2026-10-03T10:56:06.708" v="2506" actId="478"/>
          <ac:spMkLst>
            <pc:docMk/>
            <pc:sldMk cId="2897982903" sldId="3396"/>
            <ac:spMk id="12" creationId="{E807AF0D-52B9-4082-9C64-4D2DECDD5043}"/>
          </ac:spMkLst>
        </pc:spChg>
        <pc:spChg chg="del">
          <ac:chgData name="Hồ Văn Đang (KĐN)" userId="b5ec2c96-ae80-4bbe-92b2-e7fa63ebd0e6" providerId="ADAL" clId="{F6D32BB8-D505-4A3C-A51F-7D1E257DA71A}" dt="2026-10-03T10:56:08.403" v="2507" actId="478"/>
          <ac:spMkLst>
            <pc:docMk/>
            <pc:sldMk cId="2897982903" sldId="3396"/>
            <ac:spMk id="13" creationId="{895F97C5-BCDF-4010-85FE-B070FDAE14E7}"/>
          </ac:spMkLst>
        </pc:spChg>
        <pc:spChg chg="del mod">
          <ac:chgData name="Hồ Văn Đang (KĐN)" userId="b5ec2c96-ae80-4bbe-92b2-e7fa63ebd0e6" providerId="ADAL" clId="{F6D32BB8-D505-4A3C-A51F-7D1E257DA71A}" dt="2026-10-03T10:56:11.520" v="2509" actId="478"/>
          <ac:spMkLst>
            <pc:docMk/>
            <pc:sldMk cId="2897982903" sldId="3396"/>
            <ac:spMk id="14" creationId="{F0C691A9-293A-45E7-AE5B-3383A650385C}"/>
          </ac:spMkLst>
        </pc:spChg>
        <pc:spChg chg="mod">
          <ac:chgData name="Hồ Văn Đang (KĐN)" userId="b5ec2c96-ae80-4bbe-92b2-e7fa63ebd0e6" providerId="ADAL" clId="{F6D32BB8-D505-4A3C-A51F-7D1E257DA71A}" dt="2026-10-03T11:24:17.188" v="3182" actId="14100"/>
          <ac:spMkLst>
            <pc:docMk/>
            <pc:sldMk cId="2897982903" sldId="3396"/>
            <ac:spMk id="15" creationId="{610F4312-C214-4F77-AB21-C7C0172C0DDA}"/>
          </ac:spMkLst>
        </pc:spChg>
        <pc:spChg chg="mod">
          <ac:chgData name="Hồ Văn Đang (KĐN)" userId="b5ec2c96-ae80-4bbe-92b2-e7fa63ebd0e6" providerId="ADAL" clId="{F6D32BB8-D505-4A3C-A51F-7D1E257DA71A}" dt="2026-10-03T11:24:55.196" v="3193" actId="14100"/>
          <ac:spMkLst>
            <pc:docMk/>
            <pc:sldMk cId="2897982903" sldId="3396"/>
            <ac:spMk id="18" creationId="{3689CBE3-3AC6-49F4-AC6D-00C79290B31E}"/>
          </ac:spMkLst>
        </pc:spChg>
        <pc:spChg chg="mod">
          <ac:chgData name="Hồ Văn Đang (KĐN)" userId="b5ec2c96-ae80-4bbe-92b2-e7fa63ebd0e6" providerId="ADAL" clId="{F6D32BB8-D505-4A3C-A51F-7D1E257DA71A}" dt="2026-10-03T11:24:51.552" v="3192" actId="1076"/>
          <ac:spMkLst>
            <pc:docMk/>
            <pc:sldMk cId="2897982903" sldId="3396"/>
            <ac:spMk id="19" creationId="{3BC9BF7E-B121-4787-926A-7D0EAFC301B7}"/>
          </ac:spMkLst>
        </pc:spChg>
        <pc:spChg chg="mod">
          <ac:chgData name="Hồ Văn Đang (KĐN)" userId="b5ec2c96-ae80-4bbe-92b2-e7fa63ebd0e6" providerId="ADAL" clId="{F6D32BB8-D505-4A3C-A51F-7D1E257DA71A}" dt="2026-10-03T11:24:57.560" v="3194" actId="1076"/>
          <ac:spMkLst>
            <pc:docMk/>
            <pc:sldMk cId="2897982903" sldId="3396"/>
            <ac:spMk id="20" creationId="{82C2F689-EA86-4625-886F-59C7A6B0EB22}"/>
          </ac:spMkLst>
        </pc:spChg>
        <pc:spChg chg="add">
          <ac:chgData name="Hồ Văn Đang (KĐN)" userId="b5ec2c96-ae80-4bbe-92b2-e7fa63ebd0e6" providerId="ADAL" clId="{F6D32BB8-D505-4A3C-A51F-7D1E257DA71A}" dt="2026-10-03T10:54:53.934" v="2445"/>
          <ac:spMkLst>
            <pc:docMk/>
            <pc:sldMk cId="2897982903" sldId="3396"/>
            <ac:spMk id="21" creationId="{FC55A8C9-C6C9-413D-BBBD-D8796CF337ED}"/>
          </ac:spMkLst>
        </pc:spChg>
        <pc:grpChg chg="add mod">
          <ac:chgData name="Hồ Văn Đang (KĐN)" userId="b5ec2c96-ae80-4bbe-92b2-e7fa63ebd0e6" providerId="ADAL" clId="{F6D32BB8-D505-4A3C-A51F-7D1E257DA71A}" dt="2026-10-03T11:24:45.013" v="3191" actId="14100"/>
          <ac:grpSpMkLst>
            <pc:docMk/>
            <pc:sldMk cId="2897982903" sldId="3396"/>
            <ac:grpSpMk id="2" creationId="{D92E4D23-C1EC-4A4D-BA7B-1AFBED65834B}"/>
          </ac:grpSpMkLst>
        </pc:grpChg>
      </pc:sldChg>
      <pc:sldChg chg="add del">
        <pc:chgData name="Hồ Văn Đang (KĐN)" userId="b5ec2c96-ae80-4bbe-92b2-e7fa63ebd0e6" providerId="ADAL" clId="{F6D32BB8-D505-4A3C-A51F-7D1E257DA71A}" dt="2026-10-03T11:01:33.455" v="2595" actId="2696"/>
        <pc:sldMkLst>
          <pc:docMk/>
          <pc:sldMk cId="1907252021" sldId="3397"/>
        </pc:sldMkLst>
      </pc:sldChg>
      <pc:sldChg chg="modSp add">
        <pc:chgData name="Hồ Văn Đang (KĐN)" userId="b5ec2c96-ae80-4bbe-92b2-e7fa63ebd0e6" providerId="ADAL" clId="{F6D32BB8-D505-4A3C-A51F-7D1E257DA71A}" dt="2026-10-03T11:24:01.729" v="3181" actId="14100"/>
        <pc:sldMkLst>
          <pc:docMk/>
          <pc:sldMk cId="3500580809" sldId="3398"/>
        </pc:sldMkLst>
        <pc:spChg chg="mod">
          <ac:chgData name="Hồ Văn Đang (KĐN)" userId="b5ec2c96-ae80-4bbe-92b2-e7fa63ebd0e6" providerId="ADAL" clId="{F6D32BB8-D505-4A3C-A51F-7D1E257DA71A}" dt="2026-10-03T11:24:01.729" v="3181" actId="14100"/>
          <ac:spMkLst>
            <pc:docMk/>
            <pc:sldMk cId="3500580809" sldId="3398"/>
            <ac:spMk id="9" creationId="{610A07AA-7ADA-40B9-95C5-3A463447BB19}"/>
          </ac:spMkLst>
        </pc:spChg>
      </pc:sldChg>
      <pc:sldChg chg="addSp delSp modSp add">
        <pc:chgData name="Hồ Văn Đang (KĐN)" userId="b5ec2c96-ae80-4bbe-92b2-e7fa63ebd0e6" providerId="ADAL" clId="{F6D32BB8-D505-4A3C-A51F-7D1E257DA71A}" dt="2026-10-03T11:23:34.463" v="3178"/>
        <pc:sldMkLst>
          <pc:docMk/>
          <pc:sldMk cId="3415682195" sldId="3399"/>
        </pc:sldMkLst>
        <pc:spChg chg="add del">
          <ac:chgData name="Hồ Văn Đang (KĐN)" userId="b5ec2c96-ae80-4bbe-92b2-e7fa63ebd0e6" providerId="ADAL" clId="{F6D32BB8-D505-4A3C-A51F-7D1E257DA71A}" dt="2026-10-03T11:23:28.074" v="3177" actId="478"/>
          <ac:spMkLst>
            <pc:docMk/>
            <pc:sldMk cId="3415682195" sldId="3399"/>
            <ac:spMk id="2" creationId="{77584F83-2019-4931-8740-DCE8CBA0E63F}"/>
          </ac:spMkLst>
        </pc:spChg>
        <pc:spChg chg="mod">
          <ac:chgData name="Hồ Văn Đang (KĐN)" userId="b5ec2c96-ae80-4bbe-92b2-e7fa63ebd0e6" providerId="ADAL" clId="{F6D32BB8-D505-4A3C-A51F-7D1E257DA71A}" dt="2026-10-03T11:06:31.772" v="2911" actId="1076"/>
          <ac:spMkLst>
            <pc:docMk/>
            <pc:sldMk cId="3415682195" sldId="3399"/>
            <ac:spMk id="5" creationId="{20549FFC-7016-4112-AE21-E7DCFCF21672}"/>
          </ac:spMkLst>
        </pc:spChg>
        <pc:spChg chg="mod">
          <ac:chgData name="Hồ Văn Đang (KĐN)" userId="b5ec2c96-ae80-4bbe-92b2-e7fa63ebd0e6" providerId="ADAL" clId="{F6D32BB8-D505-4A3C-A51F-7D1E257DA71A}" dt="2026-10-03T11:13:50.789" v="3053" actId="255"/>
          <ac:spMkLst>
            <pc:docMk/>
            <pc:sldMk cId="3415682195" sldId="3399"/>
            <ac:spMk id="6" creationId="{938C833A-2F9C-4580-B020-0EC98BC24F6D}"/>
          </ac:spMkLst>
        </pc:spChg>
        <pc:spChg chg="mod">
          <ac:chgData name="Hồ Văn Đang (KĐN)" userId="b5ec2c96-ae80-4bbe-92b2-e7fa63ebd0e6" providerId="ADAL" clId="{F6D32BB8-D505-4A3C-A51F-7D1E257DA71A}" dt="2026-10-03T11:10:17.853" v="3021"/>
          <ac:spMkLst>
            <pc:docMk/>
            <pc:sldMk cId="3415682195" sldId="3399"/>
            <ac:spMk id="7" creationId="{02A9ACC2-6220-4B6F-8099-172FE268B6AD}"/>
          </ac:spMkLst>
        </pc:spChg>
        <pc:spChg chg="mod">
          <ac:chgData name="Hồ Văn Đang (KĐN)" userId="b5ec2c96-ae80-4bbe-92b2-e7fa63ebd0e6" providerId="ADAL" clId="{F6D32BB8-D505-4A3C-A51F-7D1E257DA71A}" dt="2026-10-03T11:14:55.684" v="3064" actId="1076"/>
          <ac:spMkLst>
            <pc:docMk/>
            <pc:sldMk cId="3415682195" sldId="3399"/>
            <ac:spMk id="9" creationId="{690AF76D-4ED5-4AFD-B289-AB086C8E5DEA}"/>
          </ac:spMkLst>
        </pc:spChg>
        <pc:spChg chg="mod">
          <ac:chgData name="Hồ Văn Đang (KĐN)" userId="b5ec2c96-ae80-4bbe-92b2-e7fa63ebd0e6" providerId="ADAL" clId="{F6D32BB8-D505-4A3C-A51F-7D1E257DA71A}" dt="2026-10-03T11:14:58.880" v="3065" actId="1076"/>
          <ac:spMkLst>
            <pc:docMk/>
            <pc:sldMk cId="3415682195" sldId="3399"/>
            <ac:spMk id="10" creationId="{D290001C-882B-430A-B4C7-363AD95B6F47}"/>
          </ac:spMkLst>
        </pc:spChg>
        <pc:spChg chg="mod">
          <ac:chgData name="Hồ Văn Đang (KĐN)" userId="b5ec2c96-ae80-4bbe-92b2-e7fa63ebd0e6" providerId="ADAL" clId="{F6D32BB8-D505-4A3C-A51F-7D1E257DA71A}" dt="2026-10-03T11:15:03.471" v="3066" actId="1076"/>
          <ac:spMkLst>
            <pc:docMk/>
            <pc:sldMk cId="3415682195" sldId="3399"/>
            <ac:spMk id="11" creationId="{4FD306BC-4ACB-4E50-A335-53142BCAAEA6}"/>
          </ac:spMkLst>
        </pc:spChg>
        <pc:spChg chg="mod">
          <ac:chgData name="Hồ Văn Đang (KĐN)" userId="b5ec2c96-ae80-4bbe-92b2-e7fa63ebd0e6" providerId="ADAL" clId="{F6D32BB8-D505-4A3C-A51F-7D1E257DA71A}" dt="2026-10-03T11:08:14.042" v="2928" actId="1076"/>
          <ac:spMkLst>
            <pc:docMk/>
            <pc:sldMk cId="3415682195" sldId="3399"/>
            <ac:spMk id="13" creationId="{C3466C93-D28C-4D3E-A57D-7CA2ED2DA173}"/>
          </ac:spMkLst>
        </pc:spChg>
        <pc:spChg chg="mod">
          <ac:chgData name="Hồ Văn Đang (KĐN)" userId="b5ec2c96-ae80-4bbe-92b2-e7fa63ebd0e6" providerId="ADAL" clId="{F6D32BB8-D505-4A3C-A51F-7D1E257DA71A}" dt="2026-10-03T11:14:12.063" v="3057" actId="1076"/>
          <ac:spMkLst>
            <pc:docMk/>
            <pc:sldMk cId="3415682195" sldId="3399"/>
            <ac:spMk id="14" creationId="{C05ADCE5-6164-47BC-B535-386569626C37}"/>
          </ac:spMkLst>
        </pc:spChg>
        <pc:spChg chg="mod">
          <ac:chgData name="Hồ Văn Đang (KĐN)" userId="b5ec2c96-ae80-4bbe-92b2-e7fa63ebd0e6" providerId="ADAL" clId="{F6D32BB8-D505-4A3C-A51F-7D1E257DA71A}" dt="2026-10-03T11:08:24.864" v="2932" actId="123"/>
          <ac:spMkLst>
            <pc:docMk/>
            <pc:sldMk cId="3415682195" sldId="3399"/>
            <ac:spMk id="15" creationId="{543F78B5-1F59-4723-9ADB-70D2D14362B6}"/>
          </ac:spMkLst>
        </pc:spChg>
        <pc:spChg chg="add mod">
          <ac:chgData name="Hồ Văn Đang (KĐN)" userId="b5ec2c96-ae80-4bbe-92b2-e7fa63ebd0e6" providerId="ADAL" clId="{F6D32BB8-D505-4A3C-A51F-7D1E257DA71A}" dt="2026-10-03T11:09:10.835" v="2943" actId="1076"/>
          <ac:spMkLst>
            <pc:docMk/>
            <pc:sldMk cId="3415682195" sldId="3399"/>
            <ac:spMk id="16" creationId="{D5C921DD-4EA4-4A1E-AD49-782B82D278D8}"/>
          </ac:spMkLst>
        </pc:spChg>
        <pc:spChg chg="add">
          <ac:chgData name="Hồ Văn Đang (KĐN)" userId="b5ec2c96-ae80-4bbe-92b2-e7fa63ebd0e6" providerId="ADAL" clId="{F6D32BB8-D505-4A3C-A51F-7D1E257DA71A}" dt="2026-10-03T11:23:34.463" v="3178"/>
          <ac:spMkLst>
            <pc:docMk/>
            <pc:sldMk cId="3415682195" sldId="3399"/>
            <ac:spMk id="17" creationId="{696EFDDE-D0EB-4383-9926-24555386DBF4}"/>
          </ac:spMkLst>
        </pc:spChg>
        <pc:grpChg chg="add mod">
          <ac:chgData name="Hồ Văn Đang (KĐN)" userId="b5ec2c96-ae80-4bbe-92b2-e7fa63ebd0e6" providerId="ADAL" clId="{F6D32BB8-D505-4A3C-A51F-7D1E257DA71A}" dt="2026-10-03T11:14:30.882" v="3060" actId="207"/>
          <ac:grpSpMkLst>
            <pc:docMk/>
            <pc:sldMk cId="3415682195" sldId="3399"/>
            <ac:grpSpMk id="3" creationId="{DEBBFBB1-0CED-42BF-A6BC-EDEAC6E558FF}"/>
          </ac:grpSpMkLst>
        </pc:grpChg>
      </pc:sldChg>
      <pc:sldChg chg="modSp add ord">
        <pc:chgData name="Hồ Văn Đang (KĐN)" userId="b5ec2c96-ae80-4bbe-92b2-e7fa63ebd0e6" providerId="ADAL" clId="{F6D32BB8-D505-4A3C-A51F-7D1E257DA71A}" dt="2026-10-03T11:23:23.743" v="3176" actId="20577"/>
        <pc:sldMkLst>
          <pc:docMk/>
          <pc:sldMk cId="2494579109" sldId="3400"/>
        </pc:sldMkLst>
        <pc:spChg chg="mod">
          <ac:chgData name="Hồ Văn Đang (KĐN)" userId="b5ec2c96-ae80-4bbe-92b2-e7fa63ebd0e6" providerId="ADAL" clId="{F6D32BB8-D505-4A3C-A51F-7D1E257DA71A}" dt="2026-10-03T11:23:23.743" v="3176" actId="20577"/>
          <ac:spMkLst>
            <pc:docMk/>
            <pc:sldMk cId="2494579109" sldId="3400"/>
            <ac:spMk id="2" creationId="{77584F83-2019-4931-8740-DCE8CBA0E63F}"/>
          </ac:spMkLst>
        </pc:spChg>
        <pc:spChg chg="mod">
          <ac:chgData name="Hồ Văn Đang (KĐN)" userId="b5ec2c96-ae80-4bbe-92b2-e7fa63ebd0e6" providerId="ADAL" clId="{F6D32BB8-D505-4A3C-A51F-7D1E257DA71A}" dt="2026-10-03T11:10:12.040" v="3020" actId="1076"/>
          <ac:spMkLst>
            <pc:docMk/>
            <pc:sldMk cId="2494579109" sldId="3400"/>
            <ac:spMk id="4" creationId="{9B054964-7068-4947-8679-DA3B28C9712B}"/>
          </ac:spMkLst>
        </pc:spChg>
        <pc:spChg chg="mod">
          <ac:chgData name="Hồ Văn Đang (KĐN)" userId="b5ec2c96-ae80-4bbe-92b2-e7fa63ebd0e6" providerId="ADAL" clId="{F6D32BB8-D505-4A3C-A51F-7D1E257DA71A}" dt="2026-10-03T11:11:13.060" v="3035" actId="123"/>
          <ac:spMkLst>
            <pc:docMk/>
            <pc:sldMk cId="2494579109" sldId="3400"/>
            <ac:spMk id="7" creationId="{02A9ACC2-6220-4B6F-8099-172FE268B6AD}"/>
          </ac:spMkLst>
        </pc:spChg>
        <pc:spChg chg="mod">
          <ac:chgData name="Hồ Văn Đang (KĐN)" userId="b5ec2c96-ae80-4bbe-92b2-e7fa63ebd0e6" providerId="ADAL" clId="{F6D32BB8-D505-4A3C-A51F-7D1E257DA71A}" dt="2026-10-03T11:10:40.233" v="3027" actId="1076"/>
          <ac:spMkLst>
            <pc:docMk/>
            <pc:sldMk cId="2494579109" sldId="3400"/>
            <ac:spMk id="8" creationId="{CCFF4AF8-598B-437C-A9E9-EEC6BD39938F}"/>
          </ac:spMkLst>
        </pc:spChg>
        <pc:spChg chg="mod">
          <ac:chgData name="Hồ Văn Đang (KĐN)" userId="b5ec2c96-ae80-4bbe-92b2-e7fa63ebd0e6" providerId="ADAL" clId="{F6D32BB8-D505-4A3C-A51F-7D1E257DA71A}" dt="2026-10-03T11:11:10.469" v="3034" actId="123"/>
          <ac:spMkLst>
            <pc:docMk/>
            <pc:sldMk cId="2494579109" sldId="3400"/>
            <ac:spMk id="11" creationId="{4FD306BC-4ACB-4E50-A335-53142BCAAEA6}"/>
          </ac:spMkLst>
        </pc:spChg>
        <pc:spChg chg="mod">
          <ac:chgData name="Hồ Văn Đang (KĐN)" userId="b5ec2c96-ae80-4bbe-92b2-e7fa63ebd0e6" providerId="ADAL" clId="{F6D32BB8-D505-4A3C-A51F-7D1E257DA71A}" dt="2026-10-03T11:10:58.233" v="3032" actId="1076"/>
          <ac:spMkLst>
            <pc:docMk/>
            <pc:sldMk cId="2494579109" sldId="3400"/>
            <ac:spMk id="12" creationId="{1B8093C0-2625-40BE-BF09-CAB38D53D101}"/>
          </ac:spMkLst>
        </pc:spChg>
        <pc:spChg chg="mod">
          <ac:chgData name="Hồ Văn Đang (KĐN)" userId="b5ec2c96-ae80-4bbe-92b2-e7fa63ebd0e6" providerId="ADAL" clId="{F6D32BB8-D505-4A3C-A51F-7D1E257DA71A}" dt="2026-10-03T11:11:06.956" v="3033" actId="123"/>
          <ac:spMkLst>
            <pc:docMk/>
            <pc:sldMk cId="2494579109" sldId="3400"/>
            <ac:spMk id="15" creationId="{543F78B5-1F59-4723-9ADB-70D2D14362B6}"/>
          </ac:spMkLst>
        </pc:spChg>
        <pc:spChg chg="mod">
          <ac:chgData name="Hồ Văn Đang (KĐN)" userId="b5ec2c96-ae80-4bbe-92b2-e7fa63ebd0e6" providerId="ADAL" clId="{F6D32BB8-D505-4A3C-A51F-7D1E257DA71A}" dt="2026-10-03T11:09:34.807" v="3012" actId="20577"/>
          <ac:spMkLst>
            <pc:docMk/>
            <pc:sldMk cId="2494579109" sldId="3400"/>
            <ac:spMk id="16" creationId="{D5C921DD-4EA4-4A1E-AD49-782B82D278D8}"/>
          </ac:spMkLst>
        </pc:spChg>
      </pc:sldChg>
      <pc:sldChg chg="addSp delSp add del">
        <pc:chgData name="Hồ Văn Đang (KĐN)" userId="b5ec2c96-ae80-4bbe-92b2-e7fa63ebd0e6" providerId="ADAL" clId="{F6D32BB8-D505-4A3C-A51F-7D1E257DA71A}" dt="2026-10-03T11:18:35.732" v="3110" actId="2696"/>
        <pc:sldMkLst>
          <pc:docMk/>
          <pc:sldMk cId="2539627115" sldId="3401"/>
        </pc:sldMkLst>
        <pc:spChg chg="add">
          <ac:chgData name="Hồ Văn Đang (KĐN)" userId="b5ec2c96-ae80-4bbe-92b2-e7fa63ebd0e6" providerId="ADAL" clId="{F6D32BB8-D505-4A3C-A51F-7D1E257DA71A}" dt="2026-10-03T11:12:42.523" v="3042"/>
          <ac:spMkLst>
            <pc:docMk/>
            <pc:sldMk cId="2539627115" sldId="3401"/>
            <ac:spMk id="7" creationId="{95868854-CAFC-40D4-B92B-38D7D3ADC6AC}"/>
          </ac:spMkLst>
        </pc:spChg>
        <pc:spChg chg="del">
          <ac:chgData name="Hồ Văn Đang (KĐN)" userId="b5ec2c96-ae80-4bbe-92b2-e7fa63ebd0e6" providerId="ADAL" clId="{F6D32BB8-D505-4A3C-A51F-7D1E257DA71A}" dt="2026-10-03T11:12:30.933" v="3039" actId="478"/>
          <ac:spMkLst>
            <pc:docMk/>
            <pc:sldMk cId="2539627115" sldId="3401"/>
            <ac:spMk id="8" creationId="{13A02452-FAF3-4C48-96FD-7556361A8B02}"/>
          </ac:spMkLst>
        </pc:spChg>
      </pc:sldChg>
      <pc:sldChg chg="addSp delSp add del">
        <pc:chgData name="Hồ Văn Đang (KĐN)" userId="b5ec2c96-ae80-4bbe-92b2-e7fa63ebd0e6" providerId="ADAL" clId="{F6D32BB8-D505-4A3C-A51F-7D1E257DA71A}" dt="2026-10-03T11:19:46.777" v="3126" actId="2696"/>
        <pc:sldMkLst>
          <pc:docMk/>
          <pc:sldMk cId="227513647" sldId="3402"/>
        </pc:sldMkLst>
        <pc:spChg chg="add">
          <ac:chgData name="Hồ Văn Đang (KĐN)" userId="b5ec2c96-ae80-4bbe-92b2-e7fa63ebd0e6" providerId="ADAL" clId="{F6D32BB8-D505-4A3C-A51F-7D1E257DA71A}" dt="2026-10-03T11:12:44.884" v="3043"/>
          <ac:spMkLst>
            <pc:docMk/>
            <pc:sldMk cId="227513647" sldId="3402"/>
            <ac:spMk id="7" creationId="{26459167-32D3-4996-87FB-9745D7C63748}"/>
          </ac:spMkLst>
        </pc:spChg>
        <pc:spChg chg="del">
          <ac:chgData name="Hồ Văn Đang (KĐN)" userId="b5ec2c96-ae80-4bbe-92b2-e7fa63ebd0e6" providerId="ADAL" clId="{F6D32BB8-D505-4A3C-A51F-7D1E257DA71A}" dt="2026-10-03T11:12:34.898" v="3040" actId="478"/>
          <ac:spMkLst>
            <pc:docMk/>
            <pc:sldMk cId="227513647" sldId="3402"/>
            <ac:spMk id="8" creationId="{D545F2CD-779F-423E-BF22-3C3A199396A2}"/>
          </ac:spMkLst>
        </pc:spChg>
      </pc:sldChg>
      <pc:sldChg chg="addSp delSp add del">
        <pc:chgData name="Hồ Văn Đang (KĐN)" userId="b5ec2c96-ae80-4bbe-92b2-e7fa63ebd0e6" providerId="ADAL" clId="{F6D32BB8-D505-4A3C-A51F-7D1E257DA71A}" dt="2026-10-03T11:20:32.144" v="3134" actId="2696"/>
        <pc:sldMkLst>
          <pc:docMk/>
          <pc:sldMk cId="3944270427" sldId="3403"/>
        </pc:sldMkLst>
        <pc:spChg chg="add">
          <ac:chgData name="Hồ Văn Đang (KĐN)" userId="b5ec2c96-ae80-4bbe-92b2-e7fa63ebd0e6" providerId="ADAL" clId="{F6D32BB8-D505-4A3C-A51F-7D1E257DA71A}" dt="2026-10-03T11:12:47.622" v="3044"/>
          <ac:spMkLst>
            <pc:docMk/>
            <pc:sldMk cId="3944270427" sldId="3403"/>
            <ac:spMk id="6" creationId="{44730AC7-CD94-42BF-BD8D-C81B8271D802}"/>
          </ac:spMkLst>
        </pc:spChg>
        <pc:spChg chg="del">
          <ac:chgData name="Hồ Văn Đang (KĐN)" userId="b5ec2c96-ae80-4bbe-92b2-e7fa63ebd0e6" providerId="ADAL" clId="{F6D32BB8-D505-4A3C-A51F-7D1E257DA71A}" dt="2026-10-03T11:12:37.865" v="3041" actId="478"/>
          <ac:spMkLst>
            <pc:docMk/>
            <pc:sldMk cId="3944270427" sldId="3403"/>
            <ac:spMk id="8" creationId="{F4D2A4DE-A876-4C32-ABF4-037BF3E1CB15}"/>
          </ac:spMkLst>
        </pc:spChg>
      </pc:sldChg>
      <pc:sldChg chg="addSp delSp modSp add ord">
        <pc:chgData name="Hồ Văn Đang (KĐN)" userId="b5ec2c96-ae80-4bbe-92b2-e7fa63ebd0e6" providerId="ADAL" clId="{F6D32BB8-D505-4A3C-A51F-7D1E257DA71A}" dt="2026-10-03T11:27:12.489" v="3359" actId="20577"/>
        <pc:sldMkLst>
          <pc:docMk/>
          <pc:sldMk cId="1443249217" sldId="3404"/>
        </pc:sldMkLst>
        <pc:spChg chg="add">
          <ac:chgData name="Hồ Văn Đang (KĐN)" userId="b5ec2c96-ae80-4bbe-92b2-e7fa63ebd0e6" providerId="ADAL" clId="{F6D32BB8-D505-4A3C-A51F-7D1E257DA71A}" dt="2026-10-03T11:16:10.139" v="3074"/>
          <ac:spMkLst>
            <pc:docMk/>
            <pc:sldMk cId="1443249217" sldId="3404"/>
            <ac:spMk id="2" creationId="{25498F55-81A1-4830-A106-B9802D07EE3E}"/>
          </ac:spMkLst>
        </pc:spChg>
        <pc:spChg chg="add mod">
          <ac:chgData name="Hồ Văn Đang (KĐN)" userId="b5ec2c96-ae80-4bbe-92b2-e7fa63ebd0e6" providerId="ADAL" clId="{F6D32BB8-D505-4A3C-A51F-7D1E257DA71A}" dt="2026-10-03T11:27:12.489" v="3359" actId="20577"/>
          <ac:spMkLst>
            <pc:docMk/>
            <pc:sldMk cId="1443249217" sldId="3404"/>
            <ac:spMk id="5" creationId="{6E91FAAC-0BF4-4CE3-A51E-88BD0D48EFBF}"/>
          </ac:spMkLst>
        </pc:spChg>
        <pc:graphicFrameChg chg="del mod">
          <ac:chgData name="Hồ Văn Đang (KĐN)" userId="b5ec2c96-ae80-4bbe-92b2-e7fa63ebd0e6" providerId="ADAL" clId="{F6D32BB8-D505-4A3C-A51F-7D1E257DA71A}" dt="2026-10-03T11:16:39.932" v="3076" actId="478"/>
          <ac:graphicFrameMkLst>
            <pc:docMk/>
            <pc:sldMk cId="1443249217" sldId="3404"/>
            <ac:graphicFrameMk id="3" creationId="{C5B5CDF3-0B55-4E97-B94D-CAF3F15417F2}"/>
          </ac:graphicFrameMkLst>
        </pc:graphicFrameChg>
        <pc:graphicFrameChg chg="mod modGraphic">
          <ac:chgData name="Hồ Văn Đang (KĐN)" userId="b5ec2c96-ae80-4bbe-92b2-e7fa63ebd0e6" providerId="ADAL" clId="{F6D32BB8-D505-4A3C-A51F-7D1E257DA71A}" dt="2026-10-03T11:26:40.308" v="3225" actId="1076"/>
          <ac:graphicFrameMkLst>
            <pc:docMk/>
            <pc:sldMk cId="1443249217" sldId="3404"/>
            <ac:graphicFrameMk id="4" creationId="{CAA8ED4F-E6F4-4CDB-A929-D9BCE470ECF8}"/>
          </ac:graphicFrameMkLst>
        </pc:graphicFrameChg>
      </pc:sldChg>
      <pc:sldChg chg="addSp modSp add">
        <pc:chgData name="Hồ Văn Đang (KĐN)" userId="b5ec2c96-ae80-4bbe-92b2-e7fa63ebd0e6" providerId="ADAL" clId="{F6D32BB8-D505-4A3C-A51F-7D1E257DA71A}" dt="2026-10-03T11:27:24.848" v="3362" actId="1076"/>
        <pc:sldMkLst>
          <pc:docMk/>
          <pc:sldMk cId="1281505523" sldId="3405"/>
        </pc:sldMkLst>
        <pc:spChg chg="add">
          <ac:chgData name="Hồ Văn Đang (KĐN)" userId="b5ec2c96-ae80-4bbe-92b2-e7fa63ebd0e6" providerId="ADAL" clId="{F6D32BB8-D505-4A3C-A51F-7D1E257DA71A}" dt="2026-10-03T11:27:19.288" v="3360"/>
          <ac:spMkLst>
            <pc:docMk/>
            <pc:sldMk cId="1281505523" sldId="3405"/>
            <ac:spMk id="5" creationId="{3168C5CA-B865-4881-9863-6C5362AFAB31}"/>
          </ac:spMkLst>
        </pc:spChg>
        <pc:graphicFrameChg chg="mod modGraphic">
          <ac:chgData name="Hồ Văn Đang (KĐN)" userId="b5ec2c96-ae80-4bbe-92b2-e7fa63ebd0e6" providerId="ADAL" clId="{F6D32BB8-D505-4A3C-A51F-7D1E257DA71A}" dt="2026-10-03T11:27:24.848" v="3362" actId="1076"/>
          <ac:graphicFrameMkLst>
            <pc:docMk/>
            <pc:sldMk cId="1281505523" sldId="3405"/>
            <ac:graphicFrameMk id="4" creationId="{CAA8ED4F-E6F4-4CDB-A929-D9BCE470ECF8}"/>
          </ac:graphicFrameMkLst>
        </pc:graphicFrameChg>
      </pc:sldChg>
      <pc:sldChg chg="addSp modSp add">
        <pc:chgData name="Hồ Văn Đang (KĐN)" userId="b5ec2c96-ae80-4bbe-92b2-e7fa63ebd0e6" providerId="ADAL" clId="{F6D32BB8-D505-4A3C-A51F-7D1E257DA71A}" dt="2026-10-03T11:27:36.308" v="3367" actId="1076"/>
        <pc:sldMkLst>
          <pc:docMk/>
          <pc:sldMk cId="2115517038" sldId="3406"/>
        </pc:sldMkLst>
        <pc:spChg chg="add mod">
          <ac:chgData name="Hồ Văn Đang (KĐN)" userId="b5ec2c96-ae80-4bbe-92b2-e7fa63ebd0e6" providerId="ADAL" clId="{F6D32BB8-D505-4A3C-A51F-7D1E257DA71A}" dt="2026-10-03T11:27:36.308" v="3367" actId="1076"/>
          <ac:spMkLst>
            <pc:docMk/>
            <pc:sldMk cId="2115517038" sldId="3406"/>
            <ac:spMk id="5" creationId="{4B5A0299-FE24-43E9-A01B-E7EFD2B1A9B1}"/>
          </ac:spMkLst>
        </pc:spChg>
        <pc:graphicFrameChg chg="mod modGraphic">
          <ac:chgData name="Hồ Văn Đang (KĐN)" userId="b5ec2c96-ae80-4bbe-92b2-e7fa63ebd0e6" providerId="ADAL" clId="{F6D32BB8-D505-4A3C-A51F-7D1E257DA71A}" dt="2026-10-03T11:27:31.020" v="3364" actId="1076"/>
          <ac:graphicFrameMkLst>
            <pc:docMk/>
            <pc:sldMk cId="2115517038" sldId="3406"/>
            <ac:graphicFrameMk id="4" creationId="{CAA8ED4F-E6F4-4CDB-A929-D9BCE470ECF8}"/>
          </ac:graphicFrameMkLst>
        </pc:graphicFrameChg>
      </pc:sldChg>
      <pc:sldChg chg="addSp delSp modSp add">
        <pc:chgData name="Hồ Văn Đang (KĐN)" userId="b5ec2c96-ae80-4bbe-92b2-e7fa63ebd0e6" providerId="ADAL" clId="{F6D32BB8-D505-4A3C-A51F-7D1E257DA71A}" dt="2026-10-03T11:23:05.393" v="3167" actId="1076"/>
        <pc:sldMkLst>
          <pc:docMk/>
          <pc:sldMk cId="1851062854" sldId="3407"/>
        </pc:sldMkLst>
        <pc:spChg chg="add mod">
          <ac:chgData name="Hồ Văn Đang (KĐN)" userId="b5ec2c96-ae80-4bbe-92b2-e7fa63ebd0e6" providerId="ADAL" clId="{F6D32BB8-D505-4A3C-A51F-7D1E257DA71A}" dt="2026-10-03T11:23:05.393" v="3167" actId="1076"/>
          <ac:spMkLst>
            <pc:docMk/>
            <pc:sldMk cId="1851062854" sldId="3407"/>
            <ac:spMk id="6" creationId="{2993397F-1213-4901-8210-51FDA1982E97}"/>
          </ac:spMkLst>
        </pc:spChg>
        <pc:graphicFrameChg chg="del">
          <ac:chgData name="Hồ Văn Đang (KĐN)" userId="b5ec2c96-ae80-4bbe-92b2-e7fa63ebd0e6" providerId="ADAL" clId="{F6D32BB8-D505-4A3C-A51F-7D1E257DA71A}" dt="2026-10-03T11:22:02.723" v="3150" actId="478"/>
          <ac:graphicFrameMkLst>
            <pc:docMk/>
            <pc:sldMk cId="1851062854" sldId="3407"/>
            <ac:graphicFrameMk id="3" creationId="{D45A36C4-62DB-C81B-816A-8A4C73AE6D4E}"/>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2160" b="0" i="0" u="none" strike="noStrike" kern="1200" spc="0" baseline="0">
                <a:solidFill>
                  <a:schemeClr val="accent6">
                    <a:lumMod val="75000"/>
                  </a:schemeClr>
                </a:solidFill>
                <a:latin typeface="Times New Roman" panose="02020603050405020304" pitchFamily="18" charset="0"/>
                <a:ea typeface="+mn-ea"/>
                <a:cs typeface="Times New Roman" panose="02020603050405020304" pitchFamily="18" charset="0"/>
              </a:defRPr>
            </a:pPr>
            <a:r>
              <a:rPr lang="en-US" b="1"/>
              <a:t>Đầu việc trong dừng khí năm 2026</a:t>
            </a:r>
          </a:p>
        </c:rich>
      </c:tx>
      <c:layout>
        <c:manualLayout>
          <c:xMode val="edge"/>
          <c:yMode val="edge"/>
          <c:x val="0.17819702646337335"/>
          <c:y val="0"/>
        </c:manualLayout>
      </c:layout>
      <c:overlay val="0"/>
      <c:spPr>
        <a:noFill/>
        <a:ln>
          <a:noFill/>
        </a:ln>
        <a:effectLst/>
      </c:spPr>
      <c:txPr>
        <a:bodyPr rot="0" spcFirstLastPara="1" vertOverflow="ellipsis" vert="horz" wrap="square" anchor="ctr" anchorCtr="1"/>
        <a:lstStyle/>
        <a:p>
          <a:pPr>
            <a:defRPr lang="en-US" sz="2160" b="0" i="0" u="none" strike="noStrike" kern="1200" spc="0" baseline="0">
              <a:solidFill>
                <a:schemeClr val="accent6">
                  <a:lumMod val="7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pie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44B4-4A47-9F0A-A6ACB070A178}"/>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44B4-4A47-9F0A-A6ACB070A178}"/>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44B4-4A47-9F0A-A6ACB070A178}"/>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44B4-4A47-9F0A-A6ACB070A178}"/>
              </c:ext>
            </c:extLst>
          </c:dPt>
          <c:dLbls>
            <c:dLbl>
              <c:idx val="0"/>
              <c:tx>
                <c:rich>
                  <a:bodyPr/>
                  <a:lstStyle/>
                  <a:p>
                    <a:fld id="{953354DA-4849-4CD2-9DBA-5130FB17349E}" type="CATEGORYNAME">
                      <a:rPr lang="en-US"/>
                      <a:pPr/>
                      <a:t>[CATEGORY NAME]</a:t>
                    </a:fld>
                    <a:r>
                      <a:rPr lang="en-US" baseline="0"/>
                      <a:t>
31%</a:t>
                    </a:r>
                  </a:p>
                </c:rich>
              </c:tx>
              <c:dLblPos val="outEnd"/>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44B4-4A47-9F0A-A6ACB070A178}"/>
                </c:ext>
              </c:extLst>
            </c:dLbl>
            <c:dLbl>
              <c:idx val="1"/>
              <c:tx>
                <c:rich>
                  <a:bodyPr/>
                  <a:lstStyle/>
                  <a:p>
                    <a:fld id="{87DA196D-936A-42E9-9D7E-8707EF083C1E}" type="CATEGORYNAME">
                      <a:rPr lang="en-US"/>
                      <a:pPr/>
                      <a:t>[CATEGORY NAME]</a:t>
                    </a:fld>
                    <a:r>
                      <a:rPr lang="en-US" baseline="0"/>
                      <a:t>
23%</a:t>
                    </a:r>
                  </a:p>
                </c:rich>
              </c:tx>
              <c:dLblPos val="outEnd"/>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44B4-4A47-9F0A-A6ACB070A178}"/>
                </c:ext>
              </c:extLst>
            </c:dLbl>
            <c:dLbl>
              <c:idx val="2"/>
              <c:layout>
                <c:manualLayout>
                  <c:x val="0.26737600584922927"/>
                  <c:y val="-7.9487179487179482E-2"/>
                </c:manualLayout>
              </c:layout>
              <c:tx>
                <c:rich>
                  <a:bodyPr/>
                  <a:lstStyle/>
                  <a:p>
                    <a:fld id="{C759C392-01E0-4BE8-A4F1-E229BB6F7A07}" type="CATEGORYNAME">
                      <a:rPr lang="en-US"/>
                      <a:pPr/>
                      <a:t>[CATEGORY NAME]</a:t>
                    </a:fld>
                    <a:r>
                      <a:rPr lang="en-US" baseline="0" dirty="0"/>
                      <a:t>
38%</a:t>
                    </a:r>
                  </a:p>
                </c:rich>
              </c:tx>
              <c:dLblPos val="bestFit"/>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44B4-4A47-9F0A-A6ACB070A178}"/>
                </c:ext>
              </c:extLst>
            </c:dLbl>
            <c:dLbl>
              <c:idx val="3"/>
              <c:layout>
                <c:manualLayout>
                  <c:x val="-0.11782671444203326"/>
                  <c:y val="5.7868030134662803E-2"/>
                </c:manualLayout>
              </c:layout>
              <c:tx>
                <c:rich>
                  <a:bodyPr/>
                  <a:lstStyle/>
                  <a:p>
                    <a:fld id="{639E2E1C-8FD9-46F4-8928-C90571CD12D6}" type="CATEGORYNAME">
                      <a:rPr lang="en-US"/>
                      <a:pPr/>
                      <a:t>[CATEGORY NAME]</a:t>
                    </a:fld>
                    <a:r>
                      <a:rPr lang="en-US" baseline="0"/>
                      <a:t>
8%</a:t>
                    </a:r>
                  </a:p>
                </c:rich>
              </c:tx>
              <c:dLblPos val="bestFit"/>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44B4-4A47-9F0A-A6ACB070A178}"/>
                </c:ext>
              </c:extLst>
            </c:dLbl>
            <c:spPr>
              <a:solidFill>
                <a:prstClr val="white"/>
              </a:solidFill>
              <a:ln>
                <a:solidFill>
                  <a:prstClr val="black">
                    <a:lumMod val="25000"/>
                    <a:lumOff val="75000"/>
                  </a:prstClr>
                </a:solidFill>
              </a:ln>
              <a:effectLst/>
            </c:spPr>
            <c:txPr>
              <a:bodyPr rot="0" spcFirstLastPara="1" vertOverflow="clip" horzOverflow="clip" vert="horz" wrap="square" lIns="36576" tIns="18288" rIns="36576" bIns="18288" anchor="ctr" anchorCtr="1">
                <a:spAutoFit/>
              </a:bodyPr>
              <a:lstStyle/>
              <a:p>
                <a:pPr>
                  <a:defRPr lang="en-US" sz="1800" b="0" i="0" u="none" strike="noStrike" kern="1200" baseline="0">
                    <a:solidFill>
                      <a:schemeClr val="accent6">
                        <a:lumMod val="75000"/>
                      </a:schemeClr>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Sheet1!$A$2:$A$5</c:f>
              <c:strCache>
                <c:ptCount val="4"/>
                <c:pt idx="0">
                  <c:v>BDSC TX</c:v>
                </c:pt>
                <c:pt idx="1">
                  <c:v>KĐHC</c:v>
                </c:pt>
                <c:pt idx="2">
                  <c:v>BDNN</c:v>
                </c:pt>
                <c:pt idx="3">
                  <c:v>BDSC ĐX</c:v>
                </c:pt>
              </c:strCache>
            </c:strRef>
          </c:cat>
          <c:val>
            <c:numRef>
              <c:f>Sheet1!$B$2:$B$5</c:f>
              <c:numCache>
                <c:formatCode>General</c:formatCode>
                <c:ptCount val="4"/>
                <c:pt idx="0">
                  <c:v>31</c:v>
                </c:pt>
                <c:pt idx="1">
                  <c:v>23</c:v>
                </c:pt>
                <c:pt idx="2">
                  <c:v>38</c:v>
                </c:pt>
                <c:pt idx="3">
                  <c:v>8</c:v>
                </c:pt>
              </c:numCache>
            </c:numRef>
          </c:val>
          <c:extLst>
            <c:ext xmlns:c16="http://schemas.microsoft.com/office/drawing/2014/chart" uri="{C3380CC4-5D6E-409C-BE32-E72D297353CC}">
              <c16:uniqueId val="{00000008-44B4-4A47-9F0A-A6ACB070A178}"/>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lang="en-US" sz="1800" b="0" i="0" u="none" strike="noStrike" kern="1200" baseline="0">
              <a:solidFill>
                <a:schemeClr val="accent6">
                  <a:lumMod val="7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marL="342900" lvl="0" indent="-342900" algn="just" defTabSz="914400" rtl="0" eaLnBrk="1" latinLnBrk="0" hangingPunct="1">
        <a:lnSpc>
          <a:spcPct val="110000"/>
        </a:lnSpc>
        <a:spcBef>
          <a:spcPts val="600"/>
        </a:spcBef>
        <a:spcAft>
          <a:spcPts val="600"/>
        </a:spcAft>
        <a:buFont typeface="Wingdings" panose="05000000000000000000" pitchFamily="2" charset="2"/>
        <a:buChar char="ü"/>
        <a:defRPr lang="en-US" sz="1800" kern="1200">
          <a:solidFill>
            <a:schemeClr val="accent6">
              <a:lumMod val="75000"/>
            </a:schemeClr>
          </a:solidFill>
          <a:latin typeface="Times New Roman" panose="02020603050405020304" pitchFamily="18" charset="0"/>
          <a:ea typeface="+mn-ea"/>
          <a:cs typeface="Times New Roman" panose="02020603050405020304" pitchFamily="18"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1"/>
            <a:ext cx="3078427" cy="513508"/>
          </a:xfrm>
          <a:prstGeom prst="rect">
            <a:avLst/>
          </a:prstGeom>
        </p:spPr>
        <p:txBody>
          <a:bodyPr vert="horz" lIns="96587" tIns="48294" rIns="96587" bIns="48294" rtlCol="0"/>
          <a:lstStyle>
            <a:lvl1pPr algn="l">
              <a:defRPr sz="1200"/>
            </a:lvl1pPr>
          </a:lstStyle>
          <a:p>
            <a:endParaRPr lang="en-US"/>
          </a:p>
        </p:txBody>
      </p:sp>
      <p:sp>
        <p:nvSpPr>
          <p:cNvPr id="3" name="Date Placeholder 2"/>
          <p:cNvSpPr>
            <a:spLocks noGrp="1"/>
          </p:cNvSpPr>
          <p:nvPr>
            <p:ph type="dt" sz="quarter" idx="1"/>
          </p:nvPr>
        </p:nvSpPr>
        <p:spPr>
          <a:xfrm>
            <a:off x="4023994" y="1"/>
            <a:ext cx="3078427" cy="513508"/>
          </a:xfrm>
          <a:prstGeom prst="rect">
            <a:avLst/>
          </a:prstGeom>
        </p:spPr>
        <p:txBody>
          <a:bodyPr vert="horz" lIns="96587" tIns="48294" rIns="96587" bIns="48294" rtlCol="0"/>
          <a:lstStyle>
            <a:lvl1pPr algn="r">
              <a:defRPr sz="1200"/>
            </a:lvl1pPr>
          </a:lstStyle>
          <a:p>
            <a:fld id="{74181E36-8172-4A4B-A660-0D4C189DB875}" type="datetimeFigureOut">
              <a:rPr lang="en-US" smtClean="0"/>
              <a:t>10/7/2026</a:t>
            </a:fld>
            <a:endParaRPr lang="en-US"/>
          </a:p>
        </p:txBody>
      </p:sp>
      <p:sp>
        <p:nvSpPr>
          <p:cNvPr id="4" name="Footer Placeholder 3"/>
          <p:cNvSpPr>
            <a:spLocks noGrp="1"/>
          </p:cNvSpPr>
          <p:nvPr>
            <p:ph type="ftr" sz="quarter" idx="2"/>
          </p:nvPr>
        </p:nvSpPr>
        <p:spPr>
          <a:xfrm>
            <a:off x="2" y="9721107"/>
            <a:ext cx="3078427" cy="513507"/>
          </a:xfrm>
          <a:prstGeom prst="rect">
            <a:avLst/>
          </a:prstGeom>
        </p:spPr>
        <p:txBody>
          <a:bodyPr vert="horz" lIns="96587" tIns="48294" rIns="96587" bIns="48294" rtlCol="0" anchor="b"/>
          <a:lstStyle>
            <a:lvl1pPr algn="l">
              <a:defRPr sz="1200"/>
            </a:lvl1pPr>
          </a:lstStyle>
          <a:p>
            <a:endParaRPr lang="en-US"/>
          </a:p>
        </p:txBody>
      </p:sp>
      <p:sp>
        <p:nvSpPr>
          <p:cNvPr id="5" name="Slide Number Placeholder 4"/>
          <p:cNvSpPr>
            <a:spLocks noGrp="1"/>
          </p:cNvSpPr>
          <p:nvPr>
            <p:ph type="sldNum" sz="quarter" idx="3"/>
          </p:nvPr>
        </p:nvSpPr>
        <p:spPr>
          <a:xfrm>
            <a:off x="4023994" y="9721107"/>
            <a:ext cx="3078427" cy="513507"/>
          </a:xfrm>
          <a:prstGeom prst="rect">
            <a:avLst/>
          </a:prstGeom>
        </p:spPr>
        <p:txBody>
          <a:bodyPr vert="horz" lIns="96587" tIns="48294" rIns="96587" bIns="48294" rtlCol="0" anchor="b"/>
          <a:lstStyle>
            <a:lvl1pPr algn="r">
              <a:defRPr sz="1200"/>
            </a:lvl1pPr>
          </a:lstStyle>
          <a:p>
            <a:fld id="{A3454D5C-8608-4A48-BB1D-6515F62983EB}" type="slidenum">
              <a:rPr lang="en-US" smtClean="0"/>
              <a:t>‹#›</a:t>
            </a:fld>
            <a:endParaRPr lang="en-US"/>
          </a:p>
        </p:txBody>
      </p:sp>
    </p:spTree>
    <p:extLst>
      <p:ext uri="{BB962C8B-B14F-4D97-AF65-F5344CB8AC3E}">
        <p14:creationId xmlns:p14="http://schemas.microsoft.com/office/powerpoint/2010/main" val="20550371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1"/>
            <a:ext cx="3078427" cy="513508"/>
          </a:xfrm>
          <a:prstGeom prst="rect">
            <a:avLst/>
          </a:prstGeom>
        </p:spPr>
        <p:txBody>
          <a:bodyPr vert="horz" lIns="96587" tIns="48294" rIns="96587" bIns="48294" rtlCol="0"/>
          <a:lstStyle>
            <a:lvl1pPr algn="l">
              <a:defRPr sz="1200"/>
            </a:lvl1pPr>
          </a:lstStyle>
          <a:p>
            <a:endParaRPr lang="vi-VN"/>
          </a:p>
        </p:txBody>
      </p:sp>
      <p:sp>
        <p:nvSpPr>
          <p:cNvPr id="3" name="Date Placeholder 2"/>
          <p:cNvSpPr>
            <a:spLocks noGrp="1"/>
          </p:cNvSpPr>
          <p:nvPr>
            <p:ph type="dt" idx="1"/>
          </p:nvPr>
        </p:nvSpPr>
        <p:spPr>
          <a:xfrm>
            <a:off x="4023994" y="1"/>
            <a:ext cx="3078427" cy="513508"/>
          </a:xfrm>
          <a:prstGeom prst="rect">
            <a:avLst/>
          </a:prstGeom>
        </p:spPr>
        <p:txBody>
          <a:bodyPr vert="horz" lIns="96587" tIns="48294" rIns="96587" bIns="48294" rtlCol="0"/>
          <a:lstStyle>
            <a:lvl1pPr algn="r">
              <a:defRPr sz="1200"/>
            </a:lvl1pPr>
          </a:lstStyle>
          <a:p>
            <a:fld id="{C6586094-F87E-4441-A493-B73F245F07CB}" type="datetimeFigureOut">
              <a:rPr lang="vi-VN" smtClean="0"/>
              <a:t>07/10/2026</a:t>
            </a:fld>
            <a:endParaRPr lang="vi-VN"/>
          </a:p>
        </p:txBody>
      </p:sp>
      <p:sp>
        <p:nvSpPr>
          <p:cNvPr id="4" name="Slide Image Placeholder 3"/>
          <p:cNvSpPr>
            <a:spLocks noGrp="1" noRot="1" noChangeAspect="1"/>
          </p:cNvSpPr>
          <p:nvPr>
            <p:ph type="sldImg" idx="2"/>
          </p:nvPr>
        </p:nvSpPr>
        <p:spPr>
          <a:xfrm>
            <a:off x="481013" y="1277938"/>
            <a:ext cx="6142037" cy="3454400"/>
          </a:xfrm>
          <a:prstGeom prst="rect">
            <a:avLst/>
          </a:prstGeom>
          <a:noFill/>
          <a:ln w="12700">
            <a:solidFill>
              <a:prstClr val="black"/>
            </a:solidFill>
          </a:ln>
        </p:spPr>
        <p:txBody>
          <a:bodyPr vert="horz" lIns="96587" tIns="48294" rIns="96587" bIns="48294" rtlCol="0" anchor="ctr"/>
          <a:lstStyle/>
          <a:p>
            <a:endParaRPr lang="vi-VN"/>
          </a:p>
        </p:txBody>
      </p:sp>
      <p:sp>
        <p:nvSpPr>
          <p:cNvPr id="5" name="Notes Placeholder 4"/>
          <p:cNvSpPr>
            <a:spLocks noGrp="1"/>
          </p:cNvSpPr>
          <p:nvPr>
            <p:ph type="body" sz="quarter" idx="3"/>
          </p:nvPr>
        </p:nvSpPr>
        <p:spPr>
          <a:xfrm>
            <a:off x="710407" y="4925408"/>
            <a:ext cx="5683250" cy="4029879"/>
          </a:xfrm>
          <a:prstGeom prst="rect">
            <a:avLst/>
          </a:prstGeom>
        </p:spPr>
        <p:txBody>
          <a:bodyPr vert="horz" lIns="96587" tIns="48294" rIns="96587" bIns="4829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2" y="9721107"/>
            <a:ext cx="3078427" cy="513507"/>
          </a:xfrm>
          <a:prstGeom prst="rect">
            <a:avLst/>
          </a:prstGeom>
        </p:spPr>
        <p:txBody>
          <a:bodyPr vert="horz" lIns="96587" tIns="48294" rIns="96587" bIns="48294" rtlCol="0" anchor="b"/>
          <a:lstStyle>
            <a:lvl1pPr algn="l">
              <a:defRPr sz="1200"/>
            </a:lvl1pPr>
          </a:lstStyle>
          <a:p>
            <a:endParaRPr lang="vi-VN"/>
          </a:p>
        </p:txBody>
      </p:sp>
      <p:sp>
        <p:nvSpPr>
          <p:cNvPr id="7" name="Slide Number Placeholder 6"/>
          <p:cNvSpPr>
            <a:spLocks noGrp="1"/>
          </p:cNvSpPr>
          <p:nvPr>
            <p:ph type="sldNum" sz="quarter" idx="5"/>
          </p:nvPr>
        </p:nvSpPr>
        <p:spPr>
          <a:xfrm>
            <a:off x="4023994" y="9721107"/>
            <a:ext cx="3078427" cy="513507"/>
          </a:xfrm>
          <a:prstGeom prst="rect">
            <a:avLst/>
          </a:prstGeom>
        </p:spPr>
        <p:txBody>
          <a:bodyPr vert="horz" lIns="96587" tIns="48294" rIns="96587" bIns="48294" rtlCol="0" anchor="b"/>
          <a:lstStyle>
            <a:lvl1pPr algn="r">
              <a:defRPr sz="1200"/>
            </a:lvl1pPr>
          </a:lstStyle>
          <a:p>
            <a:fld id="{F30583C4-3FCE-48CA-9560-EE50820607E0}" type="slidenum">
              <a:rPr lang="vi-VN" smtClean="0"/>
              <a:t>‹#›</a:t>
            </a:fld>
            <a:endParaRPr lang="vi-VN"/>
          </a:p>
        </p:txBody>
      </p:sp>
    </p:spTree>
    <p:extLst>
      <p:ext uri="{BB962C8B-B14F-4D97-AF65-F5344CB8AC3E}">
        <p14:creationId xmlns:p14="http://schemas.microsoft.com/office/powerpoint/2010/main" val="39000428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30583C4-3FCE-48CA-9560-EE50820607E0}" type="slidenum">
              <a:rPr lang="vi-VN" smtClean="0"/>
              <a:t>1</a:t>
            </a:fld>
            <a:endParaRPr lang="vi-VN"/>
          </a:p>
        </p:txBody>
      </p:sp>
    </p:spTree>
    <p:extLst>
      <p:ext uri="{BB962C8B-B14F-4D97-AF65-F5344CB8AC3E}">
        <p14:creationId xmlns:p14="http://schemas.microsoft.com/office/powerpoint/2010/main" val="1850114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30583C4-3FCE-48CA-9560-EE50820607E0}" type="slidenum">
              <a:rPr lang="vi-VN" smtClean="0"/>
              <a:t>3</a:t>
            </a:fld>
            <a:endParaRPr lang="vi-VN"/>
          </a:p>
        </p:txBody>
      </p:sp>
    </p:spTree>
    <p:extLst>
      <p:ext uri="{BB962C8B-B14F-4D97-AF65-F5344CB8AC3E}">
        <p14:creationId xmlns:p14="http://schemas.microsoft.com/office/powerpoint/2010/main" val="509419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30583C4-3FCE-48CA-9560-EE50820607E0}" type="slidenum">
              <a:rPr lang="vi-VN" smtClean="0"/>
              <a:t>6</a:t>
            </a:fld>
            <a:endParaRPr lang="vi-VN"/>
          </a:p>
        </p:txBody>
      </p:sp>
    </p:spTree>
    <p:extLst>
      <p:ext uri="{BB962C8B-B14F-4D97-AF65-F5344CB8AC3E}">
        <p14:creationId xmlns:p14="http://schemas.microsoft.com/office/powerpoint/2010/main" val="11501516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30583C4-3FCE-48CA-9560-EE50820607E0}" type="slidenum">
              <a:rPr lang="vi-VN" smtClean="0"/>
              <a:t>7</a:t>
            </a:fld>
            <a:endParaRPr lang="vi-VN"/>
          </a:p>
        </p:txBody>
      </p:sp>
    </p:spTree>
    <p:extLst>
      <p:ext uri="{BB962C8B-B14F-4D97-AF65-F5344CB8AC3E}">
        <p14:creationId xmlns:p14="http://schemas.microsoft.com/office/powerpoint/2010/main" val="10714920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30583C4-3FCE-48CA-9560-EE50820607E0}" type="slidenum">
              <a:rPr lang="vi-VN" smtClean="0"/>
              <a:t>9</a:t>
            </a:fld>
            <a:endParaRPr lang="vi-VN"/>
          </a:p>
        </p:txBody>
      </p:sp>
    </p:spTree>
    <p:extLst>
      <p:ext uri="{BB962C8B-B14F-4D97-AF65-F5344CB8AC3E}">
        <p14:creationId xmlns:p14="http://schemas.microsoft.com/office/powerpoint/2010/main" val="12063276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2BB6F7-EA2E-4718-A2B2-E178049B3007}" type="slidenum">
              <a:rPr lang="en-US" smtClean="0"/>
              <a:t>21</a:t>
            </a:fld>
            <a:endParaRPr lang="en-US"/>
          </a:p>
        </p:txBody>
      </p:sp>
    </p:spTree>
    <p:extLst>
      <p:ext uri="{BB962C8B-B14F-4D97-AF65-F5344CB8AC3E}">
        <p14:creationId xmlns:p14="http://schemas.microsoft.com/office/powerpoint/2010/main" val="4092126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30583C4-3FCE-48CA-9560-EE50820607E0}" type="slidenum">
              <a:rPr lang="vi-VN" smtClean="0"/>
              <a:t>33</a:t>
            </a:fld>
            <a:endParaRPr lang="vi-VN"/>
          </a:p>
        </p:txBody>
      </p:sp>
    </p:spTree>
    <p:extLst>
      <p:ext uri="{BB962C8B-B14F-4D97-AF65-F5344CB8AC3E}">
        <p14:creationId xmlns:p14="http://schemas.microsoft.com/office/powerpoint/2010/main" val="2833852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30583C4-3FCE-48CA-9560-EE50820607E0}" type="slidenum">
              <a:rPr lang="vi-VN" smtClean="0"/>
              <a:t>40</a:t>
            </a:fld>
            <a:endParaRPr lang="vi-VN"/>
          </a:p>
        </p:txBody>
      </p:sp>
    </p:spTree>
    <p:extLst>
      <p:ext uri="{BB962C8B-B14F-4D97-AF65-F5344CB8AC3E}">
        <p14:creationId xmlns:p14="http://schemas.microsoft.com/office/powerpoint/2010/main" val="14117947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583C4-3FCE-48CA-9560-EE50820607E0}" type="slidenum">
              <a:rPr lang="vi-VN" smtClean="0"/>
              <a:t>44</a:t>
            </a:fld>
            <a:endParaRPr lang="vi-VN"/>
          </a:p>
        </p:txBody>
      </p:sp>
    </p:spTree>
    <p:extLst>
      <p:ext uri="{BB962C8B-B14F-4D97-AF65-F5344CB8AC3E}">
        <p14:creationId xmlns:p14="http://schemas.microsoft.com/office/powerpoint/2010/main" val="85917320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3B402EB5-FB2E-45C9-AB09-FB6FED78D7F7}"/>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rot="5400000">
            <a:off x="3651620" y="-1682378"/>
            <a:ext cx="4888757" cy="12191999"/>
          </a:xfrm>
          <a:prstGeom prst="rect">
            <a:avLst/>
          </a:prstGeom>
        </p:spPr>
      </p:pic>
      <p:sp>
        <p:nvSpPr>
          <p:cNvPr id="22" name="Title 1">
            <a:extLst>
              <a:ext uri="{FF2B5EF4-FFF2-40B4-BE49-F238E27FC236}">
                <a16:creationId xmlns:a16="http://schemas.microsoft.com/office/drawing/2014/main" id="{40AF2508-4915-4EE3-BC60-FE7D35D0454F}"/>
              </a:ext>
            </a:extLst>
          </p:cNvPr>
          <p:cNvSpPr>
            <a:spLocks noGrp="1"/>
          </p:cNvSpPr>
          <p:nvPr>
            <p:ph type="ctrTitle" hasCustomPrompt="1"/>
          </p:nvPr>
        </p:nvSpPr>
        <p:spPr>
          <a:xfrm>
            <a:off x="1524000" y="3061360"/>
            <a:ext cx="9144000" cy="1325880"/>
          </a:xfrm>
        </p:spPr>
        <p:txBody>
          <a:bodyPr anchor="b">
            <a:normAutofit/>
          </a:bodyPr>
          <a:lstStyle>
            <a:lvl1pPr algn="ctr">
              <a:defRPr sz="5400"/>
            </a:lvl1pPr>
          </a:lstStyle>
          <a:p>
            <a:r>
              <a:rPr lang="en-US" dirty="0"/>
              <a:t>Click </a:t>
            </a:r>
            <a:r>
              <a:rPr lang="en-US"/>
              <a:t>to add title</a:t>
            </a:r>
            <a:endParaRPr lang="en-US" dirty="0"/>
          </a:p>
        </p:txBody>
      </p:sp>
      <p:pic>
        <p:nvPicPr>
          <p:cNvPr id="2" name="Hình ảnh 1">
            <a:extLst>
              <a:ext uri="{FF2B5EF4-FFF2-40B4-BE49-F238E27FC236}">
                <a16:creationId xmlns:a16="http://schemas.microsoft.com/office/drawing/2014/main" id="{A5A5A022-65A7-96C0-D3BE-C21573DCD907}"/>
              </a:ext>
            </a:extLst>
          </p:cNvPr>
          <p:cNvPicPr>
            <a:picLocks noChangeAspect="1"/>
          </p:cNvPicPr>
          <p:nvPr userDrawn="1"/>
        </p:nvPicPr>
        <p:blipFill>
          <a:blip r:embed="rId3"/>
          <a:stretch>
            <a:fillRect/>
          </a:stretch>
        </p:blipFill>
        <p:spPr>
          <a:xfrm>
            <a:off x="4007768" y="852831"/>
            <a:ext cx="4176464" cy="2144121"/>
          </a:xfrm>
          <a:prstGeom prst="rect">
            <a:avLst/>
          </a:prstGeom>
        </p:spPr>
      </p:pic>
    </p:spTree>
    <p:extLst>
      <p:ext uri="{BB962C8B-B14F-4D97-AF65-F5344CB8AC3E}">
        <p14:creationId xmlns:p14="http://schemas.microsoft.com/office/powerpoint/2010/main" val="10231873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9_Content with Caption">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3" name="Hình ảnh 4">
            <a:extLst>
              <a:ext uri="{FF2B5EF4-FFF2-40B4-BE49-F238E27FC236}">
                <a16:creationId xmlns:a16="http://schemas.microsoft.com/office/drawing/2014/main" id="{6A79D691-C6E9-4F6B-AB1A-A2B56A9796E7}"/>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488488" y="44624"/>
            <a:ext cx="1296144" cy="931604"/>
          </a:xfrm>
          <a:prstGeom prst="rect">
            <a:avLst/>
          </a:prstGeom>
        </p:spPr>
      </p:pic>
    </p:spTree>
    <p:extLst>
      <p:ext uri="{BB962C8B-B14F-4D97-AF65-F5344CB8AC3E}">
        <p14:creationId xmlns:p14="http://schemas.microsoft.com/office/powerpoint/2010/main" val="13235894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3" name="Hình ảnh 4">
            <a:extLst>
              <a:ext uri="{FF2B5EF4-FFF2-40B4-BE49-F238E27FC236}">
                <a16:creationId xmlns:a16="http://schemas.microsoft.com/office/drawing/2014/main" id="{C9D2EFAE-D7F5-4C00-9F5C-FAAF797357A6}"/>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632504" y="116632"/>
            <a:ext cx="1396329" cy="1003612"/>
          </a:xfrm>
          <a:prstGeom prst="rect">
            <a:avLst/>
          </a:prstGeom>
        </p:spPr>
      </p:pic>
    </p:spTree>
    <p:extLst>
      <p:ext uri="{BB962C8B-B14F-4D97-AF65-F5344CB8AC3E}">
        <p14:creationId xmlns:p14="http://schemas.microsoft.com/office/powerpoint/2010/main" val="35808517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6_Content with Caption">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3" name="Hình ảnh 4">
            <a:extLst>
              <a:ext uri="{FF2B5EF4-FFF2-40B4-BE49-F238E27FC236}">
                <a16:creationId xmlns:a16="http://schemas.microsoft.com/office/drawing/2014/main" id="{01DDA42F-3BDF-4363-841B-42BC1DEB31C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416480" y="379529"/>
            <a:ext cx="1296144" cy="931604"/>
          </a:xfrm>
          <a:prstGeom prst="rect">
            <a:avLst/>
          </a:prstGeom>
        </p:spPr>
      </p:pic>
    </p:spTree>
    <p:extLst>
      <p:ext uri="{BB962C8B-B14F-4D97-AF65-F5344CB8AC3E}">
        <p14:creationId xmlns:p14="http://schemas.microsoft.com/office/powerpoint/2010/main" val="3539554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3B2E9-C035-4E30-97FB-3AF4BB95251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04D2120-67DE-4FD0-9371-96229FD846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C45F957-EE39-4333-9699-8A49226C6E2A}"/>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86899D6D-A3E9-4C4E-B0DD-815BD81E3F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C70296-D6C7-44FB-A452-FFADFBD87639}"/>
              </a:ext>
            </a:extLst>
          </p:cNvPr>
          <p:cNvSpPr>
            <a:spLocks noGrp="1"/>
          </p:cNvSpPr>
          <p:nvPr>
            <p:ph type="sldNum" sz="quarter" idx="12"/>
          </p:nvPr>
        </p:nvSpPr>
        <p:spPr/>
        <p:txBody>
          <a:bodyPr/>
          <a:lstStyle/>
          <a:p>
            <a:fld id="{A3328B78-4AF5-4800-9879-29DA5946FE8A}" type="slidenum">
              <a:rPr lang="en-US" smtClean="0"/>
              <a:t>‹#›</a:t>
            </a:fld>
            <a:endParaRPr lang="en-US"/>
          </a:p>
        </p:txBody>
      </p:sp>
    </p:spTree>
    <p:extLst>
      <p:ext uri="{BB962C8B-B14F-4D97-AF65-F5344CB8AC3E}">
        <p14:creationId xmlns:p14="http://schemas.microsoft.com/office/powerpoint/2010/main" val="21819483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F8E58-E803-4D9F-AE87-A421ADB1A92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2FDF15-B1CE-4235-AAA8-BABA9AE39FD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E70B45-F1D9-4B1A-8EB9-DA50F744A3D9}"/>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51A5615F-7D5A-48C9-97B0-73DB392DEE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0AB176-52CD-4EC7-8F71-68C796F052BD}"/>
              </a:ext>
            </a:extLst>
          </p:cNvPr>
          <p:cNvSpPr>
            <a:spLocks noGrp="1"/>
          </p:cNvSpPr>
          <p:nvPr>
            <p:ph type="sldNum" sz="quarter" idx="12"/>
          </p:nvPr>
        </p:nvSpPr>
        <p:spPr/>
        <p:txBody>
          <a:bodyPr/>
          <a:lstStyle/>
          <a:p>
            <a:fld id="{A3328B78-4AF5-4800-9879-29DA5946FE8A}" type="slidenum">
              <a:rPr lang="en-US" smtClean="0"/>
              <a:t>‹#›</a:t>
            </a:fld>
            <a:endParaRPr lang="en-US"/>
          </a:p>
        </p:txBody>
      </p:sp>
    </p:spTree>
    <p:extLst>
      <p:ext uri="{BB962C8B-B14F-4D97-AF65-F5344CB8AC3E}">
        <p14:creationId xmlns:p14="http://schemas.microsoft.com/office/powerpoint/2010/main" val="38222495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93434-ECD9-4194-92F6-A1655DBFC0E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F9E40E3-0627-4533-BB67-7BEECD93153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FED9FB58-9C88-4BDB-9D6E-60FCC2C8EA4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6F80F36E-2BE6-43DA-8027-BD5163C875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19677B-C2EE-46F5-A503-19FB2B6A2B57}"/>
              </a:ext>
            </a:extLst>
          </p:cNvPr>
          <p:cNvSpPr>
            <a:spLocks noGrp="1"/>
          </p:cNvSpPr>
          <p:nvPr>
            <p:ph type="sldNum" sz="quarter" idx="12"/>
          </p:nvPr>
        </p:nvSpPr>
        <p:spPr/>
        <p:txBody>
          <a:bodyPr/>
          <a:lstStyle/>
          <a:p>
            <a:fld id="{A3328B78-4AF5-4800-9879-29DA5946FE8A}" type="slidenum">
              <a:rPr lang="en-US" smtClean="0"/>
              <a:t>‹#›</a:t>
            </a:fld>
            <a:endParaRPr lang="en-US"/>
          </a:p>
        </p:txBody>
      </p:sp>
    </p:spTree>
    <p:extLst>
      <p:ext uri="{BB962C8B-B14F-4D97-AF65-F5344CB8AC3E}">
        <p14:creationId xmlns:p14="http://schemas.microsoft.com/office/powerpoint/2010/main" val="41035280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DFFB2-4D5F-4CC2-85B1-B0D7B1F0558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459AF57-637E-4CA9-B25A-76982D21354A}"/>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125A2A-D846-4975-80CD-7AB3F1FF40E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138CF79-8CD2-44AD-8ACE-CB2A5C52949F}"/>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82BA97FE-5568-4643-BF40-AFBB6E5775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EC37D7-9F97-46E1-9B09-371E69BBB3B5}"/>
              </a:ext>
            </a:extLst>
          </p:cNvPr>
          <p:cNvSpPr>
            <a:spLocks noGrp="1"/>
          </p:cNvSpPr>
          <p:nvPr>
            <p:ph type="sldNum" sz="quarter" idx="12"/>
          </p:nvPr>
        </p:nvSpPr>
        <p:spPr/>
        <p:txBody>
          <a:bodyPr/>
          <a:lstStyle/>
          <a:p>
            <a:fld id="{A3328B78-4AF5-4800-9879-29DA5946FE8A}" type="slidenum">
              <a:rPr lang="en-US" smtClean="0"/>
              <a:t>‹#›</a:t>
            </a:fld>
            <a:endParaRPr lang="en-US"/>
          </a:p>
        </p:txBody>
      </p:sp>
    </p:spTree>
    <p:extLst>
      <p:ext uri="{BB962C8B-B14F-4D97-AF65-F5344CB8AC3E}">
        <p14:creationId xmlns:p14="http://schemas.microsoft.com/office/powerpoint/2010/main" val="8916506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7D6F5-92E9-438D-A71E-5DFC33CF157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D7495F3-070F-4A06-8211-594D65D2B56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122B393-4F26-4B4C-B99B-5A980D1C75CE}"/>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D933B7A-2D18-4395-B592-0C6DC5C9B0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C3263E8-405D-4998-8A95-192F2D15B8CE}"/>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BD30ED9-7711-4CB9-8B5B-08470432341D}"/>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5F683F5B-174D-49A0-875E-994A6205B39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1BF267B-2ED6-47DF-AA7F-E2606FDAA438}"/>
              </a:ext>
            </a:extLst>
          </p:cNvPr>
          <p:cNvSpPr>
            <a:spLocks noGrp="1"/>
          </p:cNvSpPr>
          <p:nvPr>
            <p:ph type="sldNum" sz="quarter" idx="12"/>
          </p:nvPr>
        </p:nvSpPr>
        <p:spPr/>
        <p:txBody>
          <a:bodyPr/>
          <a:lstStyle/>
          <a:p>
            <a:fld id="{A3328B78-4AF5-4800-9879-29DA5946FE8A}" type="slidenum">
              <a:rPr lang="en-US" smtClean="0"/>
              <a:t>‹#›</a:t>
            </a:fld>
            <a:endParaRPr lang="en-US"/>
          </a:p>
        </p:txBody>
      </p:sp>
    </p:spTree>
    <p:extLst>
      <p:ext uri="{BB962C8B-B14F-4D97-AF65-F5344CB8AC3E}">
        <p14:creationId xmlns:p14="http://schemas.microsoft.com/office/powerpoint/2010/main" val="22894363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857BE-3FE7-4967-83D7-A7C619D00FF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6CA2602-C939-462C-A6DD-0BF2086B3FD5}"/>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A5197E4A-8DBC-47CE-9402-DE8020B6113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BAC552F-51FA-4B93-801A-C071C09E8F2A}"/>
              </a:ext>
            </a:extLst>
          </p:cNvPr>
          <p:cNvSpPr>
            <a:spLocks noGrp="1"/>
          </p:cNvSpPr>
          <p:nvPr>
            <p:ph type="sldNum" sz="quarter" idx="12"/>
          </p:nvPr>
        </p:nvSpPr>
        <p:spPr/>
        <p:txBody>
          <a:bodyPr/>
          <a:lstStyle/>
          <a:p>
            <a:fld id="{A3328B78-4AF5-4800-9879-29DA5946FE8A}" type="slidenum">
              <a:rPr lang="en-US" smtClean="0"/>
              <a:t>‹#›</a:t>
            </a:fld>
            <a:endParaRPr lang="en-US"/>
          </a:p>
        </p:txBody>
      </p:sp>
    </p:spTree>
    <p:extLst>
      <p:ext uri="{BB962C8B-B14F-4D97-AF65-F5344CB8AC3E}">
        <p14:creationId xmlns:p14="http://schemas.microsoft.com/office/powerpoint/2010/main" val="6415474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154E46-F2C9-4BB4-890E-F14B20D8AFA3}"/>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EB6BE3C2-6761-4EEC-AED6-54846D5A118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92E7364-6F87-4C59-99A6-5FC6A8F381E8}"/>
              </a:ext>
            </a:extLst>
          </p:cNvPr>
          <p:cNvSpPr>
            <a:spLocks noGrp="1"/>
          </p:cNvSpPr>
          <p:nvPr>
            <p:ph type="sldNum" sz="quarter" idx="12"/>
          </p:nvPr>
        </p:nvSpPr>
        <p:spPr/>
        <p:txBody>
          <a:bodyPr/>
          <a:lstStyle/>
          <a:p>
            <a:fld id="{A3328B78-4AF5-4800-9879-29DA5946FE8A}" type="slidenum">
              <a:rPr lang="en-US" smtClean="0"/>
              <a:t>‹#›</a:t>
            </a:fld>
            <a:endParaRPr lang="en-US"/>
          </a:p>
        </p:txBody>
      </p:sp>
    </p:spTree>
    <p:extLst>
      <p:ext uri="{BB962C8B-B14F-4D97-AF65-F5344CB8AC3E}">
        <p14:creationId xmlns:p14="http://schemas.microsoft.com/office/powerpoint/2010/main" val="7672307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E0709-56BA-4773-883C-82ACDB293C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FEE1166-2C7F-466D-B7EA-5D765BC637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F531CAC-AE13-4441-B63A-1DDD620FD6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0B59CD2-67AB-4596-9501-055A7DED1B93}"/>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F215E7AC-F026-414F-A85E-58EEA29400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7DC47F-9402-4A74-B51C-51F166BCBA3C}"/>
              </a:ext>
            </a:extLst>
          </p:cNvPr>
          <p:cNvSpPr>
            <a:spLocks noGrp="1"/>
          </p:cNvSpPr>
          <p:nvPr>
            <p:ph type="sldNum" sz="quarter" idx="12"/>
          </p:nvPr>
        </p:nvSpPr>
        <p:spPr/>
        <p:txBody>
          <a:bodyPr/>
          <a:lstStyle/>
          <a:p>
            <a:fld id="{A3328B78-4AF5-4800-9879-29DA5946FE8A}" type="slidenum">
              <a:rPr lang="en-US" smtClean="0"/>
              <a:t>‹#›</a:t>
            </a:fld>
            <a:endParaRPr lang="en-US"/>
          </a:p>
        </p:txBody>
      </p:sp>
    </p:spTree>
    <p:extLst>
      <p:ext uri="{BB962C8B-B14F-4D97-AF65-F5344CB8AC3E}">
        <p14:creationId xmlns:p14="http://schemas.microsoft.com/office/powerpoint/2010/main" val="37435637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3E868-5AF2-440A-B6D6-D105EC2ABE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307890D-5362-4C94-A7D5-56AB4B591FF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A8AF393-AAF4-4FFE-9D2C-0FB774D7B7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0C2DB89-4E1E-496A-8121-304919C3DE50}"/>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E82763B2-82C7-48CE-96CB-B50589A14F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3F52DB6-4A7C-425C-94F4-3E79074CA3D5}"/>
              </a:ext>
            </a:extLst>
          </p:cNvPr>
          <p:cNvSpPr>
            <a:spLocks noGrp="1"/>
          </p:cNvSpPr>
          <p:nvPr>
            <p:ph type="sldNum" sz="quarter" idx="12"/>
          </p:nvPr>
        </p:nvSpPr>
        <p:spPr/>
        <p:txBody>
          <a:bodyPr/>
          <a:lstStyle/>
          <a:p>
            <a:fld id="{A3328B78-4AF5-4800-9879-29DA5946FE8A}" type="slidenum">
              <a:rPr lang="en-US" smtClean="0"/>
              <a:t>‹#›</a:t>
            </a:fld>
            <a:endParaRPr lang="en-US"/>
          </a:p>
        </p:txBody>
      </p:sp>
    </p:spTree>
    <p:extLst>
      <p:ext uri="{BB962C8B-B14F-4D97-AF65-F5344CB8AC3E}">
        <p14:creationId xmlns:p14="http://schemas.microsoft.com/office/powerpoint/2010/main" val="10423300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918CE-2E40-45A0-BBD9-9A8D8B4BDA9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C790ABE-BCDF-4533-ACF1-552767999331}"/>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0D4227-9754-4AB3-826B-8B0DDCAA3B44}"/>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4A445400-8B24-4A16-859A-C9DAA53DE2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B2B3A8-F47E-483C-8992-E102DB0A664E}"/>
              </a:ext>
            </a:extLst>
          </p:cNvPr>
          <p:cNvSpPr>
            <a:spLocks noGrp="1"/>
          </p:cNvSpPr>
          <p:nvPr>
            <p:ph type="sldNum" sz="quarter" idx="12"/>
          </p:nvPr>
        </p:nvSpPr>
        <p:spPr/>
        <p:txBody>
          <a:bodyPr/>
          <a:lstStyle/>
          <a:p>
            <a:fld id="{A3328B78-4AF5-4800-9879-29DA5946FE8A}" type="slidenum">
              <a:rPr lang="en-US" smtClean="0"/>
              <a:t>‹#›</a:t>
            </a:fld>
            <a:endParaRPr lang="en-US"/>
          </a:p>
        </p:txBody>
      </p:sp>
    </p:spTree>
    <p:extLst>
      <p:ext uri="{BB962C8B-B14F-4D97-AF65-F5344CB8AC3E}">
        <p14:creationId xmlns:p14="http://schemas.microsoft.com/office/powerpoint/2010/main" val="30114362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61456C-E456-45A5-81C3-8BD7B734756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DFCD03D-4E70-47D3-8E84-86EED626463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2509DC-1F8A-497E-B7C4-0919D2C12093}"/>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934C4573-ED69-4B4E-92E7-39AD2D9DD2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959DEB-8215-4011-8DB9-C93684FE575B}"/>
              </a:ext>
            </a:extLst>
          </p:cNvPr>
          <p:cNvSpPr>
            <a:spLocks noGrp="1"/>
          </p:cNvSpPr>
          <p:nvPr>
            <p:ph type="sldNum" sz="quarter" idx="12"/>
          </p:nvPr>
        </p:nvSpPr>
        <p:spPr/>
        <p:txBody>
          <a:bodyPr/>
          <a:lstStyle/>
          <a:p>
            <a:fld id="{A3328B78-4AF5-4800-9879-29DA5946FE8A}" type="slidenum">
              <a:rPr lang="en-US" smtClean="0"/>
              <a:t>‹#›</a:t>
            </a:fld>
            <a:endParaRPr lang="en-US"/>
          </a:p>
        </p:txBody>
      </p:sp>
    </p:spTree>
    <p:extLst>
      <p:ext uri="{BB962C8B-B14F-4D97-AF65-F5344CB8AC3E}">
        <p14:creationId xmlns:p14="http://schemas.microsoft.com/office/powerpoint/2010/main" val="295872441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148629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2998033"/>
            <a:ext cx="10515600" cy="317893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cs typeface="Times New Roman" panose="02020603050405020304" pitchFamily="18" charset="0"/>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cs typeface="Times New Roman" panose="02020603050405020304" pitchFamily="18" charset="0"/>
              </a:defRPr>
            </a:lvl1pPr>
          </a:lstStyle>
          <a:p>
            <a:fld id="{7D1F73D0-75E4-E44C-9793-91CFC617ABC9}" type="slidenum">
              <a:rPr lang="en-US" smtClean="0"/>
              <a:pPr/>
              <a:t>‹#›</a:t>
            </a:fld>
            <a:endParaRPr lang="en-US"/>
          </a:p>
        </p:txBody>
      </p:sp>
    </p:spTree>
    <p:extLst>
      <p:ext uri="{BB962C8B-B14F-4D97-AF65-F5344CB8AC3E}">
        <p14:creationId xmlns:p14="http://schemas.microsoft.com/office/powerpoint/2010/main" val="3810742492"/>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80" r:id="rId4"/>
  </p:sldLayoutIdLst>
  <p:hf hdr="0" ftr="0" dt="0"/>
  <p:txStyles>
    <p:titleStyle>
      <a:lvl1pPr algn="l" defTabSz="914400" rtl="0" eaLnBrk="1" latinLnBrk="0" hangingPunct="1">
        <a:lnSpc>
          <a:spcPct val="90000"/>
        </a:lnSpc>
        <a:spcBef>
          <a:spcPct val="0"/>
        </a:spcBef>
        <a:buNone/>
        <a:defRPr sz="4400" kern="1200">
          <a:solidFill>
            <a:srgbClr val="EE393B"/>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a:buChar char="•"/>
        <a:defRPr sz="2800" kern="1200">
          <a:solidFill>
            <a:srgbClr val="0784C4"/>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a:buChar char="•"/>
        <a:defRPr sz="2400" kern="1200">
          <a:solidFill>
            <a:srgbClr val="0784C4"/>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a:buChar char="•"/>
        <a:defRPr sz="2000" kern="1200">
          <a:solidFill>
            <a:srgbClr val="0784C4"/>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a:buChar char="•"/>
        <a:defRPr sz="1800" kern="1200">
          <a:solidFill>
            <a:srgbClr val="0784C4"/>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a:buChar char="•"/>
        <a:defRPr sz="1800" kern="1200">
          <a:solidFill>
            <a:srgbClr val="0784C4"/>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3DDB30-22BF-459A-AD27-731A1060FB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4E66414-D043-4CE7-95CC-0836F0721F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101ADD-8FED-4529-A274-7102D08F16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8ECDF575-EAC2-4E78-BCC0-CD92C70AE4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69B6555-6AE0-4DF3-90AC-3CBBD0C375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3328B78-4AF5-4800-9879-29DA5946FE8A}" type="slidenum">
              <a:rPr lang="en-US" smtClean="0"/>
              <a:t>‹#›</a:t>
            </a:fld>
            <a:endParaRPr lang="en-US"/>
          </a:p>
        </p:txBody>
      </p:sp>
    </p:spTree>
    <p:extLst>
      <p:ext uri="{BB962C8B-B14F-4D97-AF65-F5344CB8AC3E}">
        <p14:creationId xmlns:p14="http://schemas.microsoft.com/office/powerpoint/2010/main" val="3512725526"/>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jpeg"/><Relationship Id="rId4" Type="http://schemas.openxmlformats.org/officeDocument/2006/relationships/image" Target="../media/image11.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jpeg"/><Relationship Id="rId4" Type="http://schemas.openxmlformats.org/officeDocument/2006/relationships/image" Target="../media/image11.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hyperlink" Target="https://khaibaoyte.vietsov.com.vn/" TargetMode="Externa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 Id="rId5" Type="http://schemas.openxmlformats.org/officeDocument/2006/relationships/image" Target="../media/image19.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3.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jpeg"/></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3.xml"/><Relationship Id="rId5" Type="http://schemas.openxmlformats.org/officeDocument/2006/relationships/image" Target="../media/image34.jpeg"/><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jpeg"/><Relationship Id="rId4" Type="http://schemas.openxmlformats.org/officeDocument/2006/relationships/image" Target="../media/image11.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46.emf"/><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jpeg"/><Relationship Id="rId4" Type="http://schemas.openxmlformats.org/officeDocument/2006/relationships/image" Target="../media/image11.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C73DD6AF-6470-42EF-9AFC-25BFE8525F9F}"/>
              </a:ext>
            </a:extLst>
          </p:cNvPr>
          <p:cNvSpPr txBox="1"/>
          <p:nvPr/>
        </p:nvSpPr>
        <p:spPr>
          <a:xfrm>
            <a:off x="983432" y="1229994"/>
            <a:ext cx="11017224" cy="1671355"/>
          </a:xfrm>
          <a:prstGeom prst="rect">
            <a:avLst/>
          </a:prstGeom>
          <a:noFill/>
        </p:spPr>
        <p:txBody>
          <a:bodyPr wrap="square" rtlCol="0">
            <a:spAutoFit/>
          </a:bodyPr>
          <a:lstStyle/>
          <a:p>
            <a:pPr algn="ctr">
              <a:lnSpc>
                <a:spcPct val="150000"/>
              </a:lnSpc>
              <a:defRPr/>
            </a:pPr>
            <a:r>
              <a:rPr lang="vi-VN" sz="4200" b="1" dirty="0">
                <a:solidFill>
                  <a:schemeClr val="bg1"/>
                </a:solidFill>
                <a:latin typeface="Times New Roman" panose="02020603050405020304" pitchFamily="18" charset="0"/>
                <a:cs typeface="Times New Roman" panose="02020603050405020304" pitchFamily="18" charset="0"/>
              </a:rPr>
              <a:t>HỘI THẢO </a:t>
            </a:r>
            <a:endParaRPr lang="en-US" sz="4200" b="1" dirty="0">
              <a:solidFill>
                <a:schemeClr val="bg1"/>
              </a:solidFill>
              <a:latin typeface="Times New Roman" panose="02020603050405020304" pitchFamily="18" charset="0"/>
              <a:cs typeface="Times New Roman" panose="02020603050405020304" pitchFamily="18" charset="0"/>
            </a:endParaRPr>
          </a:p>
          <a:p>
            <a:pPr algn="ctr">
              <a:lnSpc>
                <a:spcPct val="150000"/>
              </a:lnSpc>
              <a:defRPr/>
            </a:pPr>
            <a:r>
              <a:rPr lang="vi-VN" sz="3000" b="1" dirty="0">
                <a:solidFill>
                  <a:schemeClr val="bg1"/>
                </a:solidFill>
                <a:latin typeface="Times New Roman" panose="02020603050405020304" pitchFamily="18" charset="0"/>
                <a:cs typeface="Times New Roman" panose="02020603050405020304" pitchFamily="18" charset="0"/>
              </a:rPr>
              <a:t>CÔNG TÁC BDSC </a:t>
            </a:r>
            <a:r>
              <a:rPr lang="en-US" sz="3000" b="1" dirty="0">
                <a:solidFill>
                  <a:schemeClr val="bg1"/>
                </a:solidFill>
                <a:latin typeface="Times New Roman" panose="02020603050405020304" pitchFamily="18" charset="0"/>
                <a:cs typeface="Times New Roman" panose="02020603050405020304" pitchFamily="18" charset="0"/>
              </a:rPr>
              <a:t>TRONG </a:t>
            </a:r>
            <a:r>
              <a:rPr lang="vi-VN" sz="3000" b="1" dirty="0">
                <a:solidFill>
                  <a:schemeClr val="bg1"/>
                </a:solidFill>
                <a:latin typeface="Times New Roman" panose="02020603050405020304" pitchFamily="18" charset="0"/>
                <a:cs typeface="Times New Roman" panose="02020603050405020304" pitchFamily="18" charset="0"/>
              </a:rPr>
              <a:t>DỪNG GIÀN</a:t>
            </a:r>
            <a:r>
              <a:rPr lang="en-US" sz="3000" b="1" dirty="0">
                <a:solidFill>
                  <a:schemeClr val="bg1"/>
                </a:solidFill>
                <a:latin typeface="Times New Roman" panose="02020603050405020304" pitchFamily="18" charset="0"/>
                <a:cs typeface="Times New Roman" panose="02020603050405020304" pitchFamily="18" charset="0"/>
              </a:rPr>
              <a:t> </a:t>
            </a:r>
            <a:r>
              <a:rPr lang="vi-VN" sz="3000" b="1" dirty="0">
                <a:solidFill>
                  <a:schemeClr val="bg1"/>
                </a:solidFill>
                <a:latin typeface="Times New Roman" panose="02020603050405020304" pitchFamily="18" charset="0"/>
                <a:cs typeface="Times New Roman" panose="02020603050405020304" pitchFamily="18" charset="0"/>
              </a:rPr>
              <a:t>DGCP </a:t>
            </a:r>
            <a:r>
              <a:rPr lang="en-US" sz="3000" b="1" dirty="0">
                <a:solidFill>
                  <a:schemeClr val="bg1"/>
                </a:solidFill>
                <a:latin typeface="Times New Roman" panose="02020603050405020304" pitchFamily="18" charset="0"/>
                <a:cs typeface="Times New Roman" panose="02020603050405020304" pitchFamily="18" charset="0"/>
              </a:rPr>
              <a:t>NĂM </a:t>
            </a:r>
            <a:r>
              <a:rPr lang="vi-VN" sz="3000" b="1" dirty="0">
                <a:solidFill>
                  <a:schemeClr val="bg1"/>
                </a:solidFill>
                <a:latin typeface="Times New Roman" panose="02020603050405020304" pitchFamily="18" charset="0"/>
                <a:cs typeface="Times New Roman" panose="02020603050405020304" pitchFamily="18" charset="0"/>
              </a:rPr>
              <a:t>2026</a:t>
            </a:r>
            <a:endParaRPr lang="en-US" altLang="en-US" sz="3000" b="1"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F90642EF-F279-453C-8603-441D8F212EF0}"/>
              </a:ext>
            </a:extLst>
          </p:cNvPr>
          <p:cNvSpPr txBox="1"/>
          <p:nvPr/>
        </p:nvSpPr>
        <p:spPr>
          <a:xfrm>
            <a:off x="3251684" y="5949280"/>
            <a:ext cx="5688632" cy="338554"/>
          </a:xfrm>
          <a:prstGeom prst="rect">
            <a:avLst/>
          </a:prstGeom>
          <a:noFill/>
        </p:spPr>
        <p:txBody>
          <a:bodyPr wrap="square" rtlCol="0">
            <a:spAutoFit/>
          </a:bodyPr>
          <a:lstStyle/>
          <a:p>
            <a:pPr algn="ctr"/>
            <a:r>
              <a:rPr lang="en-US" sz="1600" b="1" i="1" dirty="0">
                <a:solidFill>
                  <a:schemeClr val="bg1"/>
                </a:solidFill>
                <a:latin typeface="Times New Roman" panose="02020603050405020304" pitchFamily="18" charset="0"/>
                <a:cs typeface="Times New Roman" panose="02020603050405020304" pitchFamily="18" charset="0"/>
              </a:rPr>
              <a:t>Thành </a:t>
            </a:r>
            <a:r>
              <a:rPr lang="en-US" sz="1600" b="1" i="1" dirty="0" err="1">
                <a:solidFill>
                  <a:schemeClr val="bg1"/>
                </a:solidFill>
                <a:latin typeface="Times New Roman" panose="02020603050405020304" pitchFamily="18" charset="0"/>
                <a:cs typeface="Times New Roman" panose="02020603050405020304" pitchFamily="18" charset="0"/>
              </a:rPr>
              <a:t>phố</a:t>
            </a:r>
            <a:r>
              <a:rPr lang="en-US" sz="1600" b="1" i="1" dirty="0">
                <a:solidFill>
                  <a:schemeClr val="bg1"/>
                </a:solidFill>
                <a:latin typeface="Times New Roman" panose="02020603050405020304" pitchFamily="18" charset="0"/>
                <a:cs typeface="Times New Roman" panose="02020603050405020304" pitchFamily="18" charset="0"/>
              </a:rPr>
              <a:t> Hồ Chí Minh, </a:t>
            </a:r>
            <a:r>
              <a:rPr lang="en-US" sz="1600" b="1" i="1" dirty="0" err="1">
                <a:solidFill>
                  <a:schemeClr val="bg1"/>
                </a:solidFill>
                <a:latin typeface="Times New Roman" panose="02020603050405020304" pitchFamily="18" charset="0"/>
                <a:cs typeface="Times New Roman" panose="02020603050405020304" pitchFamily="18" charset="0"/>
              </a:rPr>
              <a:t>ngày</a:t>
            </a:r>
            <a:r>
              <a:rPr lang="en-US" sz="1600" b="1" i="1" dirty="0">
                <a:solidFill>
                  <a:schemeClr val="bg1"/>
                </a:solidFill>
                <a:latin typeface="Times New Roman" panose="02020603050405020304" pitchFamily="18" charset="0"/>
                <a:cs typeface="Times New Roman" panose="02020603050405020304" pitchFamily="18" charset="0"/>
              </a:rPr>
              <a:t> 7 </a:t>
            </a:r>
            <a:r>
              <a:rPr lang="en-US" sz="1600" b="1" i="1" dirty="0" err="1">
                <a:solidFill>
                  <a:schemeClr val="bg1"/>
                </a:solidFill>
                <a:latin typeface="Times New Roman" panose="02020603050405020304" pitchFamily="18" charset="0"/>
                <a:cs typeface="Times New Roman" panose="02020603050405020304" pitchFamily="18" charset="0"/>
              </a:rPr>
              <a:t>tháng</a:t>
            </a:r>
            <a:r>
              <a:rPr lang="en-US" sz="1600" b="1" i="1" dirty="0">
                <a:solidFill>
                  <a:schemeClr val="bg1"/>
                </a:solidFill>
                <a:latin typeface="Times New Roman" panose="02020603050405020304" pitchFamily="18" charset="0"/>
                <a:cs typeface="Times New Roman" panose="02020603050405020304" pitchFamily="18" charset="0"/>
              </a:rPr>
              <a:t> 10 </a:t>
            </a:r>
            <a:r>
              <a:rPr lang="en-US" sz="1600" b="1" i="1" dirty="0" err="1">
                <a:solidFill>
                  <a:schemeClr val="bg1"/>
                </a:solidFill>
                <a:latin typeface="Times New Roman" panose="02020603050405020304" pitchFamily="18" charset="0"/>
                <a:cs typeface="Times New Roman" panose="02020603050405020304" pitchFamily="18" charset="0"/>
              </a:rPr>
              <a:t>năm</a:t>
            </a:r>
            <a:r>
              <a:rPr lang="en-US" sz="1600" b="1" i="1" dirty="0">
                <a:solidFill>
                  <a:schemeClr val="bg1"/>
                </a:solidFill>
                <a:latin typeface="Times New Roman" panose="02020603050405020304" pitchFamily="18" charset="0"/>
                <a:cs typeface="Times New Roman" panose="02020603050405020304" pitchFamily="18" charset="0"/>
              </a:rPr>
              <a:t> 2026</a:t>
            </a:r>
          </a:p>
        </p:txBody>
      </p:sp>
      <p:pic>
        <p:nvPicPr>
          <p:cNvPr id="1026" name="Picture 2" descr="Có thể là hình ảnh về nhà máy lọc dầu">
            <a:extLst>
              <a:ext uri="{FF2B5EF4-FFF2-40B4-BE49-F238E27FC236}">
                <a16:creationId xmlns:a16="http://schemas.microsoft.com/office/drawing/2014/main" id="{CB8ABA7E-CBA3-4F7D-BF67-AA1285808611}"/>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679915" y="3503740"/>
            <a:ext cx="3182822" cy="2280746"/>
          </a:xfrm>
          <a:prstGeom prst="snip2DiagRect">
            <a:avLst>
              <a:gd name="adj1" fmla="val 27508"/>
              <a:gd name="adj2" fmla="val 27525"/>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1028" name="Picture 4" descr="Giàn nén khí mỏ Rồng đạt mốc sản lượng 5 tỷ m3 khí">
            <a:extLst>
              <a:ext uri="{FF2B5EF4-FFF2-40B4-BE49-F238E27FC236}">
                <a16:creationId xmlns:a16="http://schemas.microsoft.com/office/drawing/2014/main" id="{20614B52-EEAE-4376-8184-78FE4D560EF8}"/>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7537898" y="3356992"/>
            <a:ext cx="3266137" cy="2427494"/>
          </a:xfrm>
          <a:prstGeom prst="snip2DiagRect">
            <a:avLst>
              <a:gd name="adj1" fmla="val 25880"/>
              <a:gd name="adj2" fmla="val 30667"/>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12" name="Picture 11">
            <a:extLst>
              <a:ext uri="{FF2B5EF4-FFF2-40B4-BE49-F238E27FC236}">
                <a16:creationId xmlns:a16="http://schemas.microsoft.com/office/drawing/2014/main" id="{20C8F8F8-E9EB-4989-BEA2-5639CC172BDA}"/>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4204510" y="3456407"/>
            <a:ext cx="2993471" cy="2328079"/>
          </a:xfrm>
          <a:prstGeom prst="snip2DiagRect">
            <a:avLst>
              <a:gd name="adj1" fmla="val 25032"/>
              <a:gd name="adj2" fmla="val 23622"/>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772587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ED50258-21F6-4430-A3DA-19B364F6551F}"/>
              </a:ext>
            </a:extLst>
          </p:cNvPr>
          <p:cNvGrpSpPr/>
          <p:nvPr/>
        </p:nvGrpSpPr>
        <p:grpSpPr>
          <a:xfrm>
            <a:off x="2866870" y="2077823"/>
            <a:ext cx="686995" cy="461665"/>
            <a:chOff x="1785938" y="1811338"/>
            <a:chExt cx="1854200" cy="1319212"/>
          </a:xfrm>
          <a:solidFill>
            <a:schemeClr val="accent6">
              <a:lumMod val="75000"/>
            </a:schemeClr>
          </a:solidFill>
        </p:grpSpPr>
        <p:sp>
          <p:nvSpPr>
            <p:cNvPr id="3" name="Freeform 8">
              <a:extLst>
                <a:ext uri="{FF2B5EF4-FFF2-40B4-BE49-F238E27FC236}">
                  <a16:creationId xmlns:a16="http://schemas.microsoft.com/office/drawing/2014/main" id="{CF5AA9A1-275E-4A6D-8120-2AFCCBCD9AFD}"/>
                </a:ext>
              </a:extLst>
            </p:cNvPr>
            <p:cNvSpPr>
              <a:spLocks/>
            </p:cNvSpPr>
            <p:nvPr/>
          </p:nvSpPr>
          <p:spPr bwMode="auto">
            <a:xfrm>
              <a:off x="3300413" y="2703513"/>
              <a:ext cx="312738" cy="427037"/>
            </a:xfrm>
            <a:custGeom>
              <a:avLst/>
              <a:gdLst>
                <a:gd name="T0" fmla="*/ 82 w 82"/>
                <a:gd name="T1" fmla="*/ 56 h 112"/>
                <a:gd name="T2" fmla="*/ 0 w 82"/>
                <a:gd name="T3" fmla="*/ 112 h 112"/>
                <a:gd name="T4" fmla="*/ 0 w 82"/>
                <a:gd name="T5" fmla="*/ 0 h 112"/>
                <a:gd name="T6" fmla="*/ 82 w 82"/>
                <a:gd name="T7" fmla="*/ 56 h 112"/>
              </a:gdLst>
              <a:ahLst/>
              <a:cxnLst>
                <a:cxn ang="0">
                  <a:pos x="T0" y="T1"/>
                </a:cxn>
                <a:cxn ang="0">
                  <a:pos x="T2" y="T3"/>
                </a:cxn>
                <a:cxn ang="0">
                  <a:pos x="T4" y="T5"/>
                </a:cxn>
                <a:cxn ang="0">
                  <a:pos x="T6" y="T7"/>
                </a:cxn>
              </a:cxnLst>
              <a:rect l="0" t="0" r="r" b="b"/>
              <a:pathLst>
                <a:path w="82" h="112">
                  <a:moveTo>
                    <a:pt x="82" y="56"/>
                  </a:moveTo>
                  <a:cubicBezTo>
                    <a:pt x="69" y="89"/>
                    <a:pt x="37" y="112"/>
                    <a:pt x="0" y="112"/>
                  </a:cubicBezTo>
                  <a:cubicBezTo>
                    <a:pt x="0" y="0"/>
                    <a:pt x="0" y="0"/>
                    <a:pt x="0" y="0"/>
                  </a:cubicBezTo>
                  <a:cubicBezTo>
                    <a:pt x="37" y="0"/>
                    <a:pt x="69" y="23"/>
                    <a:pt x="82"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1">
                <a:defRPr/>
              </a:pPr>
              <a:endParaRPr lang="ru-RU" sz="2400" kern="0">
                <a:solidFill>
                  <a:schemeClr val="bg1"/>
                </a:solidFill>
                <a:latin typeface="Times New Roman" panose="02020603050405020304" pitchFamily="18" charset="0"/>
                <a:cs typeface="Times New Roman" panose="02020603050405020304" pitchFamily="18" charset="0"/>
                <a:sym typeface="+mn-lt"/>
              </a:endParaRPr>
            </a:p>
          </p:txBody>
        </p:sp>
        <p:sp>
          <p:nvSpPr>
            <p:cNvPr id="4" name="Freeform 9">
              <a:extLst>
                <a:ext uri="{FF2B5EF4-FFF2-40B4-BE49-F238E27FC236}">
                  <a16:creationId xmlns:a16="http://schemas.microsoft.com/office/drawing/2014/main" id="{7818CD50-DEE6-4EEE-8134-B89B3DDAD94F}"/>
                </a:ext>
              </a:extLst>
            </p:cNvPr>
            <p:cNvSpPr>
              <a:spLocks/>
            </p:cNvSpPr>
            <p:nvPr/>
          </p:nvSpPr>
          <p:spPr bwMode="auto">
            <a:xfrm>
              <a:off x="1785938" y="1811338"/>
              <a:ext cx="1854200" cy="1212850"/>
            </a:xfrm>
            <a:custGeom>
              <a:avLst/>
              <a:gdLst>
                <a:gd name="T0" fmla="*/ 487 w 487"/>
                <a:gd name="T1" fmla="*/ 89 h 318"/>
                <a:gd name="T2" fmla="*/ 487 w 487"/>
                <a:gd name="T3" fmla="*/ 257 h 318"/>
                <a:gd name="T4" fmla="*/ 480 w 487"/>
                <a:gd name="T5" fmla="*/ 290 h 318"/>
                <a:gd name="T6" fmla="*/ 462 w 487"/>
                <a:gd name="T7" fmla="*/ 318 h 318"/>
                <a:gd name="T8" fmla="*/ 462 w 487"/>
                <a:gd name="T9" fmla="*/ 262 h 318"/>
                <a:gd name="T10" fmla="*/ 398 w 487"/>
                <a:gd name="T11" fmla="*/ 234 h 318"/>
                <a:gd name="T12" fmla="*/ 118 w 487"/>
                <a:gd name="T13" fmla="*/ 234 h 318"/>
                <a:gd name="T14" fmla="*/ 117 w 487"/>
                <a:gd name="T15" fmla="*/ 234 h 318"/>
                <a:gd name="T16" fmla="*/ 0 w 487"/>
                <a:gd name="T17" fmla="*/ 117 h 318"/>
                <a:gd name="T18" fmla="*/ 117 w 487"/>
                <a:gd name="T19" fmla="*/ 0 h 318"/>
                <a:gd name="T20" fmla="*/ 117 w 487"/>
                <a:gd name="T21" fmla="*/ 0 h 318"/>
                <a:gd name="T22" fmla="*/ 398 w 487"/>
                <a:gd name="T23" fmla="*/ 0 h 318"/>
                <a:gd name="T24" fmla="*/ 487 w 487"/>
                <a:gd name="T25" fmla="*/ 89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87" h="318">
                  <a:moveTo>
                    <a:pt x="487" y="89"/>
                  </a:moveTo>
                  <a:cubicBezTo>
                    <a:pt x="487" y="257"/>
                    <a:pt x="487" y="257"/>
                    <a:pt x="487" y="257"/>
                  </a:cubicBezTo>
                  <a:cubicBezTo>
                    <a:pt x="487" y="269"/>
                    <a:pt x="484" y="280"/>
                    <a:pt x="480" y="290"/>
                  </a:cubicBezTo>
                  <a:cubicBezTo>
                    <a:pt x="476" y="301"/>
                    <a:pt x="470" y="310"/>
                    <a:pt x="462" y="318"/>
                  </a:cubicBezTo>
                  <a:cubicBezTo>
                    <a:pt x="477" y="303"/>
                    <a:pt x="477" y="278"/>
                    <a:pt x="462" y="262"/>
                  </a:cubicBezTo>
                  <a:cubicBezTo>
                    <a:pt x="446" y="245"/>
                    <a:pt x="423" y="234"/>
                    <a:pt x="398" y="234"/>
                  </a:cubicBezTo>
                  <a:cubicBezTo>
                    <a:pt x="118" y="234"/>
                    <a:pt x="118" y="234"/>
                    <a:pt x="118" y="234"/>
                  </a:cubicBezTo>
                  <a:cubicBezTo>
                    <a:pt x="117" y="234"/>
                    <a:pt x="117" y="234"/>
                    <a:pt x="117" y="234"/>
                  </a:cubicBezTo>
                  <a:cubicBezTo>
                    <a:pt x="53" y="234"/>
                    <a:pt x="0" y="182"/>
                    <a:pt x="0" y="117"/>
                  </a:cubicBezTo>
                  <a:cubicBezTo>
                    <a:pt x="0" y="52"/>
                    <a:pt x="53" y="0"/>
                    <a:pt x="117" y="0"/>
                  </a:cubicBezTo>
                  <a:cubicBezTo>
                    <a:pt x="117" y="0"/>
                    <a:pt x="117" y="0"/>
                    <a:pt x="117" y="0"/>
                  </a:cubicBezTo>
                  <a:cubicBezTo>
                    <a:pt x="398" y="0"/>
                    <a:pt x="398" y="0"/>
                    <a:pt x="398" y="0"/>
                  </a:cubicBezTo>
                  <a:cubicBezTo>
                    <a:pt x="447" y="0"/>
                    <a:pt x="487" y="39"/>
                    <a:pt x="487" y="89"/>
                  </a:cubicBezTo>
                  <a:close/>
                </a:path>
              </a:pathLst>
            </a:custGeom>
            <a:grpFill/>
            <a:ln>
              <a:noFill/>
            </a:ln>
            <a:effectLst>
              <a:outerShdw blurRad="114300" dist="152400" dir="8520000" sx="94000" sy="94000" algn="ctr" rotWithShape="0">
                <a:schemeClr val="bg1">
                  <a:lumMod val="50000"/>
                  <a:alpha val="40000"/>
                </a:schemeClr>
              </a:out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1">
                <a:defRPr/>
              </a:pPr>
              <a:endParaRPr lang="ru-RU" sz="2400" kern="0">
                <a:solidFill>
                  <a:schemeClr val="bg1"/>
                </a:solidFill>
                <a:latin typeface="Times New Roman" panose="02020603050405020304" pitchFamily="18" charset="0"/>
                <a:cs typeface="Times New Roman" panose="02020603050405020304" pitchFamily="18" charset="0"/>
                <a:sym typeface="+mn-lt"/>
              </a:endParaRPr>
            </a:p>
          </p:txBody>
        </p:sp>
      </p:grpSp>
      <p:sp>
        <p:nvSpPr>
          <p:cNvPr id="5" name="TextBox 4">
            <a:extLst>
              <a:ext uri="{FF2B5EF4-FFF2-40B4-BE49-F238E27FC236}">
                <a16:creationId xmlns:a16="http://schemas.microsoft.com/office/drawing/2014/main" id="{87CDF41A-8B36-4E27-92F4-D0DF23DE20CC}"/>
              </a:ext>
            </a:extLst>
          </p:cNvPr>
          <p:cNvSpPr txBox="1"/>
          <p:nvPr/>
        </p:nvSpPr>
        <p:spPr>
          <a:xfrm>
            <a:off x="3043452" y="1979706"/>
            <a:ext cx="542361" cy="461665"/>
          </a:xfrm>
          <a:prstGeom prst="rect">
            <a:avLst/>
          </a:prstGeom>
          <a:noFill/>
        </p:spPr>
        <p:txBody>
          <a:bodyPr wrap="square" rtlCol="0">
            <a:spAutoFit/>
          </a:bodyPr>
          <a:lstStyle/>
          <a:p>
            <a:r>
              <a:rPr lang="en-US" sz="2400" b="1" dirty="0">
                <a:solidFill>
                  <a:schemeClr val="bg1"/>
                </a:solidFill>
                <a:latin typeface="Times New Roman" panose="02020603050405020304" pitchFamily="18" charset="0"/>
                <a:cs typeface="Times New Roman" panose="02020603050405020304" pitchFamily="18" charset="0"/>
              </a:rPr>
              <a:t>1</a:t>
            </a:r>
          </a:p>
        </p:txBody>
      </p:sp>
      <p:grpSp>
        <p:nvGrpSpPr>
          <p:cNvPr id="6" name="Group 5">
            <a:extLst>
              <a:ext uri="{FF2B5EF4-FFF2-40B4-BE49-F238E27FC236}">
                <a16:creationId xmlns:a16="http://schemas.microsoft.com/office/drawing/2014/main" id="{8E75D412-A1C9-4963-B571-63284BB1581B}"/>
              </a:ext>
            </a:extLst>
          </p:cNvPr>
          <p:cNvGrpSpPr/>
          <p:nvPr/>
        </p:nvGrpSpPr>
        <p:grpSpPr>
          <a:xfrm>
            <a:off x="2898818" y="3018002"/>
            <a:ext cx="686995" cy="455066"/>
            <a:chOff x="1785938" y="2703513"/>
            <a:chExt cx="1854200" cy="1300355"/>
          </a:xfrm>
          <a:solidFill>
            <a:schemeClr val="accent6">
              <a:lumMod val="75000"/>
            </a:schemeClr>
          </a:solidFill>
        </p:grpSpPr>
        <p:sp>
          <p:nvSpPr>
            <p:cNvPr id="7" name="Freeform 8">
              <a:extLst>
                <a:ext uri="{FF2B5EF4-FFF2-40B4-BE49-F238E27FC236}">
                  <a16:creationId xmlns:a16="http://schemas.microsoft.com/office/drawing/2014/main" id="{CBE7F483-6D4D-4F30-BD11-C4A919683B38}"/>
                </a:ext>
              </a:extLst>
            </p:cNvPr>
            <p:cNvSpPr>
              <a:spLocks/>
            </p:cNvSpPr>
            <p:nvPr/>
          </p:nvSpPr>
          <p:spPr bwMode="auto">
            <a:xfrm>
              <a:off x="3300413" y="2703513"/>
              <a:ext cx="312738" cy="427037"/>
            </a:xfrm>
            <a:custGeom>
              <a:avLst/>
              <a:gdLst>
                <a:gd name="T0" fmla="*/ 82 w 82"/>
                <a:gd name="T1" fmla="*/ 56 h 112"/>
                <a:gd name="T2" fmla="*/ 0 w 82"/>
                <a:gd name="T3" fmla="*/ 112 h 112"/>
                <a:gd name="T4" fmla="*/ 0 w 82"/>
                <a:gd name="T5" fmla="*/ 0 h 112"/>
                <a:gd name="T6" fmla="*/ 82 w 82"/>
                <a:gd name="T7" fmla="*/ 56 h 112"/>
              </a:gdLst>
              <a:ahLst/>
              <a:cxnLst>
                <a:cxn ang="0">
                  <a:pos x="T0" y="T1"/>
                </a:cxn>
                <a:cxn ang="0">
                  <a:pos x="T2" y="T3"/>
                </a:cxn>
                <a:cxn ang="0">
                  <a:pos x="T4" y="T5"/>
                </a:cxn>
                <a:cxn ang="0">
                  <a:pos x="T6" y="T7"/>
                </a:cxn>
              </a:cxnLst>
              <a:rect l="0" t="0" r="r" b="b"/>
              <a:pathLst>
                <a:path w="82" h="112">
                  <a:moveTo>
                    <a:pt x="82" y="56"/>
                  </a:moveTo>
                  <a:cubicBezTo>
                    <a:pt x="69" y="89"/>
                    <a:pt x="37" y="112"/>
                    <a:pt x="0" y="112"/>
                  </a:cubicBezTo>
                  <a:cubicBezTo>
                    <a:pt x="0" y="0"/>
                    <a:pt x="0" y="0"/>
                    <a:pt x="0" y="0"/>
                  </a:cubicBezTo>
                  <a:cubicBezTo>
                    <a:pt x="37" y="0"/>
                    <a:pt x="69" y="23"/>
                    <a:pt x="82"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1">
                <a:defRPr/>
              </a:pPr>
              <a:endParaRPr lang="ru-RU" sz="2400" kern="0">
                <a:solidFill>
                  <a:schemeClr val="accent6">
                    <a:lumMod val="75000"/>
                  </a:schemeClr>
                </a:solidFill>
                <a:latin typeface="Times New Roman" panose="02020603050405020304" pitchFamily="18" charset="0"/>
                <a:cs typeface="Times New Roman" panose="02020603050405020304" pitchFamily="18" charset="0"/>
                <a:sym typeface="+mn-lt"/>
              </a:endParaRPr>
            </a:p>
          </p:txBody>
        </p:sp>
        <p:sp>
          <p:nvSpPr>
            <p:cNvPr id="8" name="Freeform 9">
              <a:extLst>
                <a:ext uri="{FF2B5EF4-FFF2-40B4-BE49-F238E27FC236}">
                  <a16:creationId xmlns:a16="http://schemas.microsoft.com/office/drawing/2014/main" id="{01B052CB-F518-43FE-B8E5-DAB7A9405E35}"/>
                </a:ext>
              </a:extLst>
            </p:cNvPr>
            <p:cNvSpPr>
              <a:spLocks/>
            </p:cNvSpPr>
            <p:nvPr/>
          </p:nvSpPr>
          <p:spPr bwMode="auto">
            <a:xfrm>
              <a:off x="1785938" y="2791018"/>
              <a:ext cx="1854200" cy="1212850"/>
            </a:xfrm>
            <a:custGeom>
              <a:avLst/>
              <a:gdLst>
                <a:gd name="T0" fmla="*/ 487 w 487"/>
                <a:gd name="T1" fmla="*/ 89 h 318"/>
                <a:gd name="T2" fmla="*/ 487 w 487"/>
                <a:gd name="T3" fmla="*/ 257 h 318"/>
                <a:gd name="T4" fmla="*/ 480 w 487"/>
                <a:gd name="T5" fmla="*/ 290 h 318"/>
                <a:gd name="T6" fmla="*/ 462 w 487"/>
                <a:gd name="T7" fmla="*/ 318 h 318"/>
                <a:gd name="T8" fmla="*/ 462 w 487"/>
                <a:gd name="T9" fmla="*/ 262 h 318"/>
                <a:gd name="T10" fmla="*/ 398 w 487"/>
                <a:gd name="T11" fmla="*/ 234 h 318"/>
                <a:gd name="T12" fmla="*/ 118 w 487"/>
                <a:gd name="T13" fmla="*/ 234 h 318"/>
                <a:gd name="T14" fmla="*/ 117 w 487"/>
                <a:gd name="T15" fmla="*/ 234 h 318"/>
                <a:gd name="T16" fmla="*/ 0 w 487"/>
                <a:gd name="T17" fmla="*/ 117 h 318"/>
                <a:gd name="T18" fmla="*/ 117 w 487"/>
                <a:gd name="T19" fmla="*/ 0 h 318"/>
                <a:gd name="T20" fmla="*/ 117 w 487"/>
                <a:gd name="T21" fmla="*/ 0 h 318"/>
                <a:gd name="T22" fmla="*/ 398 w 487"/>
                <a:gd name="T23" fmla="*/ 0 h 318"/>
                <a:gd name="T24" fmla="*/ 487 w 487"/>
                <a:gd name="T25" fmla="*/ 89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87" h="318">
                  <a:moveTo>
                    <a:pt x="487" y="89"/>
                  </a:moveTo>
                  <a:cubicBezTo>
                    <a:pt x="487" y="257"/>
                    <a:pt x="487" y="257"/>
                    <a:pt x="487" y="257"/>
                  </a:cubicBezTo>
                  <a:cubicBezTo>
                    <a:pt x="487" y="269"/>
                    <a:pt x="484" y="280"/>
                    <a:pt x="480" y="290"/>
                  </a:cubicBezTo>
                  <a:cubicBezTo>
                    <a:pt x="476" y="301"/>
                    <a:pt x="470" y="310"/>
                    <a:pt x="462" y="318"/>
                  </a:cubicBezTo>
                  <a:cubicBezTo>
                    <a:pt x="477" y="303"/>
                    <a:pt x="477" y="278"/>
                    <a:pt x="462" y="262"/>
                  </a:cubicBezTo>
                  <a:cubicBezTo>
                    <a:pt x="446" y="245"/>
                    <a:pt x="423" y="234"/>
                    <a:pt x="398" y="234"/>
                  </a:cubicBezTo>
                  <a:cubicBezTo>
                    <a:pt x="118" y="234"/>
                    <a:pt x="118" y="234"/>
                    <a:pt x="118" y="234"/>
                  </a:cubicBezTo>
                  <a:cubicBezTo>
                    <a:pt x="117" y="234"/>
                    <a:pt x="117" y="234"/>
                    <a:pt x="117" y="234"/>
                  </a:cubicBezTo>
                  <a:cubicBezTo>
                    <a:pt x="53" y="234"/>
                    <a:pt x="0" y="182"/>
                    <a:pt x="0" y="117"/>
                  </a:cubicBezTo>
                  <a:cubicBezTo>
                    <a:pt x="0" y="52"/>
                    <a:pt x="53" y="0"/>
                    <a:pt x="117" y="0"/>
                  </a:cubicBezTo>
                  <a:cubicBezTo>
                    <a:pt x="117" y="0"/>
                    <a:pt x="117" y="0"/>
                    <a:pt x="117" y="0"/>
                  </a:cubicBezTo>
                  <a:cubicBezTo>
                    <a:pt x="398" y="0"/>
                    <a:pt x="398" y="0"/>
                    <a:pt x="398" y="0"/>
                  </a:cubicBezTo>
                  <a:cubicBezTo>
                    <a:pt x="447" y="0"/>
                    <a:pt x="487" y="39"/>
                    <a:pt x="487" y="89"/>
                  </a:cubicBezTo>
                  <a:close/>
                </a:path>
              </a:pathLst>
            </a:custGeom>
            <a:grpFill/>
            <a:ln>
              <a:noFill/>
            </a:ln>
            <a:effectLst>
              <a:outerShdw blurRad="114300" dist="152400" dir="8520000" sx="94000" sy="94000" algn="ctr" rotWithShape="0">
                <a:schemeClr val="bg1">
                  <a:lumMod val="50000"/>
                  <a:alpha val="40000"/>
                </a:schemeClr>
              </a:out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1">
                <a:defRPr/>
              </a:pPr>
              <a:endParaRPr lang="ru-RU" sz="2400" kern="0">
                <a:solidFill>
                  <a:schemeClr val="accent6">
                    <a:lumMod val="75000"/>
                  </a:schemeClr>
                </a:solidFill>
                <a:latin typeface="Times New Roman" panose="02020603050405020304" pitchFamily="18" charset="0"/>
                <a:cs typeface="Times New Roman" panose="02020603050405020304" pitchFamily="18" charset="0"/>
                <a:sym typeface="+mn-lt"/>
              </a:endParaRPr>
            </a:p>
          </p:txBody>
        </p:sp>
      </p:grpSp>
      <p:sp>
        <p:nvSpPr>
          <p:cNvPr id="9" name="TextBox 8">
            <a:extLst>
              <a:ext uri="{FF2B5EF4-FFF2-40B4-BE49-F238E27FC236}">
                <a16:creationId xmlns:a16="http://schemas.microsoft.com/office/drawing/2014/main" id="{FAFAB101-910D-4B74-96B6-997E4EAD1D89}"/>
              </a:ext>
            </a:extLst>
          </p:cNvPr>
          <p:cNvSpPr txBox="1"/>
          <p:nvPr/>
        </p:nvSpPr>
        <p:spPr>
          <a:xfrm>
            <a:off x="3089962" y="2940807"/>
            <a:ext cx="542361" cy="461665"/>
          </a:xfrm>
          <a:prstGeom prst="rect">
            <a:avLst/>
          </a:prstGeom>
          <a:noFill/>
        </p:spPr>
        <p:txBody>
          <a:bodyPr wrap="square" rtlCol="0">
            <a:spAutoFit/>
          </a:bodyPr>
          <a:lstStyle/>
          <a:p>
            <a:r>
              <a:rPr lang="en-US" sz="2400" b="1" dirty="0">
                <a:solidFill>
                  <a:schemeClr val="bg1"/>
                </a:solidFill>
                <a:latin typeface="Times New Roman" panose="02020603050405020304" pitchFamily="18" charset="0"/>
                <a:cs typeface="Times New Roman" panose="02020603050405020304" pitchFamily="18" charset="0"/>
              </a:rPr>
              <a:t>2</a:t>
            </a:r>
          </a:p>
        </p:txBody>
      </p:sp>
      <p:grpSp>
        <p:nvGrpSpPr>
          <p:cNvPr id="10" name="Group 9">
            <a:extLst>
              <a:ext uri="{FF2B5EF4-FFF2-40B4-BE49-F238E27FC236}">
                <a16:creationId xmlns:a16="http://schemas.microsoft.com/office/drawing/2014/main" id="{F368112C-3025-4F0D-8ED3-462472CA422E}"/>
              </a:ext>
            </a:extLst>
          </p:cNvPr>
          <p:cNvGrpSpPr/>
          <p:nvPr/>
        </p:nvGrpSpPr>
        <p:grpSpPr>
          <a:xfrm>
            <a:off x="2910649" y="3970843"/>
            <a:ext cx="686995" cy="461665"/>
            <a:chOff x="1785938" y="1811338"/>
            <a:chExt cx="1854200" cy="1319212"/>
          </a:xfrm>
          <a:solidFill>
            <a:schemeClr val="accent6">
              <a:lumMod val="75000"/>
            </a:schemeClr>
          </a:solidFill>
        </p:grpSpPr>
        <p:sp>
          <p:nvSpPr>
            <p:cNvPr id="11" name="Freeform 8">
              <a:extLst>
                <a:ext uri="{FF2B5EF4-FFF2-40B4-BE49-F238E27FC236}">
                  <a16:creationId xmlns:a16="http://schemas.microsoft.com/office/drawing/2014/main" id="{C13E6003-ACD5-4E87-A6D1-EFB4500F6223}"/>
                </a:ext>
              </a:extLst>
            </p:cNvPr>
            <p:cNvSpPr>
              <a:spLocks/>
            </p:cNvSpPr>
            <p:nvPr/>
          </p:nvSpPr>
          <p:spPr bwMode="auto">
            <a:xfrm>
              <a:off x="3300413" y="2703513"/>
              <a:ext cx="312738" cy="427037"/>
            </a:xfrm>
            <a:custGeom>
              <a:avLst/>
              <a:gdLst>
                <a:gd name="T0" fmla="*/ 82 w 82"/>
                <a:gd name="T1" fmla="*/ 56 h 112"/>
                <a:gd name="T2" fmla="*/ 0 w 82"/>
                <a:gd name="T3" fmla="*/ 112 h 112"/>
                <a:gd name="T4" fmla="*/ 0 w 82"/>
                <a:gd name="T5" fmla="*/ 0 h 112"/>
                <a:gd name="T6" fmla="*/ 82 w 82"/>
                <a:gd name="T7" fmla="*/ 56 h 112"/>
              </a:gdLst>
              <a:ahLst/>
              <a:cxnLst>
                <a:cxn ang="0">
                  <a:pos x="T0" y="T1"/>
                </a:cxn>
                <a:cxn ang="0">
                  <a:pos x="T2" y="T3"/>
                </a:cxn>
                <a:cxn ang="0">
                  <a:pos x="T4" y="T5"/>
                </a:cxn>
                <a:cxn ang="0">
                  <a:pos x="T6" y="T7"/>
                </a:cxn>
              </a:cxnLst>
              <a:rect l="0" t="0" r="r" b="b"/>
              <a:pathLst>
                <a:path w="82" h="112">
                  <a:moveTo>
                    <a:pt x="82" y="56"/>
                  </a:moveTo>
                  <a:cubicBezTo>
                    <a:pt x="69" y="89"/>
                    <a:pt x="37" y="112"/>
                    <a:pt x="0" y="112"/>
                  </a:cubicBezTo>
                  <a:cubicBezTo>
                    <a:pt x="0" y="0"/>
                    <a:pt x="0" y="0"/>
                    <a:pt x="0" y="0"/>
                  </a:cubicBezTo>
                  <a:cubicBezTo>
                    <a:pt x="37" y="0"/>
                    <a:pt x="69" y="23"/>
                    <a:pt x="82"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1">
                <a:defRPr/>
              </a:pPr>
              <a:endParaRPr lang="ru-RU" sz="2400" kern="0">
                <a:solidFill>
                  <a:schemeClr val="accent6">
                    <a:lumMod val="75000"/>
                  </a:schemeClr>
                </a:solidFill>
                <a:latin typeface="Times New Roman" panose="02020603050405020304" pitchFamily="18" charset="0"/>
                <a:cs typeface="Times New Roman" panose="02020603050405020304" pitchFamily="18" charset="0"/>
                <a:sym typeface="+mn-lt"/>
              </a:endParaRPr>
            </a:p>
          </p:txBody>
        </p:sp>
        <p:sp>
          <p:nvSpPr>
            <p:cNvPr id="12" name="Freeform 9">
              <a:extLst>
                <a:ext uri="{FF2B5EF4-FFF2-40B4-BE49-F238E27FC236}">
                  <a16:creationId xmlns:a16="http://schemas.microsoft.com/office/drawing/2014/main" id="{4F628E33-E312-4617-95E1-B2C7BC1C221D}"/>
                </a:ext>
              </a:extLst>
            </p:cNvPr>
            <p:cNvSpPr>
              <a:spLocks/>
            </p:cNvSpPr>
            <p:nvPr/>
          </p:nvSpPr>
          <p:spPr bwMode="auto">
            <a:xfrm>
              <a:off x="1785938" y="1811338"/>
              <a:ext cx="1854200" cy="1212850"/>
            </a:xfrm>
            <a:custGeom>
              <a:avLst/>
              <a:gdLst>
                <a:gd name="T0" fmla="*/ 487 w 487"/>
                <a:gd name="T1" fmla="*/ 89 h 318"/>
                <a:gd name="T2" fmla="*/ 487 w 487"/>
                <a:gd name="T3" fmla="*/ 257 h 318"/>
                <a:gd name="T4" fmla="*/ 480 w 487"/>
                <a:gd name="T5" fmla="*/ 290 h 318"/>
                <a:gd name="T6" fmla="*/ 462 w 487"/>
                <a:gd name="T7" fmla="*/ 318 h 318"/>
                <a:gd name="T8" fmla="*/ 462 w 487"/>
                <a:gd name="T9" fmla="*/ 262 h 318"/>
                <a:gd name="T10" fmla="*/ 398 w 487"/>
                <a:gd name="T11" fmla="*/ 234 h 318"/>
                <a:gd name="T12" fmla="*/ 118 w 487"/>
                <a:gd name="T13" fmla="*/ 234 h 318"/>
                <a:gd name="T14" fmla="*/ 117 w 487"/>
                <a:gd name="T15" fmla="*/ 234 h 318"/>
                <a:gd name="T16" fmla="*/ 0 w 487"/>
                <a:gd name="T17" fmla="*/ 117 h 318"/>
                <a:gd name="T18" fmla="*/ 117 w 487"/>
                <a:gd name="T19" fmla="*/ 0 h 318"/>
                <a:gd name="T20" fmla="*/ 117 w 487"/>
                <a:gd name="T21" fmla="*/ 0 h 318"/>
                <a:gd name="T22" fmla="*/ 398 w 487"/>
                <a:gd name="T23" fmla="*/ 0 h 318"/>
                <a:gd name="T24" fmla="*/ 487 w 487"/>
                <a:gd name="T25" fmla="*/ 89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87" h="318">
                  <a:moveTo>
                    <a:pt x="487" y="89"/>
                  </a:moveTo>
                  <a:cubicBezTo>
                    <a:pt x="487" y="257"/>
                    <a:pt x="487" y="257"/>
                    <a:pt x="487" y="257"/>
                  </a:cubicBezTo>
                  <a:cubicBezTo>
                    <a:pt x="487" y="269"/>
                    <a:pt x="484" y="280"/>
                    <a:pt x="480" y="290"/>
                  </a:cubicBezTo>
                  <a:cubicBezTo>
                    <a:pt x="476" y="301"/>
                    <a:pt x="470" y="310"/>
                    <a:pt x="462" y="318"/>
                  </a:cubicBezTo>
                  <a:cubicBezTo>
                    <a:pt x="477" y="303"/>
                    <a:pt x="477" y="278"/>
                    <a:pt x="462" y="262"/>
                  </a:cubicBezTo>
                  <a:cubicBezTo>
                    <a:pt x="446" y="245"/>
                    <a:pt x="423" y="234"/>
                    <a:pt x="398" y="234"/>
                  </a:cubicBezTo>
                  <a:cubicBezTo>
                    <a:pt x="118" y="234"/>
                    <a:pt x="118" y="234"/>
                    <a:pt x="118" y="234"/>
                  </a:cubicBezTo>
                  <a:cubicBezTo>
                    <a:pt x="117" y="234"/>
                    <a:pt x="117" y="234"/>
                    <a:pt x="117" y="234"/>
                  </a:cubicBezTo>
                  <a:cubicBezTo>
                    <a:pt x="53" y="234"/>
                    <a:pt x="0" y="182"/>
                    <a:pt x="0" y="117"/>
                  </a:cubicBezTo>
                  <a:cubicBezTo>
                    <a:pt x="0" y="52"/>
                    <a:pt x="53" y="0"/>
                    <a:pt x="117" y="0"/>
                  </a:cubicBezTo>
                  <a:cubicBezTo>
                    <a:pt x="117" y="0"/>
                    <a:pt x="117" y="0"/>
                    <a:pt x="117" y="0"/>
                  </a:cubicBezTo>
                  <a:cubicBezTo>
                    <a:pt x="398" y="0"/>
                    <a:pt x="398" y="0"/>
                    <a:pt x="398" y="0"/>
                  </a:cubicBezTo>
                  <a:cubicBezTo>
                    <a:pt x="447" y="0"/>
                    <a:pt x="487" y="39"/>
                    <a:pt x="487" y="89"/>
                  </a:cubicBezTo>
                  <a:close/>
                </a:path>
              </a:pathLst>
            </a:custGeom>
            <a:grpFill/>
            <a:ln>
              <a:noFill/>
            </a:ln>
            <a:effectLst>
              <a:outerShdw blurRad="114300" dist="152400" dir="8520000" sx="94000" sy="94000" algn="ctr" rotWithShape="0">
                <a:schemeClr val="bg1">
                  <a:lumMod val="50000"/>
                  <a:alpha val="40000"/>
                </a:schemeClr>
              </a:out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1">
                <a:defRPr/>
              </a:pPr>
              <a:endParaRPr lang="ru-RU" sz="2400" kern="0">
                <a:solidFill>
                  <a:schemeClr val="accent6">
                    <a:lumMod val="75000"/>
                  </a:schemeClr>
                </a:solidFill>
                <a:latin typeface="Times New Roman" panose="02020603050405020304" pitchFamily="18" charset="0"/>
                <a:cs typeface="Times New Roman" panose="02020603050405020304" pitchFamily="18" charset="0"/>
                <a:sym typeface="+mn-lt"/>
              </a:endParaRPr>
            </a:p>
          </p:txBody>
        </p:sp>
      </p:grpSp>
      <p:sp>
        <p:nvSpPr>
          <p:cNvPr id="13" name="TextBox 12">
            <a:extLst>
              <a:ext uri="{FF2B5EF4-FFF2-40B4-BE49-F238E27FC236}">
                <a16:creationId xmlns:a16="http://schemas.microsoft.com/office/drawing/2014/main" id="{EBAB434F-DCC6-42C9-B044-44E68F7782D0}"/>
              </a:ext>
            </a:extLst>
          </p:cNvPr>
          <p:cNvSpPr txBox="1"/>
          <p:nvPr/>
        </p:nvSpPr>
        <p:spPr>
          <a:xfrm>
            <a:off x="3088584" y="3891907"/>
            <a:ext cx="542361" cy="461665"/>
          </a:xfrm>
          <a:prstGeom prst="rect">
            <a:avLst/>
          </a:prstGeom>
          <a:noFill/>
        </p:spPr>
        <p:txBody>
          <a:bodyPr wrap="square" rtlCol="0">
            <a:spAutoFit/>
          </a:bodyPr>
          <a:lstStyle/>
          <a:p>
            <a:r>
              <a:rPr lang="en-US" sz="2400" b="1" dirty="0">
                <a:solidFill>
                  <a:schemeClr val="bg1"/>
                </a:solidFill>
                <a:latin typeface="Times New Roman" panose="02020603050405020304" pitchFamily="18" charset="0"/>
                <a:cs typeface="Times New Roman" panose="02020603050405020304" pitchFamily="18" charset="0"/>
              </a:rPr>
              <a:t>3</a:t>
            </a:r>
          </a:p>
        </p:txBody>
      </p:sp>
      <p:sp>
        <p:nvSpPr>
          <p:cNvPr id="14" name="Title 1">
            <a:extLst>
              <a:ext uri="{FF2B5EF4-FFF2-40B4-BE49-F238E27FC236}">
                <a16:creationId xmlns:a16="http://schemas.microsoft.com/office/drawing/2014/main" id="{C2754D70-3C87-43FE-B546-B15DBC1A8A88}"/>
              </a:ext>
            </a:extLst>
          </p:cNvPr>
          <p:cNvSpPr txBox="1">
            <a:spLocks/>
          </p:cNvSpPr>
          <p:nvPr/>
        </p:nvSpPr>
        <p:spPr>
          <a:xfrm>
            <a:off x="3167150" y="767691"/>
            <a:ext cx="5732622" cy="576604"/>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rgbClr val="EE393B"/>
                </a:solidFill>
                <a:latin typeface="Times New Roman" panose="02020603050405020304" pitchFamily="18" charset="0"/>
                <a:ea typeface="+mj-ea"/>
                <a:cs typeface="Times New Roman" panose="02020603050405020304" pitchFamily="18" charset="0"/>
              </a:defRPr>
            </a:lvl1pPr>
          </a:lstStyle>
          <a:p>
            <a:pPr algn="ctr"/>
            <a:r>
              <a:rPr lang="en-US" sz="3000" b="1" dirty="0">
                <a:solidFill>
                  <a:schemeClr val="accent6">
                    <a:lumMod val="75000"/>
                  </a:schemeClr>
                </a:solidFill>
                <a:ea typeface="+mn-ea"/>
              </a:rPr>
              <a:t>NỘI DUNG</a:t>
            </a:r>
          </a:p>
        </p:txBody>
      </p:sp>
      <p:sp>
        <p:nvSpPr>
          <p:cNvPr id="15" name="Rectangle 14">
            <a:extLst>
              <a:ext uri="{FF2B5EF4-FFF2-40B4-BE49-F238E27FC236}">
                <a16:creationId xmlns:a16="http://schemas.microsoft.com/office/drawing/2014/main" id="{7F81A597-0463-4FE9-9F3E-DCAAE4744721}"/>
              </a:ext>
            </a:extLst>
          </p:cNvPr>
          <p:cNvSpPr/>
          <p:nvPr/>
        </p:nvSpPr>
        <p:spPr>
          <a:xfrm>
            <a:off x="3870686" y="4004383"/>
            <a:ext cx="8329946" cy="461665"/>
          </a:xfrm>
          <a:prstGeom prst="rect">
            <a:avLst/>
          </a:prstGeom>
        </p:spPr>
        <p:txBody>
          <a:bodyPr wrap="square">
            <a:spAutoFit/>
          </a:bodyPr>
          <a:lstStyle/>
          <a:p>
            <a:pPr algn="just">
              <a:spcBef>
                <a:spcPts val="600"/>
              </a:spcBef>
              <a:spcAft>
                <a:spcPts val="600"/>
              </a:spcAft>
              <a:tabLst>
                <a:tab pos="974727" algn="l"/>
                <a:tab pos="1317627" algn="l"/>
                <a:tab pos="1376366" algn="l"/>
                <a:tab pos="1600202" algn="l"/>
              </a:tabLst>
            </a:pPr>
            <a:r>
              <a:rPr lang="en-US" sz="2400" b="1">
                <a:solidFill>
                  <a:schemeClr val="accent6">
                    <a:lumMod val="75000"/>
                  </a:schemeClr>
                </a:solidFill>
                <a:latin typeface="Times New Roman" panose="02020603050405020304" pitchFamily="18" charset="0"/>
                <a:cs typeface="Times New Roman" panose="02020603050405020304" pitchFamily="18" charset="0"/>
              </a:rPr>
              <a:t>CÔNG TÁC PHỐI HỢP</a:t>
            </a:r>
            <a:endParaRPr lang="vi-VN" sz="2400" b="1">
              <a:solidFill>
                <a:schemeClr val="accent6">
                  <a:lumMod val="75000"/>
                </a:schemeClr>
              </a:solidFill>
              <a:latin typeface="Times New Roman" panose="02020603050405020304" pitchFamily="18" charset="0"/>
              <a:cs typeface="Times New Roman" panose="02020603050405020304" pitchFamily="18" charset="0"/>
            </a:endParaRPr>
          </a:p>
        </p:txBody>
      </p:sp>
      <p:grpSp>
        <p:nvGrpSpPr>
          <p:cNvPr id="16" name="Group 15">
            <a:extLst>
              <a:ext uri="{FF2B5EF4-FFF2-40B4-BE49-F238E27FC236}">
                <a16:creationId xmlns:a16="http://schemas.microsoft.com/office/drawing/2014/main" id="{22E49271-E2CE-435A-B113-9FDBE1C59EA8}"/>
              </a:ext>
            </a:extLst>
          </p:cNvPr>
          <p:cNvGrpSpPr/>
          <p:nvPr/>
        </p:nvGrpSpPr>
        <p:grpSpPr>
          <a:xfrm>
            <a:off x="2906154" y="4897596"/>
            <a:ext cx="686995" cy="461665"/>
            <a:chOff x="1785938" y="1811338"/>
            <a:chExt cx="1854200" cy="1319212"/>
          </a:xfrm>
          <a:solidFill>
            <a:schemeClr val="accent6">
              <a:lumMod val="75000"/>
            </a:schemeClr>
          </a:solidFill>
        </p:grpSpPr>
        <p:sp>
          <p:nvSpPr>
            <p:cNvPr id="17" name="Freeform 8">
              <a:extLst>
                <a:ext uri="{FF2B5EF4-FFF2-40B4-BE49-F238E27FC236}">
                  <a16:creationId xmlns:a16="http://schemas.microsoft.com/office/drawing/2014/main" id="{8561267A-9577-4289-8BA7-D3917D3C766F}"/>
                </a:ext>
              </a:extLst>
            </p:cNvPr>
            <p:cNvSpPr>
              <a:spLocks/>
            </p:cNvSpPr>
            <p:nvPr/>
          </p:nvSpPr>
          <p:spPr bwMode="auto">
            <a:xfrm>
              <a:off x="3300413" y="2703513"/>
              <a:ext cx="312738" cy="427037"/>
            </a:xfrm>
            <a:custGeom>
              <a:avLst/>
              <a:gdLst>
                <a:gd name="T0" fmla="*/ 82 w 82"/>
                <a:gd name="T1" fmla="*/ 56 h 112"/>
                <a:gd name="T2" fmla="*/ 0 w 82"/>
                <a:gd name="T3" fmla="*/ 112 h 112"/>
                <a:gd name="T4" fmla="*/ 0 w 82"/>
                <a:gd name="T5" fmla="*/ 0 h 112"/>
                <a:gd name="T6" fmla="*/ 82 w 82"/>
                <a:gd name="T7" fmla="*/ 56 h 112"/>
              </a:gdLst>
              <a:ahLst/>
              <a:cxnLst>
                <a:cxn ang="0">
                  <a:pos x="T0" y="T1"/>
                </a:cxn>
                <a:cxn ang="0">
                  <a:pos x="T2" y="T3"/>
                </a:cxn>
                <a:cxn ang="0">
                  <a:pos x="T4" y="T5"/>
                </a:cxn>
                <a:cxn ang="0">
                  <a:pos x="T6" y="T7"/>
                </a:cxn>
              </a:cxnLst>
              <a:rect l="0" t="0" r="r" b="b"/>
              <a:pathLst>
                <a:path w="82" h="112">
                  <a:moveTo>
                    <a:pt x="82" y="56"/>
                  </a:moveTo>
                  <a:cubicBezTo>
                    <a:pt x="69" y="89"/>
                    <a:pt x="37" y="112"/>
                    <a:pt x="0" y="112"/>
                  </a:cubicBezTo>
                  <a:cubicBezTo>
                    <a:pt x="0" y="0"/>
                    <a:pt x="0" y="0"/>
                    <a:pt x="0" y="0"/>
                  </a:cubicBezTo>
                  <a:cubicBezTo>
                    <a:pt x="37" y="0"/>
                    <a:pt x="69" y="23"/>
                    <a:pt x="82"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1">
                <a:defRPr/>
              </a:pPr>
              <a:endParaRPr lang="ru-RU" sz="2400" kern="0">
                <a:solidFill>
                  <a:schemeClr val="accent6">
                    <a:lumMod val="75000"/>
                  </a:schemeClr>
                </a:solidFill>
                <a:latin typeface="Times New Roman" panose="02020603050405020304" pitchFamily="18" charset="0"/>
                <a:cs typeface="Times New Roman" panose="02020603050405020304" pitchFamily="18" charset="0"/>
                <a:sym typeface="+mn-lt"/>
              </a:endParaRPr>
            </a:p>
          </p:txBody>
        </p:sp>
        <p:sp>
          <p:nvSpPr>
            <p:cNvPr id="18" name="Freeform 9">
              <a:extLst>
                <a:ext uri="{FF2B5EF4-FFF2-40B4-BE49-F238E27FC236}">
                  <a16:creationId xmlns:a16="http://schemas.microsoft.com/office/drawing/2014/main" id="{65FB36CC-0E89-4CD6-8A31-F10DA143EAD4}"/>
                </a:ext>
              </a:extLst>
            </p:cNvPr>
            <p:cNvSpPr>
              <a:spLocks/>
            </p:cNvSpPr>
            <p:nvPr/>
          </p:nvSpPr>
          <p:spPr bwMode="auto">
            <a:xfrm>
              <a:off x="1785938" y="1811338"/>
              <a:ext cx="1854200" cy="1212850"/>
            </a:xfrm>
            <a:custGeom>
              <a:avLst/>
              <a:gdLst>
                <a:gd name="T0" fmla="*/ 487 w 487"/>
                <a:gd name="T1" fmla="*/ 89 h 318"/>
                <a:gd name="T2" fmla="*/ 487 w 487"/>
                <a:gd name="T3" fmla="*/ 257 h 318"/>
                <a:gd name="T4" fmla="*/ 480 w 487"/>
                <a:gd name="T5" fmla="*/ 290 h 318"/>
                <a:gd name="T6" fmla="*/ 462 w 487"/>
                <a:gd name="T7" fmla="*/ 318 h 318"/>
                <a:gd name="T8" fmla="*/ 462 w 487"/>
                <a:gd name="T9" fmla="*/ 262 h 318"/>
                <a:gd name="T10" fmla="*/ 398 w 487"/>
                <a:gd name="T11" fmla="*/ 234 h 318"/>
                <a:gd name="T12" fmla="*/ 118 w 487"/>
                <a:gd name="T13" fmla="*/ 234 h 318"/>
                <a:gd name="T14" fmla="*/ 117 w 487"/>
                <a:gd name="T15" fmla="*/ 234 h 318"/>
                <a:gd name="T16" fmla="*/ 0 w 487"/>
                <a:gd name="T17" fmla="*/ 117 h 318"/>
                <a:gd name="T18" fmla="*/ 117 w 487"/>
                <a:gd name="T19" fmla="*/ 0 h 318"/>
                <a:gd name="T20" fmla="*/ 117 w 487"/>
                <a:gd name="T21" fmla="*/ 0 h 318"/>
                <a:gd name="T22" fmla="*/ 398 w 487"/>
                <a:gd name="T23" fmla="*/ 0 h 318"/>
                <a:gd name="T24" fmla="*/ 487 w 487"/>
                <a:gd name="T25" fmla="*/ 89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87" h="318">
                  <a:moveTo>
                    <a:pt x="487" y="89"/>
                  </a:moveTo>
                  <a:cubicBezTo>
                    <a:pt x="487" y="257"/>
                    <a:pt x="487" y="257"/>
                    <a:pt x="487" y="257"/>
                  </a:cubicBezTo>
                  <a:cubicBezTo>
                    <a:pt x="487" y="269"/>
                    <a:pt x="484" y="280"/>
                    <a:pt x="480" y="290"/>
                  </a:cubicBezTo>
                  <a:cubicBezTo>
                    <a:pt x="476" y="301"/>
                    <a:pt x="470" y="310"/>
                    <a:pt x="462" y="318"/>
                  </a:cubicBezTo>
                  <a:cubicBezTo>
                    <a:pt x="477" y="303"/>
                    <a:pt x="477" y="278"/>
                    <a:pt x="462" y="262"/>
                  </a:cubicBezTo>
                  <a:cubicBezTo>
                    <a:pt x="446" y="245"/>
                    <a:pt x="423" y="234"/>
                    <a:pt x="398" y="234"/>
                  </a:cubicBezTo>
                  <a:cubicBezTo>
                    <a:pt x="118" y="234"/>
                    <a:pt x="118" y="234"/>
                    <a:pt x="118" y="234"/>
                  </a:cubicBezTo>
                  <a:cubicBezTo>
                    <a:pt x="117" y="234"/>
                    <a:pt x="117" y="234"/>
                    <a:pt x="117" y="234"/>
                  </a:cubicBezTo>
                  <a:cubicBezTo>
                    <a:pt x="53" y="234"/>
                    <a:pt x="0" y="182"/>
                    <a:pt x="0" y="117"/>
                  </a:cubicBezTo>
                  <a:cubicBezTo>
                    <a:pt x="0" y="52"/>
                    <a:pt x="53" y="0"/>
                    <a:pt x="117" y="0"/>
                  </a:cubicBezTo>
                  <a:cubicBezTo>
                    <a:pt x="117" y="0"/>
                    <a:pt x="117" y="0"/>
                    <a:pt x="117" y="0"/>
                  </a:cubicBezTo>
                  <a:cubicBezTo>
                    <a:pt x="398" y="0"/>
                    <a:pt x="398" y="0"/>
                    <a:pt x="398" y="0"/>
                  </a:cubicBezTo>
                  <a:cubicBezTo>
                    <a:pt x="447" y="0"/>
                    <a:pt x="487" y="39"/>
                    <a:pt x="487" y="89"/>
                  </a:cubicBezTo>
                  <a:close/>
                </a:path>
              </a:pathLst>
            </a:custGeom>
            <a:grpFill/>
            <a:ln>
              <a:noFill/>
            </a:ln>
            <a:effectLst>
              <a:outerShdw blurRad="114300" dist="152400" dir="8520000" sx="94000" sy="94000" algn="ctr" rotWithShape="0">
                <a:schemeClr val="bg1">
                  <a:lumMod val="50000"/>
                  <a:alpha val="40000"/>
                </a:schemeClr>
              </a:out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1">
                <a:defRPr/>
              </a:pPr>
              <a:endParaRPr lang="ru-RU" sz="2400" kern="0">
                <a:solidFill>
                  <a:schemeClr val="accent6">
                    <a:lumMod val="75000"/>
                  </a:schemeClr>
                </a:solidFill>
                <a:latin typeface="Times New Roman" panose="02020603050405020304" pitchFamily="18" charset="0"/>
                <a:cs typeface="Times New Roman" panose="02020603050405020304" pitchFamily="18" charset="0"/>
                <a:sym typeface="+mn-lt"/>
              </a:endParaRPr>
            </a:p>
          </p:txBody>
        </p:sp>
      </p:grpSp>
      <p:sp>
        <p:nvSpPr>
          <p:cNvPr id="19" name="TextBox 18">
            <a:extLst>
              <a:ext uri="{FF2B5EF4-FFF2-40B4-BE49-F238E27FC236}">
                <a16:creationId xmlns:a16="http://schemas.microsoft.com/office/drawing/2014/main" id="{69A74B49-7797-41FF-B4C4-5E8EFCAD0B9A}"/>
              </a:ext>
            </a:extLst>
          </p:cNvPr>
          <p:cNvSpPr txBox="1"/>
          <p:nvPr/>
        </p:nvSpPr>
        <p:spPr>
          <a:xfrm>
            <a:off x="3084348" y="4790542"/>
            <a:ext cx="542361" cy="461665"/>
          </a:xfrm>
          <a:prstGeom prst="rect">
            <a:avLst/>
          </a:prstGeom>
          <a:noFill/>
        </p:spPr>
        <p:txBody>
          <a:bodyPr wrap="square" rtlCol="0">
            <a:spAutoFit/>
          </a:bodyPr>
          <a:lstStyle/>
          <a:p>
            <a:r>
              <a:rPr lang="en-US" sz="2400" b="1" dirty="0">
                <a:solidFill>
                  <a:schemeClr val="bg1"/>
                </a:solidFill>
                <a:latin typeface="Times New Roman" panose="02020603050405020304" pitchFamily="18" charset="0"/>
                <a:cs typeface="Times New Roman" panose="02020603050405020304" pitchFamily="18" charset="0"/>
              </a:rPr>
              <a:t>4</a:t>
            </a:r>
          </a:p>
        </p:txBody>
      </p:sp>
      <p:sp>
        <p:nvSpPr>
          <p:cNvPr id="20" name="Rectangle 19">
            <a:extLst>
              <a:ext uri="{FF2B5EF4-FFF2-40B4-BE49-F238E27FC236}">
                <a16:creationId xmlns:a16="http://schemas.microsoft.com/office/drawing/2014/main" id="{8D98924F-21A7-4241-841D-4916A5445C6F}"/>
              </a:ext>
            </a:extLst>
          </p:cNvPr>
          <p:cNvSpPr/>
          <p:nvPr/>
        </p:nvSpPr>
        <p:spPr>
          <a:xfrm>
            <a:off x="3897804" y="3042465"/>
            <a:ext cx="8086804" cy="461665"/>
          </a:xfrm>
          <a:prstGeom prst="rect">
            <a:avLst/>
          </a:prstGeom>
        </p:spPr>
        <p:txBody>
          <a:bodyPr wrap="square">
            <a:spAutoFit/>
          </a:bodyPr>
          <a:lstStyle/>
          <a:p>
            <a:pPr algn="just">
              <a:spcBef>
                <a:spcPts val="600"/>
              </a:spcBef>
              <a:spcAft>
                <a:spcPts val="600"/>
              </a:spcAft>
              <a:tabLst>
                <a:tab pos="974727" algn="l"/>
                <a:tab pos="1317627" algn="l"/>
                <a:tab pos="1376366" algn="l"/>
                <a:tab pos="1600202" algn="l"/>
              </a:tabLst>
            </a:pPr>
            <a:r>
              <a:rPr lang="en-US" sz="2400" b="1">
                <a:solidFill>
                  <a:schemeClr val="accent6">
                    <a:lumMod val="75000"/>
                  </a:schemeClr>
                </a:solidFill>
                <a:latin typeface="Times New Roman" panose="02020603050405020304" pitchFamily="18" charset="0"/>
                <a:cs typeface="Times New Roman" panose="02020603050405020304" pitchFamily="18" charset="0"/>
              </a:rPr>
              <a:t>CÔNG TÁC AN TOÀN TRÊN GIÀN NÉN KHÍ RỒNG</a:t>
            </a:r>
            <a:endParaRPr lang="en-US" sz="2400" b="1"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21" name="Rectangle 20">
            <a:extLst>
              <a:ext uri="{FF2B5EF4-FFF2-40B4-BE49-F238E27FC236}">
                <a16:creationId xmlns:a16="http://schemas.microsoft.com/office/drawing/2014/main" id="{76FFF053-1992-4F89-9D07-9ECBB4E46785}"/>
              </a:ext>
            </a:extLst>
          </p:cNvPr>
          <p:cNvSpPr/>
          <p:nvPr/>
        </p:nvSpPr>
        <p:spPr>
          <a:xfrm>
            <a:off x="3910785" y="2053414"/>
            <a:ext cx="6217663" cy="461665"/>
          </a:xfrm>
          <a:prstGeom prst="rect">
            <a:avLst/>
          </a:prstGeom>
        </p:spPr>
        <p:txBody>
          <a:bodyPr wrap="square">
            <a:spAutoFit/>
          </a:bodyPr>
          <a:lstStyle/>
          <a:p>
            <a:pPr algn="just">
              <a:spcBef>
                <a:spcPts val="600"/>
              </a:spcBef>
              <a:spcAft>
                <a:spcPts val="600"/>
              </a:spcAft>
              <a:tabLst>
                <a:tab pos="974727" algn="l"/>
                <a:tab pos="1317627" algn="l"/>
                <a:tab pos="1376366" algn="l"/>
                <a:tab pos="1600202" algn="l"/>
              </a:tabLst>
            </a:pPr>
            <a:r>
              <a:rPr lang="en-US" sz="2400" b="1" dirty="0">
                <a:solidFill>
                  <a:schemeClr val="accent6">
                    <a:lumMod val="75000"/>
                  </a:schemeClr>
                </a:solidFill>
                <a:latin typeface="Times New Roman" panose="02020603050405020304" pitchFamily="18" charset="0"/>
                <a:cs typeface="Times New Roman" panose="02020603050405020304" pitchFamily="18" charset="0"/>
              </a:rPr>
              <a:t>KẾ HOẠCH DỪNG GIÀN DGCP NĂM 2026</a:t>
            </a:r>
          </a:p>
        </p:txBody>
      </p:sp>
      <p:sp>
        <p:nvSpPr>
          <p:cNvPr id="22" name="Rectangle 21">
            <a:extLst>
              <a:ext uri="{FF2B5EF4-FFF2-40B4-BE49-F238E27FC236}">
                <a16:creationId xmlns:a16="http://schemas.microsoft.com/office/drawing/2014/main" id="{0DBEFA86-2E2D-4EA6-AF7C-D9FDDFB7698A}"/>
              </a:ext>
            </a:extLst>
          </p:cNvPr>
          <p:cNvSpPr/>
          <p:nvPr/>
        </p:nvSpPr>
        <p:spPr>
          <a:xfrm>
            <a:off x="3930073" y="4897595"/>
            <a:ext cx="3680879" cy="461665"/>
          </a:xfrm>
          <a:prstGeom prst="rect">
            <a:avLst/>
          </a:prstGeom>
        </p:spPr>
        <p:txBody>
          <a:bodyPr wrap="none">
            <a:spAutoFit/>
          </a:bodyPr>
          <a:lstStyle/>
          <a:p>
            <a:pPr>
              <a:spcBef>
                <a:spcPts val="600"/>
              </a:spcBef>
              <a:spcAft>
                <a:spcPts val="600"/>
              </a:spcAft>
              <a:tabLst>
                <a:tab pos="974727" algn="l"/>
                <a:tab pos="1317627" algn="l"/>
                <a:tab pos="1376366" algn="l"/>
                <a:tab pos="1600202" algn="l"/>
              </a:tabLst>
              <a:defRPr/>
            </a:pPr>
            <a:r>
              <a:rPr lang="en-US" sz="2400" b="1">
                <a:solidFill>
                  <a:schemeClr val="accent6">
                    <a:lumMod val="75000"/>
                  </a:schemeClr>
                </a:solidFill>
                <a:latin typeface="Times New Roman" panose="02020603050405020304" pitchFamily="18" charset="0"/>
                <a:cs typeface="Times New Roman" panose="02020603050405020304" pitchFamily="18" charset="0"/>
              </a:rPr>
              <a:t>TỒN TẠI VÀ GIẢI PHÁP</a:t>
            </a:r>
            <a:endParaRPr lang="en-US" sz="2400" b="1" dirty="0">
              <a:solidFill>
                <a:schemeClr val="accent6">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17712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FD789FA-DF2C-4271-84E1-9C114AF75C0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63352" y="2889634"/>
            <a:ext cx="3740257" cy="2492896"/>
          </a:xfrm>
          <a:prstGeom prst="rect">
            <a:avLst/>
          </a:prstGeom>
        </p:spPr>
      </p:pic>
      <p:pic>
        <p:nvPicPr>
          <p:cNvPr id="8" name="Picture 7">
            <a:extLst>
              <a:ext uri="{FF2B5EF4-FFF2-40B4-BE49-F238E27FC236}">
                <a16:creationId xmlns:a16="http://schemas.microsoft.com/office/drawing/2014/main" id="{832B70A2-C013-4F99-A2CB-C96FF06ED6C3}"/>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223792" y="2889633"/>
            <a:ext cx="3384376" cy="2492897"/>
          </a:xfrm>
          <a:prstGeom prst="rect">
            <a:avLst/>
          </a:prstGeom>
        </p:spPr>
      </p:pic>
      <p:pic>
        <p:nvPicPr>
          <p:cNvPr id="6" name="Picture 5">
            <a:extLst>
              <a:ext uri="{FF2B5EF4-FFF2-40B4-BE49-F238E27FC236}">
                <a16:creationId xmlns:a16="http://schemas.microsoft.com/office/drawing/2014/main" id="{8129BDA0-5640-4E8A-990D-D34277CA8E32}"/>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7828351" y="2889635"/>
            <a:ext cx="3312368" cy="2492896"/>
          </a:xfrm>
          <a:prstGeom prst="rect">
            <a:avLst/>
          </a:prstGeom>
        </p:spPr>
      </p:pic>
      <p:pic>
        <p:nvPicPr>
          <p:cNvPr id="2" name="Picture 1">
            <a:extLst>
              <a:ext uri="{FF2B5EF4-FFF2-40B4-BE49-F238E27FC236}">
                <a16:creationId xmlns:a16="http://schemas.microsoft.com/office/drawing/2014/main" id="{388D13A8-4A6B-5E21-1448-D98340CA105D}"/>
              </a:ext>
            </a:extLst>
          </p:cNvPr>
          <p:cNvPicPr>
            <a:picLocks noChangeAspect="1"/>
          </p:cNvPicPr>
          <p:nvPr/>
        </p:nvPicPr>
        <p:blipFill>
          <a:blip r:embed="rId6"/>
          <a:stretch>
            <a:fillRect/>
          </a:stretch>
        </p:blipFill>
        <p:spPr>
          <a:xfrm>
            <a:off x="9912424" y="80801"/>
            <a:ext cx="970375" cy="1008112"/>
          </a:xfrm>
          <a:prstGeom prst="rect">
            <a:avLst/>
          </a:prstGeom>
        </p:spPr>
      </p:pic>
      <p:sp>
        <p:nvSpPr>
          <p:cNvPr id="3" name="Slide Number Placeholder 2">
            <a:extLst>
              <a:ext uri="{FF2B5EF4-FFF2-40B4-BE49-F238E27FC236}">
                <a16:creationId xmlns:a16="http://schemas.microsoft.com/office/drawing/2014/main" id="{E1A15341-2391-4258-9E93-B1E741A97FE2}"/>
              </a:ext>
            </a:extLst>
          </p:cNvPr>
          <p:cNvSpPr>
            <a:spLocks noGrp="1"/>
          </p:cNvSpPr>
          <p:nvPr>
            <p:ph type="sldNum" sz="quarter" idx="4294967295"/>
          </p:nvPr>
        </p:nvSpPr>
        <p:spPr>
          <a:xfrm>
            <a:off x="9448800" y="6356350"/>
            <a:ext cx="2743200" cy="365125"/>
          </a:xfrm>
        </p:spPr>
        <p:txBody>
          <a:bodyPr/>
          <a:lstStyle/>
          <a:p>
            <a:fld id="{7D1F73D0-75E4-E44C-9793-91CFC617ABC9}" type="slidenum">
              <a:rPr lang="en-US" smtClean="0"/>
              <a:t>3</a:t>
            </a:fld>
            <a:endParaRPr lang="en-US"/>
          </a:p>
        </p:txBody>
      </p:sp>
      <p:sp>
        <p:nvSpPr>
          <p:cNvPr id="9" name="TextBox 8">
            <a:extLst>
              <a:ext uri="{FF2B5EF4-FFF2-40B4-BE49-F238E27FC236}">
                <a16:creationId xmlns:a16="http://schemas.microsoft.com/office/drawing/2014/main" id="{D892F3F8-C2F0-4786-89AB-E66A053DA83A}"/>
              </a:ext>
            </a:extLst>
          </p:cNvPr>
          <p:cNvSpPr txBox="1"/>
          <p:nvPr/>
        </p:nvSpPr>
        <p:spPr>
          <a:xfrm>
            <a:off x="407368" y="1088913"/>
            <a:ext cx="11017224" cy="1532856"/>
          </a:xfrm>
          <a:prstGeom prst="rect">
            <a:avLst/>
          </a:prstGeom>
          <a:noFill/>
        </p:spPr>
        <p:txBody>
          <a:bodyPr wrap="square" rtlCol="0">
            <a:spAutoFit/>
          </a:bodyPr>
          <a:lstStyle/>
          <a:p>
            <a:pPr algn="ctr">
              <a:lnSpc>
                <a:spcPct val="150000"/>
              </a:lnSpc>
              <a:defRPr/>
            </a:pPr>
            <a:r>
              <a:rPr lang="en-US" sz="3600" b="1" dirty="0">
                <a:solidFill>
                  <a:schemeClr val="accent6">
                    <a:lumMod val="50000"/>
                  </a:schemeClr>
                </a:solidFill>
                <a:latin typeface="Times New Roman" panose="02020603050405020304" pitchFamily="18" charset="0"/>
                <a:cs typeface="Times New Roman" panose="02020603050405020304" pitchFamily="18" charset="0"/>
              </a:rPr>
              <a:t>PHẦN 1 </a:t>
            </a:r>
          </a:p>
          <a:p>
            <a:pPr algn="ctr">
              <a:lnSpc>
                <a:spcPct val="150000"/>
              </a:lnSpc>
              <a:defRPr/>
            </a:pPr>
            <a:r>
              <a:rPr lang="en-US" sz="3000" b="1" dirty="0">
                <a:solidFill>
                  <a:schemeClr val="accent6">
                    <a:lumMod val="50000"/>
                  </a:schemeClr>
                </a:solidFill>
                <a:latin typeface="Times New Roman" panose="02020603050405020304" pitchFamily="18" charset="0"/>
                <a:cs typeface="Times New Roman" panose="02020603050405020304" pitchFamily="18" charset="0"/>
              </a:rPr>
              <a:t>KẾ HOẠCH DỪNG GIÀN DGCP NĂM 2026</a:t>
            </a:r>
            <a:endParaRPr lang="en-US" altLang="en-US" sz="3000" b="1" dirty="0">
              <a:solidFill>
                <a:schemeClr val="accent6">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57501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212F9E34-B581-4ED1-94F7-2BE1C164D6BA}"/>
              </a:ext>
            </a:extLst>
          </p:cNvPr>
          <p:cNvGrpSpPr/>
          <p:nvPr/>
        </p:nvGrpSpPr>
        <p:grpSpPr>
          <a:xfrm>
            <a:off x="653167" y="1554479"/>
            <a:ext cx="11262648" cy="3528510"/>
            <a:chOff x="777240" y="1554479"/>
            <a:chExt cx="8503920" cy="4114801"/>
          </a:xfrm>
        </p:grpSpPr>
        <p:sp>
          <p:nvSpPr>
            <p:cNvPr id="3" name="Shape 1">
              <a:extLst>
                <a:ext uri="{FF2B5EF4-FFF2-40B4-BE49-F238E27FC236}">
                  <a16:creationId xmlns:a16="http://schemas.microsoft.com/office/drawing/2014/main" id="{F87AAAAF-D0A2-4FB2-A954-3787D0CEBDAA}"/>
                </a:ext>
              </a:extLst>
            </p:cNvPr>
            <p:cNvSpPr/>
            <p:nvPr/>
          </p:nvSpPr>
          <p:spPr>
            <a:xfrm>
              <a:off x="777240" y="1554479"/>
              <a:ext cx="2152319" cy="4114800"/>
            </a:xfrm>
            <a:prstGeom prst="roundRect">
              <a:avLst>
                <a:gd name="adj" fmla="val 3279"/>
              </a:avLst>
            </a:prstGeom>
            <a:solidFill>
              <a:srgbClr val="FFFFFF"/>
            </a:solidFill>
            <a:ln/>
            <a:effectLst>
              <a:outerShdw blurRad="101600" dist="38100" dir="8100000" algn="bl" rotWithShape="0">
                <a:srgbClr val="000000">
                  <a:alpha val="12000"/>
                </a:srgbClr>
              </a:outerShdw>
            </a:effectLst>
          </p:spPr>
        </p:sp>
        <p:sp>
          <p:nvSpPr>
            <p:cNvPr id="4" name="Shape 2">
              <a:extLst>
                <a:ext uri="{FF2B5EF4-FFF2-40B4-BE49-F238E27FC236}">
                  <a16:creationId xmlns:a16="http://schemas.microsoft.com/office/drawing/2014/main" id="{6837425E-BB90-4319-9640-F49BC8FD55B8}"/>
                </a:ext>
              </a:extLst>
            </p:cNvPr>
            <p:cNvSpPr/>
            <p:nvPr/>
          </p:nvSpPr>
          <p:spPr>
            <a:xfrm>
              <a:off x="777240" y="1554480"/>
              <a:ext cx="2152319" cy="457200"/>
            </a:xfrm>
            <a:prstGeom prst="rect">
              <a:avLst/>
            </a:prstGeom>
            <a:solidFill>
              <a:srgbClr val="0D9488"/>
            </a:solidFill>
            <a:ln/>
          </p:spPr>
        </p:sp>
        <p:sp>
          <p:nvSpPr>
            <p:cNvPr id="5" name="Text 3">
              <a:extLst>
                <a:ext uri="{FF2B5EF4-FFF2-40B4-BE49-F238E27FC236}">
                  <a16:creationId xmlns:a16="http://schemas.microsoft.com/office/drawing/2014/main" id="{065EE0B3-6DEF-4793-92B4-15FF9E0C67E9}"/>
                </a:ext>
              </a:extLst>
            </p:cNvPr>
            <p:cNvSpPr/>
            <p:nvPr/>
          </p:nvSpPr>
          <p:spPr>
            <a:xfrm>
              <a:off x="777240" y="1554480"/>
              <a:ext cx="278892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anose="02020603050405020304" pitchFamily="18" charset="0"/>
                  <a:ea typeface="Arial" pitchFamily="34" charset="-122"/>
                  <a:cs typeface="Times New Roman" panose="02020603050405020304" pitchFamily="18" charset="0"/>
                </a:rPr>
                <a:t>KẾ HOẠCH</a:t>
              </a:r>
              <a:endParaRPr lang="en-US" sz="1400" dirty="0">
                <a:latin typeface="Times New Roman" panose="02020603050405020304" pitchFamily="18" charset="0"/>
                <a:cs typeface="Times New Roman" panose="02020603050405020304" pitchFamily="18" charset="0"/>
              </a:endParaRPr>
            </a:p>
          </p:txBody>
        </p:sp>
        <p:sp>
          <p:nvSpPr>
            <p:cNvPr id="6" name="Text 4">
              <a:extLst>
                <a:ext uri="{FF2B5EF4-FFF2-40B4-BE49-F238E27FC236}">
                  <a16:creationId xmlns:a16="http://schemas.microsoft.com/office/drawing/2014/main" id="{950337A3-6DA9-4963-8ACE-4774DA1B8502}"/>
                </a:ext>
              </a:extLst>
            </p:cNvPr>
            <p:cNvSpPr/>
            <p:nvPr/>
          </p:nvSpPr>
          <p:spPr>
            <a:xfrm>
              <a:off x="914401" y="2148840"/>
              <a:ext cx="2015159" cy="3291840"/>
            </a:xfrm>
            <a:prstGeom prst="rect">
              <a:avLst/>
            </a:prstGeom>
            <a:noFill/>
            <a:ln/>
          </p:spPr>
          <p:txBody>
            <a:bodyPr wrap="square" lIns="0" tIns="0" rIns="0" bIns="0" rtlCol="0" anchor="t"/>
            <a:lstStyle/>
            <a:p>
              <a:pPr marL="342900" indent="-342900" algn="just">
                <a:spcBef>
                  <a:spcPts val="1200"/>
                </a:spcBef>
                <a:buFont typeface="Wingdings" panose="05000000000000000000" pitchFamily="2" charset="2"/>
                <a:buChar char="§"/>
                <a:tabLst>
                  <a:tab pos="354013" algn="l"/>
                  <a:tab pos="533400" algn="l"/>
                  <a:tab pos="2244725" algn="l"/>
                </a:tabLst>
                <a:defRPr/>
              </a:pPr>
              <a:r>
                <a:rPr lang="en-US" dirty="0" err="1">
                  <a:solidFill>
                    <a:schemeClr val="accent6">
                      <a:lumMod val="50000"/>
                    </a:schemeClr>
                  </a:solidFill>
                  <a:latin typeface="Times New Roman" panose="02020603050405020304" pitchFamily="18" charset="0"/>
                  <a:cs typeface="Times New Roman" panose="02020603050405020304" pitchFamily="18" charset="0"/>
                </a:rPr>
                <a:t>Từ</a:t>
              </a:r>
              <a:r>
                <a:rPr lang="en-US" dirty="0">
                  <a:solidFill>
                    <a:schemeClr val="accent6">
                      <a:lumMod val="50000"/>
                    </a:schemeClr>
                  </a:solidFill>
                  <a:latin typeface="Times New Roman" panose="02020603050405020304" pitchFamily="18" charset="0"/>
                  <a:cs typeface="Times New Roman" panose="02020603050405020304" pitchFamily="18" charset="0"/>
                </a:rPr>
                <a:t> 5h00 </a:t>
              </a:r>
              <a:r>
                <a:rPr lang="en-US" dirty="0" err="1">
                  <a:solidFill>
                    <a:schemeClr val="accent6">
                      <a:lumMod val="50000"/>
                    </a:schemeClr>
                  </a:solidFill>
                  <a:latin typeface="Times New Roman" panose="02020603050405020304" pitchFamily="18" charset="0"/>
                  <a:cs typeface="Times New Roman" panose="02020603050405020304" pitchFamily="18" charset="0"/>
                </a:rPr>
                <a:t>ngày</a:t>
              </a:r>
              <a:r>
                <a:rPr lang="en-US" dirty="0">
                  <a:solidFill>
                    <a:schemeClr val="accent6">
                      <a:lumMod val="50000"/>
                    </a:schemeClr>
                  </a:solidFill>
                  <a:latin typeface="Times New Roman" panose="02020603050405020304" pitchFamily="18" charset="0"/>
                  <a:cs typeface="Times New Roman" panose="02020603050405020304" pitchFamily="18" charset="0"/>
                </a:rPr>
                <a:t> 15/10/26 </a:t>
              </a:r>
              <a:r>
                <a:rPr lang="en-US" dirty="0" err="1">
                  <a:solidFill>
                    <a:schemeClr val="accent6">
                      <a:lumMod val="50000"/>
                    </a:schemeClr>
                  </a:solidFill>
                  <a:latin typeface="Times New Roman" panose="02020603050405020304" pitchFamily="18" charset="0"/>
                  <a:cs typeface="Times New Roman" panose="02020603050405020304" pitchFamily="18" charset="0"/>
                </a:rPr>
                <a:t>đến</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dự</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kiến</a:t>
              </a:r>
              <a:r>
                <a:rPr lang="en-US" dirty="0">
                  <a:solidFill>
                    <a:schemeClr val="accent6">
                      <a:lumMod val="50000"/>
                    </a:schemeClr>
                  </a:solidFill>
                  <a:latin typeface="Times New Roman" panose="02020603050405020304" pitchFamily="18" charset="0"/>
                  <a:cs typeface="Times New Roman" panose="02020603050405020304" pitchFamily="18" charset="0"/>
                </a:rPr>
                <a:t> 3h </a:t>
              </a:r>
              <a:r>
                <a:rPr lang="en-US" dirty="0" err="1">
                  <a:solidFill>
                    <a:schemeClr val="accent6">
                      <a:lumMod val="50000"/>
                    </a:schemeClr>
                  </a:solidFill>
                  <a:latin typeface="Times New Roman" panose="02020603050405020304" pitchFamily="18" charset="0"/>
                  <a:cs typeface="Times New Roman" panose="02020603050405020304" pitchFamily="18" charset="0"/>
                </a:rPr>
                <a:t>ngày</a:t>
              </a:r>
              <a:r>
                <a:rPr lang="en-US" dirty="0">
                  <a:solidFill>
                    <a:schemeClr val="accent6">
                      <a:lumMod val="50000"/>
                    </a:schemeClr>
                  </a:solidFill>
                  <a:latin typeface="Times New Roman" panose="02020603050405020304" pitchFamily="18" charset="0"/>
                  <a:cs typeface="Times New Roman" panose="02020603050405020304" pitchFamily="18" charset="0"/>
                </a:rPr>
                <a:t> 18/10/2026.</a:t>
              </a:r>
            </a:p>
            <a:p>
              <a:pPr marL="342900" indent="-342900" algn="just">
                <a:spcBef>
                  <a:spcPts val="1200"/>
                </a:spcBef>
                <a:buFont typeface="Wingdings" panose="05000000000000000000" pitchFamily="2" charset="2"/>
                <a:buChar char="§"/>
                <a:tabLst>
                  <a:tab pos="354013" algn="l"/>
                  <a:tab pos="533400" algn="l"/>
                  <a:tab pos="2244725" algn="l"/>
                </a:tabLst>
                <a:defRPr/>
              </a:pPr>
              <a:r>
                <a:rPr lang="en-US" dirty="0" err="1">
                  <a:solidFill>
                    <a:schemeClr val="accent6">
                      <a:lumMod val="50000"/>
                    </a:schemeClr>
                  </a:solidFill>
                  <a:latin typeface="Times New Roman" panose="02020603050405020304" pitchFamily="18" charset="0"/>
                  <a:cs typeface="Times New Roman" panose="02020603050405020304" pitchFamily="18" charset="0"/>
                </a:rPr>
                <a:t>Số</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đầu</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việc</a:t>
              </a:r>
              <a:r>
                <a:rPr lang="en-US" dirty="0">
                  <a:solidFill>
                    <a:schemeClr val="accent6">
                      <a:lumMod val="50000"/>
                    </a:schemeClr>
                  </a:solidFill>
                  <a:latin typeface="Times New Roman" panose="02020603050405020304" pitchFamily="18" charset="0"/>
                  <a:cs typeface="Times New Roman" panose="02020603050405020304" pitchFamily="18" charset="0"/>
                </a:rPr>
                <a:t>: 13 </a:t>
              </a:r>
              <a:r>
                <a:rPr lang="en-US" dirty="0" err="1">
                  <a:solidFill>
                    <a:schemeClr val="accent6">
                      <a:lumMod val="50000"/>
                    </a:schemeClr>
                  </a:solidFill>
                  <a:latin typeface="Times New Roman" panose="02020603050405020304" pitchFamily="18" charset="0"/>
                  <a:cs typeface="Times New Roman" panose="02020603050405020304" pitchFamily="18" charset="0"/>
                </a:rPr>
                <a:t>đầu</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việc</a:t>
              </a:r>
              <a:r>
                <a:rPr lang="en-US" dirty="0">
                  <a:solidFill>
                    <a:schemeClr val="accent6">
                      <a:lumMod val="50000"/>
                    </a:schemeClr>
                  </a:solidFill>
                  <a:latin typeface="Times New Roman" panose="02020603050405020304" pitchFamily="18" charset="0"/>
                  <a:cs typeface="Times New Roman" panose="02020603050405020304" pitchFamily="18" charset="0"/>
                </a:rPr>
                <a:t>.</a:t>
              </a:r>
            </a:p>
            <a:p>
              <a:pPr marL="342900" indent="-342900" algn="just">
                <a:spcBef>
                  <a:spcPts val="1200"/>
                </a:spcBef>
                <a:buFont typeface="Wingdings" panose="05000000000000000000" pitchFamily="2" charset="2"/>
                <a:buChar char="ü"/>
                <a:tabLst>
                  <a:tab pos="354013" algn="l"/>
                  <a:tab pos="533400" algn="l"/>
                  <a:tab pos="2244725" algn="l"/>
                </a:tabLst>
                <a:defRPr/>
              </a:pPr>
              <a:r>
                <a:rPr lang="en-US" dirty="0">
                  <a:solidFill>
                    <a:schemeClr val="accent6">
                      <a:lumMod val="50000"/>
                    </a:schemeClr>
                  </a:solidFill>
                  <a:latin typeface="Times New Roman" panose="02020603050405020304" pitchFamily="18" charset="0"/>
                  <a:cs typeface="Times New Roman" panose="02020603050405020304" pitchFamily="18" charset="0"/>
                </a:rPr>
                <a:t>DVK :9</a:t>
              </a:r>
            </a:p>
            <a:p>
              <a:pPr marL="342900" indent="-342900" algn="just">
                <a:spcBef>
                  <a:spcPts val="1200"/>
                </a:spcBef>
                <a:buFont typeface="Wingdings" panose="05000000000000000000" pitchFamily="2" charset="2"/>
                <a:buChar char="ü"/>
                <a:tabLst>
                  <a:tab pos="354013" algn="l"/>
                  <a:tab pos="533400" algn="l"/>
                  <a:tab pos="2244725" algn="l"/>
                </a:tabLst>
                <a:defRPr/>
              </a:pPr>
              <a:r>
                <a:rPr lang="en-US" dirty="0">
                  <a:solidFill>
                    <a:schemeClr val="accent6">
                      <a:lumMod val="50000"/>
                    </a:schemeClr>
                  </a:solidFill>
                  <a:latin typeface="Times New Roman" panose="02020603050405020304" pitchFamily="18" charset="0"/>
                  <a:cs typeface="Times New Roman" panose="02020603050405020304" pitchFamily="18" charset="0"/>
                </a:rPr>
                <a:t>XNK/VSP: 3</a:t>
              </a:r>
            </a:p>
            <a:p>
              <a:pPr marL="342900" indent="-342900" algn="just">
                <a:spcBef>
                  <a:spcPts val="1200"/>
                </a:spcBef>
                <a:buFont typeface="Wingdings" panose="05000000000000000000" pitchFamily="2" charset="2"/>
                <a:buChar char="ü"/>
                <a:tabLst>
                  <a:tab pos="354013" algn="l"/>
                  <a:tab pos="533400" algn="l"/>
                  <a:tab pos="2244725" algn="l"/>
                </a:tabLst>
                <a:defRPr/>
              </a:pPr>
              <a:r>
                <a:rPr lang="en-US" dirty="0">
                  <a:solidFill>
                    <a:schemeClr val="accent6">
                      <a:lumMod val="50000"/>
                    </a:schemeClr>
                  </a:solidFill>
                  <a:latin typeface="Times New Roman" panose="02020603050405020304" pitchFamily="18" charset="0"/>
                  <a:cs typeface="Times New Roman" panose="02020603050405020304" pitchFamily="18" charset="0"/>
                </a:rPr>
                <a:t>KĐN: 1</a:t>
              </a:r>
            </a:p>
          </p:txBody>
        </p:sp>
        <p:sp>
          <p:nvSpPr>
            <p:cNvPr id="7" name="Shape 5">
              <a:extLst>
                <a:ext uri="{FF2B5EF4-FFF2-40B4-BE49-F238E27FC236}">
                  <a16:creationId xmlns:a16="http://schemas.microsoft.com/office/drawing/2014/main" id="{A27D5EED-8C96-4538-BDFE-4676E835BC1C}"/>
                </a:ext>
              </a:extLst>
            </p:cNvPr>
            <p:cNvSpPr/>
            <p:nvPr/>
          </p:nvSpPr>
          <p:spPr>
            <a:xfrm>
              <a:off x="3066438" y="1554479"/>
              <a:ext cx="2788920" cy="4114800"/>
            </a:xfrm>
            <a:prstGeom prst="roundRect">
              <a:avLst>
                <a:gd name="adj" fmla="val 3279"/>
              </a:avLst>
            </a:prstGeom>
            <a:solidFill>
              <a:srgbClr val="FFFFFF"/>
            </a:solidFill>
            <a:ln/>
            <a:effectLst>
              <a:outerShdw blurRad="101600" dist="38100" dir="8100000" algn="bl" rotWithShape="0">
                <a:srgbClr val="000000">
                  <a:alpha val="12000"/>
                </a:srgbClr>
              </a:outerShdw>
            </a:effectLst>
          </p:spPr>
        </p:sp>
        <p:sp>
          <p:nvSpPr>
            <p:cNvPr id="8" name="Shape 6">
              <a:extLst>
                <a:ext uri="{FF2B5EF4-FFF2-40B4-BE49-F238E27FC236}">
                  <a16:creationId xmlns:a16="http://schemas.microsoft.com/office/drawing/2014/main" id="{0944281D-1FC7-48D8-B29B-543EB384AD0F}"/>
                </a:ext>
              </a:extLst>
            </p:cNvPr>
            <p:cNvSpPr/>
            <p:nvPr/>
          </p:nvSpPr>
          <p:spPr>
            <a:xfrm>
              <a:off x="3703320" y="1554480"/>
              <a:ext cx="2152038" cy="457200"/>
            </a:xfrm>
            <a:prstGeom prst="rect">
              <a:avLst/>
            </a:prstGeom>
            <a:solidFill>
              <a:srgbClr val="3B82F6"/>
            </a:solidFill>
            <a:ln/>
          </p:spPr>
        </p:sp>
        <p:sp>
          <p:nvSpPr>
            <p:cNvPr id="9" name="Text 7">
              <a:extLst>
                <a:ext uri="{FF2B5EF4-FFF2-40B4-BE49-F238E27FC236}">
                  <a16:creationId xmlns:a16="http://schemas.microsoft.com/office/drawing/2014/main" id="{3750B653-00CF-4896-9021-E7646BE5BDA9}"/>
                </a:ext>
              </a:extLst>
            </p:cNvPr>
            <p:cNvSpPr/>
            <p:nvPr/>
          </p:nvSpPr>
          <p:spPr>
            <a:xfrm>
              <a:off x="3703320" y="1554480"/>
              <a:ext cx="2788920" cy="457200"/>
            </a:xfrm>
            <a:prstGeom prst="rect">
              <a:avLst/>
            </a:prstGeom>
            <a:noFill/>
            <a:ln/>
          </p:spPr>
          <p:txBody>
            <a:bodyPr wrap="square" lIns="0" tIns="0" rIns="0" bIns="0" rtlCol="0" anchor="ctr"/>
            <a:lstStyle/>
            <a:p>
              <a:pPr marL="0" indent="0" algn="ctr">
                <a:buNone/>
              </a:pPr>
              <a:r>
                <a:rPr lang="en-US" sz="1400" b="1">
                  <a:solidFill>
                    <a:srgbClr val="FFFFFF"/>
                  </a:solidFill>
                  <a:latin typeface="Times New Roman" panose="02020603050405020304" pitchFamily="18" charset="0"/>
                  <a:ea typeface="Arial" pitchFamily="34" charset="-122"/>
                  <a:cs typeface="Times New Roman" panose="02020603050405020304" pitchFamily="18" charset="0"/>
                </a:rPr>
                <a:t>MỤC TIÊU</a:t>
              </a:r>
              <a:endParaRPr lang="en-US" sz="1400" dirty="0">
                <a:latin typeface="Times New Roman" panose="02020603050405020304" pitchFamily="18" charset="0"/>
                <a:cs typeface="Times New Roman" panose="02020603050405020304" pitchFamily="18" charset="0"/>
              </a:endParaRPr>
            </a:p>
          </p:txBody>
        </p:sp>
        <p:sp>
          <p:nvSpPr>
            <p:cNvPr id="11" name="Shape 9">
              <a:extLst>
                <a:ext uri="{FF2B5EF4-FFF2-40B4-BE49-F238E27FC236}">
                  <a16:creationId xmlns:a16="http://schemas.microsoft.com/office/drawing/2014/main" id="{46CE06F8-8757-4D6B-B9A7-339E1F3B68C5}"/>
                </a:ext>
              </a:extLst>
            </p:cNvPr>
            <p:cNvSpPr/>
            <p:nvPr/>
          </p:nvSpPr>
          <p:spPr>
            <a:xfrm>
              <a:off x="5992236" y="1554480"/>
              <a:ext cx="3288924" cy="4114800"/>
            </a:xfrm>
            <a:prstGeom prst="roundRect">
              <a:avLst>
                <a:gd name="adj" fmla="val 3448"/>
              </a:avLst>
            </a:prstGeom>
            <a:solidFill>
              <a:srgbClr val="FFFFFF"/>
            </a:solidFill>
            <a:ln/>
            <a:effectLst>
              <a:outerShdw blurRad="101600" dist="38100" dir="8100000" algn="bl" rotWithShape="0">
                <a:srgbClr val="000000">
                  <a:alpha val="12000"/>
                </a:srgbClr>
              </a:outerShdw>
            </a:effectLst>
          </p:spPr>
        </p:sp>
        <p:sp>
          <p:nvSpPr>
            <p:cNvPr id="12" name="Shape 10">
              <a:extLst>
                <a:ext uri="{FF2B5EF4-FFF2-40B4-BE49-F238E27FC236}">
                  <a16:creationId xmlns:a16="http://schemas.microsoft.com/office/drawing/2014/main" id="{26A2E31C-8A92-4161-828B-3A410F604517}"/>
                </a:ext>
              </a:extLst>
            </p:cNvPr>
            <p:cNvSpPr/>
            <p:nvPr/>
          </p:nvSpPr>
          <p:spPr>
            <a:xfrm>
              <a:off x="5992236" y="1554480"/>
              <a:ext cx="3288924" cy="457200"/>
            </a:xfrm>
            <a:prstGeom prst="rect">
              <a:avLst/>
            </a:prstGeom>
            <a:solidFill>
              <a:srgbClr val="F59E0B"/>
            </a:solidFill>
            <a:ln/>
          </p:spPr>
        </p:sp>
        <p:sp>
          <p:nvSpPr>
            <p:cNvPr id="13" name="Text 11">
              <a:extLst>
                <a:ext uri="{FF2B5EF4-FFF2-40B4-BE49-F238E27FC236}">
                  <a16:creationId xmlns:a16="http://schemas.microsoft.com/office/drawing/2014/main" id="{CB49CBAA-F887-43DB-96FA-F340DFB191C7}"/>
                </a:ext>
              </a:extLst>
            </p:cNvPr>
            <p:cNvSpPr/>
            <p:nvPr/>
          </p:nvSpPr>
          <p:spPr>
            <a:xfrm>
              <a:off x="6629400" y="1554480"/>
              <a:ext cx="2651760" cy="457200"/>
            </a:xfrm>
            <a:prstGeom prst="rect">
              <a:avLst/>
            </a:prstGeom>
            <a:noFill/>
            <a:ln/>
          </p:spPr>
          <p:txBody>
            <a:bodyPr wrap="square" lIns="0" tIns="0" rIns="0" bIns="0" rtlCol="0" anchor="ctr"/>
            <a:lstStyle/>
            <a:p>
              <a:pPr marL="0" indent="0" algn="ctr">
                <a:buNone/>
              </a:pPr>
              <a:r>
                <a:rPr lang="en-US" sz="1400" b="1">
                  <a:solidFill>
                    <a:srgbClr val="FFFFFF"/>
                  </a:solidFill>
                  <a:latin typeface="Times New Roman" panose="02020603050405020304" pitchFamily="18" charset="0"/>
                  <a:ea typeface="Arial" pitchFamily="34" charset="-122"/>
                  <a:cs typeface="Times New Roman" panose="02020603050405020304" pitchFamily="18" charset="0"/>
                </a:rPr>
                <a:t>CÁC YÊU CẦU CHUNG</a:t>
              </a:r>
              <a:endParaRPr lang="en-US" sz="1400" dirty="0">
                <a:latin typeface="Times New Roman" panose="02020603050405020304" pitchFamily="18" charset="0"/>
                <a:cs typeface="Times New Roman" panose="02020603050405020304" pitchFamily="18" charset="0"/>
              </a:endParaRPr>
            </a:p>
          </p:txBody>
        </p:sp>
        <p:sp>
          <p:nvSpPr>
            <p:cNvPr id="14" name="Text 12">
              <a:extLst>
                <a:ext uri="{FF2B5EF4-FFF2-40B4-BE49-F238E27FC236}">
                  <a16:creationId xmlns:a16="http://schemas.microsoft.com/office/drawing/2014/main" id="{FB330CFC-2BC9-486D-B3DE-A295228F1682}"/>
                </a:ext>
              </a:extLst>
            </p:cNvPr>
            <p:cNvSpPr/>
            <p:nvPr/>
          </p:nvSpPr>
          <p:spPr>
            <a:xfrm>
              <a:off x="6083019" y="2148840"/>
              <a:ext cx="3060981" cy="3439027"/>
            </a:xfrm>
            <a:prstGeom prst="rect">
              <a:avLst/>
            </a:prstGeom>
            <a:noFill/>
            <a:ln/>
          </p:spPr>
          <p:txBody>
            <a:bodyPr wrap="square" lIns="0" tIns="0" rIns="0" bIns="0" rtlCol="0" anchor="t"/>
            <a:lstStyle/>
            <a:p>
              <a:pPr marL="355600" indent="-355600" algn="just">
                <a:spcBef>
                  <a:spcPts val="1200"/>
                </a:spcBef>
                <a:buFont typeface="Wingdings" panose="05000000000000000000" pitchFamily="2" charset="2"/>
                <a:buChar char="§"/>
                <a:tabLst>
                  <a:tab pos="361950" algn="l"/>
                  <a:tab pos="536575" algn="l"/>
                  <a:tab pos="2244725" algn="l"/>
                </a:tabLst>
                <a:defRPr/>
              </a:pPr>
              <a:r>
                <a:rPr lang="en-US" dirty="0" err="1">
                  <a:solidFill>
                    <a:schemeClr val="accent6">
                      <a:lumMod val="50000"/>
                    </a:schemeClr>
                  </a:solidFill>
                  <a:latin typeface="Times New Roman" panose="02020603050405020304" pitchFamily="18" charset="0"/>
                  <a:cs typeface="Times New Roman" panose="02020603050405020304" pitchFamily="18" charset="0"/>
                </a:rPr>
                <a:t>Rà</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soát</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kỹ</a:t>
              </a:r>
              <a:r>
                <a:rPr lang="en-US" dirty="0">
                  <a:solidFill>
                    <a:schemeClr val="accent6">
                      <a:lumMod val="50000"/>
                    </a:schemeClr>
                  </a:solidFill>
                  <a:latin typeface="Times New Roman" panose="02020603050405020304" pitchFamily="18" charset="0"/>
                  <a:cs typeface="Times New Roman" panose="02020603050405020304" pitchFamily="18" charset="0"/>
                </a:rPr>
                <a:t> l</a:t>
              </a:r>
              <a:r>
                <a:rPr lang="vi-VN" dirty="0">
                  <a:solidFill>
                    <a:schemeClr val="accent6">
                      <a:lumMod val="50000"/>
                    </a:schemeClr>
                  </a:solidFill>
                  <a:latin typeface="Times New Roman" panose="02020603050405020304" pitchFamily="18" charset="0"/>
                  <a:cs typeface="Times New Roman" panose="02020603050405020304" pitchFamily="18" charset="0"/>
                </a:rPr>
                <a:t>ư</a:t>
              </a:r>
              <a:r>
                <a:rPr lang="en-US" dirty="0" err="1">
                  <a:solidFill>
                    <a:schemeClr val="accent6">
                      <a:lumMod val="50000"/>
                    </a:schemeClr>
                  </a:solidFill>
                  <a:latin typeface="Times New Roman" panose="02020603050405020304" pitchFamily="18" charset="0"/>
                  <a:cs typeface="Times New Roman" panose="02020603050405020304" pitchFamily="18" charset="0"/>
                </a:rPr>
                <a:t>ỡng</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và</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đầy</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đủ</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các</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yêu</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cầu</a:t>
              </a:r>
              <a:r>
                <a:rPr lang="en-US" dirty="0">
                  <a:solidFill>
                    <a:schemeClr val="accent6">
                      <a:lumMod val="50000"/>
                    </a:schemeClr>
                  </a:solidFill>
                  <a:latin typeface="Times New Roman" panose="02020603050405020304" pitchFamily="18" charset="0"/>
                  <a:cs typeface="Times New Roman" panose="02020603050405020304" pitchFamily="18" charset="0"/>
                </a:rPr>
                <a:t> an </a:t>
              </a:r>
              <a:r>
                <a:rPr lang="en-US" dirty="0" err="1">
                  <a:solidFill>
                    <a:schemeClr val="accent6">
                      <a:lumMod val="50000"/>
                    </a:schemeClr>
                  </a:solidFill>
                  <a:latin typeface="Times New Roman" panose="02020603050405020304" pitchFamily="18" charset="0"/>
                  <a:cs typeface="Times New Roman" panose="02020603050405020304" pitchFamily="18" charset="0"/>
                </a:rPr>
                <a:t>toàn</a:t>
              </a:r>
              <a:r>
                <a:rPr lang="en-US" dirty="0">
                  <a:solidFill>
                    <a:schemeClr val="accent6">
                      <a:lumMod val="50000"/>
                    </a:schemeClr>
                  </a:solidFill>
                  <a:latin typeface="Times New Roman" panose="02020603050405020304" pitchFamily="18" charset="0"/>
                  <a:cs typeface="Times New Roman" panose="02020603050405020304" pitchFamily="18" charset="0"/>
                </a:rPr>
                <a:t>, v</a:t>
              </a:r>
              <a:r>
                <a:rPr lang="vi-VN" dirty="0">
                  <a:solidFill>
                    <a:schemeClr val="accent6">
                      <a:lumMod val="50000"/>
                    </a:schemeClr>
                  </a:solidFill>
                  <a:latin typeface="Times New Roman" panose="02020603050405020304" pitchFamily="18" charset="0"/>
                  <a:cs typeface="Times New Roman" panose="02020603050405020304" pitchFamily="18" charset="0"/>
                </a:rPr>
                <a:t>iệc lập kế hoạch</a:t>
              </a:r>
              <a:r>
                <a:rPr lang="en-US" dirty="0">
                  <a:solidFill>
                    <a:schemeClr val="accent6">
                      <a:lumMod val="50000"/>
                    </a:schemeClr>
                  </a:solidFill>
                  <a:latin typeface="Times New Roman" panose="02020603050405020304" pitchFamily="18" charset="0"/>
                  <a:cs typeface="Times New Roman" panose="02020603050405020304" pitchFamily="18" charset="0"/>
                </a:rPr>
                <a:t>, OTM, </a:t>
              </a:r>
              <a:r>
                <a:rPr lang="en-US" dirty="0" err="1">
                  <a:solidFill>
                    <a:schemeClr val="accent6">
                      <a:lumMod val="50000"/>
                    </a:schemeClr>
                  </a:solidFill>
                  <a:latin typeface="Times New Roman" panose="02020603050405020304" pitchFamily="18" charset="0"/>
                  <a:cs typeface="Times New Roman" panose="02020603050405020304" pitchFamily="18" charset="0"/>
                </a:rPr>
                <a:t>tiến</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độ</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vi-VN" dirty="0">
                  <a:solidFill>
                    <a:schemeClr val="accent6">
                      <a:lumMod val="50000"/>
                    </a:schemeClr>
                  </a:solidFill>
                  <a:latin typeface="Times New Roman" panose="02020603050405020304" pitchFamily="18" charset="0"/>
                  <a:cs typeface="Times New Roman" panose="02020603050405020304" pitchFamily="18" charset="0"/>
                </a:rPr>
                <a:t>chi tiết</a:t>
              </a:r>
              <a:r>
                <a:rPr lang="en-US" dirty="0">
                  <a:solidFill>
                    <a:schemeClr val="accent6">
                      <a:lumMod val="50000"/>
                    </a:schemeClr>
                  </a:solidFill>
                  <a:latin typeface="Times New Roman" panose="02020603050405020304" pitchFamily="18" charset="0"/>
                  <a:cs typeface="Times New Roman" panose="02020603050405020304" pitchFamily="18" charset="0"/>
                </a:rPr>
                <a:t>, QTPH, QTTHCV, PTW, JSA, SIMOPS, </a:t>
              </a:r>
              <a:r>
                <a:rPr lang="en-US" dirty="0" err="1">
                  <a:solidFill>
                    <a:schemeClr val="accent6">
                      <a:lumMod val="50000"/>
                    </a:schemeClr>
                  </a:solidFill>
                  <a:latin typeface="Times New Roman" panose="02020603050405020304" pitchFamily="18" charset="0"/>
                  <a:cs typeface="Times New Roman" panose="02020603050405020304" pitchFamily="18" charset="0"/>
                </a:rPr>
                <a:t>nhằm</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mục</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tiêu</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đảm</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bảo</a:t>
              </a:r>
              <a:r>
                <a:rPr lang="en-US" dirty="0">
                  <a:solidFill>
                    <a:schemeClr val="accent6">
                      <a:lumMod val="50000"/>
                    </a:schemeClr>
                  </a:solidFill>
                  <a:latin typeface="Times New Roman" panose="02020603050405020304" pitchFamily="18" charset="0"/>
                  <a:cs typeface="Times New Roman" panose="02020603050405020304" pitchFamily="18" charset="0"/>
                </a:rPr>
                <a:t> an </a:t>
              </a:r>
              <a:r>
                <a:rPr lang="en-US" dirty="0" err="1">
                  <a:solidFill>
                    <a:schemeClr val="accent6">
                      <a:lumMod val="50000"/>
                    </a:schemeClr>
                  </a:solidFill>
                  <a:latin typeface="Times New Roman" panose="02020603050405020304" pitchFamily="18" charset="0"/>
                  <a:cs typeface="Times New Roman" panose="02020603050405020304" pitchFamily="18" charset="0"/>
                </a:rPr>
                <a:t>toàn</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cho</a:t>
              </a:r>
              <a:r>
                <a:rPr lang="en-US" dirty="0">
                  <a:solidFill>
                    <a:schemeClr val="accent6">
                      <a:lumMod val="50000"/>
                    </a:schemeClr>
                  </a:solidFill>
                  <a:latin typeface="Times New Roman" panose="02020603050405020304" pitchFamily="18" charset="0"/>
                  <a:cs typeface="Times New Roman" panose="02020603050405020304" pitchFamily="18" charset="0"/>
                </a:rPr>
                <a:t> con ng</a:t>
              </a:r>
              <a:r>
                <a:rPr lang="vi-VN" dirty="0">
                  <a:solidFill>
                    <a:schemeClr val="accent6">
                      <a:lumMod val="50000"/>
                    </a:schemeClr>
                  </a:solidFill>
                  <a:latin typeface="Times New Roman" panose="02020603050405020304" pitchFamily="18" charset="0"/>
                  <a:cs typeface="Times New Roman" panose="02020603050405020304" pitchFamily="18" charset="0"/>
                </a:rPr>
                <a:t>ư</a:t>
              </a:r>
              <a:r>
                <a:rPr lang="en-US" dirty="0" err="1">
                  <a:solidFill>
                    <a:schemeClr val="accent6">
                      <a:lumMod val="50000"/>
                    </a:schemeClr>
                  </a:solidFill>
                  <a:latin typeface="Times New Roman" panose="02020603050405020304" pitchFamily="18" charset="0"/>
                  <a:cs typeface="Times New Roman" panose="02020603050405020304" pitchFamily="18" charset="0"/>
                </a:rPr>
                <a:t>ời</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thiết</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bị</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tài</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sản</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và</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môi</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trường</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trong</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suốt</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quá</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trình</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thực</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hiện</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công</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việc</a:t>
              </a:r>
              <a:r>
                <a:rPr lang="en-US" dirty="0">
                  <a:solidFill>
                    <a:schemeClr val="accent6">
                      <a:lumMod val="50000"/>
                    </a:schemeClr>
                  </a:solidFill>
                  <a:latin typeface="Times New Roman" panose="02020603050405020304" pitchFamily="18" charset="0"/>
                  <a:cs typeface="Times New Roman" panose="02020603050405020304" pitchFamily="18" charset="0"/>
                </a:rPr>
                <a:t>.</a:t>
              </a:r>
            </a:p>
            <a:p>
              <a:pPr marL="355600" indent="-355600" algn="just">
                <a:spcBef>
                  <a:spcPts val="1200"/>
                </a:spcBef>
                <a:buFont typeface="Wingdings" panose="05000000000000000000" pitchFamily="2" charset="2"/>
                <a:buChar char="§"/>
                <a:tabLst>
                  <a:tab pos="361950" algn="l"/>
                  <a:tab pos="536575" algn="l"/>
                  <a:tab pos="2244725" algn="l"/>
                </a:tabLst>
                <a:defRPr/>
              </a:pPr>
              <a:r>
                <a:rPr lang="en-US" dirty="0" err="1">
                  <a:solidFill>
                    <a:schemeClr val="accent6">
                      <a:lumMod val="50000"/>
                    </a:schemeClr>
                  </a:solidFill>
                  <a:latin typeface="Times New Roman" panose="02020603050405020304" pitchFamily="18" charset="0"/>
                  <a:cs typeface="Times New Roman" panose="02020603050405020304" pitchFamily="18" charset="0"/>
                </a:rPr>
                <a:t>Các</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bên</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tham</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gia</a:t>
              </a:r>
              <a:r>
                <a:rPr lang="en-US" dirty="0">
                  <a:solidFill>
                    <a:schemeClr val="accent6">
                      <a:lumMod val="50000"/>
                    </a:schemeClr>
                  </a:solidFill>
                  <a:latin typeface="Times New Roman" panose="02020603050405020304" pitchFamily="18" charset="0"/>
                  <a:cs typeface="Times New Roman" panose="02020603050405020304" pitchFamily="18" charset="0"/>
                </a:rPr>
                <a:t> p</a:t>
              </a:r>
              <a:r>
                <a:rPr lang="vi-VN" dirty="0">
                  <a:solidFill>
                    <a:schemeClr val="accent6">
                      <a:lumMod val="50000"/>
                    </a:schemeClr>
                  </a:solidFill>
                  <a:latin typeface="Times New Roman" panose="02020603050405020304" pitchFamily="18" charset="0"/>
                  <a:cs typeface="Times New Roman" panose="02020603050405020304" pitchFamily="18" charset="0"/>
                </a:rPr>
                <a:t>hối hợp nhịp nhàng giúp đảm bảo an toàn, hiệu quả và đúng tiến độ </a:t>
              </a:r>
              <a:r>
                <a:rPr lang="en-US" dirty="0" err="1">
                  <a:solidFill>
                    <a:schemeClr val="accent6">
                      <a:lumMod val="50000"/>
                    </a:schemeClr>
                  </a:solidFill>
                  <a:latin typeface="Times New Roman" panose="02020603050405020304" pitchFamily="18" charset="0"/>
                  <a:cs typeface="Times New Roman" panose="02020603050405020304" pitchFamily="18" charset="0"/>
                </a:rPr>
                <a:t>công</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việc</a:t>
              </a:r>
              <a:r>
                <a:rPr lang="vi-VN" dirty="0">
                  <a:solidFill>
                    <a:schemeClr val="accent6">
                      <a:lumMod val="50000"/>
                    </a:schemeClr>
                  </a:solidFill>
                  <a:latin typeface="Times New Roman" panose="02020603050405020304" pitchFamily="18" charset="0"/>
                  <a:cs typeface="Times New Roman" panose="02020603050405020304" pitchFamily="18" charset="0"/>
                </a:rPr>
                <a:t>.</a:t>
              </a:r>
            </a:p>
          </p:txBody>
        </p:sp>
        <p:sp>
          <p:nvSpPr>
            <p:cNvPr id="16" name="Shape 6">
              <a:extLst>
                <a:ext uri="{FF2B5EF4-FFF2-40B4-BE49-F238E27FC236}">
                  <a16:creationId xmlns:a16="http://schemas.microsoft.com/office/drawing/2014/main" id="{61617289-D66B-4845-9CA5-A2FBE8D9DD82}"/>
                </a:ext>
              </a:extLst>
            </p:cNvPr>
            <p:cNvSpPr/>
            <p:nvPr/>
          </p:nvSpPr>
          <p:spPr>
            <a:xfrm>
              <a:off x="3066439" y="1554479"/>
              <a:ext cx="2788920" cy="457200"/>
            </a:xfrm>
            <a:prstGeom prst="rect">
              <a:avLst/>
            </a:prstGeom>
            <a:solidFill>
              <a:srgbClr val="3B82F6"/>
            </a:solidFill>
            <a:ln/>
          </p:spPr>
        </p:sp>
        <p:sp>
          <p:nvSpPr>
            <p:cNvPr id="17" name="Text 8">
              <a:extLst>
                <a:ext uri="{FF2B5EF4-FFF2-40B4-BE49-F238E27FC236}">
                  <a16:creationId xmlns:a16="http://schemas.microsoft.com/office/drawing/2014/main" id="{79CA2849-8642-46D0-8508-7258CCF07D70}"/>
                </a:ext>
              </a:extLst>
            </p:cNvPr>
            <p:cNvSpPr/>
            <p:nvPr/>
          </p:nvSpPr>
          <p:spPr>
            <a:xfrm>
              <a:off x="3203598" y="2148838"/>
              <a:ext cx="2514600" cy="3291840"/>
            </a:xfrm>
            <a:prstGeom prst="rect">
              <a:avLst/>
            </a:prstGeom>
            <a:noFill/>
            <a:ln/>
          </p:spPr>
          <p:txBody>
            <a:bodyPr wrap="square" lIns="0" tIns="0" rIns="0" bIns="0" rtlCol="0" anchor="t"/>
            <a:lstStyle/>
            <a:p>
              <a:pPr marL="355600" indent="-355600" algn="just">
                <a:spcBef>
                  <a:spcPts val="1200"/>
                </a:spcBef>
                <a:buFont typeface="Wingdings" panose="05000000000000000000" pitchFamily="2" charset="2"/>
                <a:buChar char="§"/>
                <a:tabLst>
                  <a:tab pos="361950" algn="l"/>
                  <a:tab pos="536575" algn="l"/>
                  <a:tab pos="2244725" algn="l"/>
                </a:tabLst>
                <a:defRPr/>
              </a:pPr>
              <a:r>
                <a:rPr lang="en-US" dirty="0">
                  <a:solidFill>
                    <a:schemeClr val="accent6">
                      <a:lumMod val="50000"/>
                    </a:schemeClr>
                  </a:solidFill>
                  <a:latin typeface="Times New Roman" panose="02020603050405020304" pitchFamily="18" charset="0"/>
                  <a:cs typeface="Times New Roman" panose="02020603050405020304" pitchFamily="18" charset="0"/>
                </a:rPr>
                <a:t>Hoàn </a:t>
              </a:r>
              <a:r>
                <a:rPr lang="en-US" dirty="0" err="1">
                  <a:solidFill>
                    <a:schemeClr val="accent6">
                      <a:lumMod val="50000"/>
                    </a:schemeClr>
                  </a:solidFill>
                  <a:latin typeface="Times New Roman" panose="02020603050405020304" pitchFamily="18" charset="0"/>
                  <a:cs typeface="Times New Roman" panose="02020603050405020304" pitchFamily="18" charset="0"/>
                </a:rPr>
                <a:t>thành</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tất</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cả</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đầu</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việc</a:t>
              </a:r>
              <a:r>
                <a:rPr lang="en-US" dirty="0">
                  <a:solidFill>
                    <a:schemeClr val="accent6">
                      <a:lumMod val="50000"/>
                    </a:schemeClr>
                  </a:solidFill>
                  <a:latin typeface="Times New Roman" panose="02020603050405020304" pitchFamily="18" charset="0"/>
                  <a:cs typeface="Times New Roman" panose="02020603050405020304" pitchFamily="18" charset="0"/>
                </a:rPr>
                <a:t> BDSC &amp; KĐHC </a:t>
              </a:r>
              <a:r>
                <a:rPr lang="en-US" dirty="0" err="1">
                  <a:solidFill>
                    <a:schemeClr val="accent6">
                      <a:lumMod val="50000"/>
                    </a:schemeClr>
                  </a:solidFill>
                  <a:latin typeface="Times New Roman" panose="02020603050405020304" pitchFamily="18" charset="0"/>
                  <a:cs typeface="Times New Roman" panose="02020603050405020304" pitchFamily="18" charset="0"/>
                </a:rPr>
                <a:t>theo</a:t>
              </a:r>
              <a:r>
                <a:rPr lang="en-US" dirty="0">
                  <a:solidFill>
                    <a:schemeClr val="accent6">
                      <a:lumMod val="50000"/>
                    </a:schemeClr>
                  </a:solidFill>
                  <a:latin typeface="Times New Roman" panose="02020603050405020304" pitchFamily="18" charset="0"/>
                  <a:cs typeface="Times New Roman" panose="02020603050405020304" pitchFamily="18" charset="0"/>
                </a:rPr>
                <a:t> kế </a:t>
              </a:r>
              <a:r>
                <a:rPr lang="en-US" dirty="0" err="1">
                  <a:solidFill>
                    <a:schemeClr val="accent6">
                      <a:lumMod val="50000"/>
                    </a:schemeClr>
                  </a:solidFill>
                  <a:latin typeface="Times New Roman" panose="02020603050405020304" pitchFamily="18" charset="0"/>
                  <a:cs typeface="Times New Roman" panose="02020603050405020304" pitchFamily="18" charset="0"/>
                </a:rPr>
                <a:t>hoạch</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năm</a:t>
              </a:r>
              <a:r>
                <a:rPr lang="en-US" dirty="0">
                  <a:solidFill>
                    <a:schemeClr val="accent6">
                      <a:lumMod val="50000"/>
                    </a:schemeClr>
                  </a:solidFill>
                  <a:latin typeface="Times New Roman" panose="02020603050405020304" pitchFamily="18" charset="0"/>
                  <a:cs typeface="Times New Roman" panose="02020603050405020304" pitchFamily="18" charset="0"/>
                </a:rPr>
                <a:t> 2026 </a:t>
              </a:r>
              <a:r>
                <a:rPr lang="en-US" dirty="0" err="1">
                  <a:solidFill>
                    <a:schemeClr val="accent6">
                      <a:lumMod val="50000"/>
                    </a:schemeClr>
                  </a:solidFill>
                  <a:latin typeface="Times New Roman" panose="02020603050405020304" pitchFamily="18" charset="0"/>
                  <a:cs typeface="Times New Roman" panose="02020603050405020304" pitchFamily="18" charset="0"/>
                </a:rPr>
                <a:t>đảm</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bảo</a:t>
              </a:r>
              <a:r>
                <a:rPr lang="en-US" dirty="0">
                  <a:solidFill>
                    <a:schemeClr val="accent6">
                      <a:lumMod val="50000"/>
                    </a:schemeClr>
                  </a:solidFill>
                  <a:latin typeface="Times New Roman" panose="02020603050405020304" pitchFamily="18" charset="0"/>
                  <a:cs typeface="Times New Roman" panose="02020603050405020304" pitchFamily="18" charset="0"/>
                </a:rPr>
                <a:t> an </a:t>
              </a:r>
              <a:r>
                <a:rPr lang="en-US" dirty="0" err="1">
                  <a:solidFill>
                    <a:schemeClr val="accent6">
                      <a:lumMod val="50000"/>
                    </a:schemeClr>
                  </a:solidFill>
                  <a:latin typeface="Times New Roman" panose="02020603050405020304" pitchFamily="18" charset="0"/>
                  <a:cs typeface="Times New Roman" panose="02020603050405020304" pitchFamily="18" charset="0"/>
                </a:rPr>
                <a:t>toàn</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đạt</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chất</a:t>
              </a:r>
              <a:r>
                <a:rPr lang="en-US" dirty="0">
                  <a:solidFill>
                    <a:schemeClr val="accent6">
                      <a:lumMod val="50000"/>
                    </a:schemeClr>
                  </a:solidFill>
                  <a:latin typeface="Times New Roman" panose="02020603050405020304" pitchFamily="18" charset="0"/>
                  <a:cs typeface="Times New Roman" panose="02020603050405020304" pitchFamily="18" charset="0"/>
                </a:rPr>
                <a:t> l</a:t>
              </a:r>
              <a:r>
                <a:rPr lang="vi-VN" dirty="0">
                  <a:solidFill>
                    <a:schemeClr val="accent6">
                      <a:lumMod val="50000"/>
                    </a:schemeClr>
                  </a:solidFill>
                  <a:latin typeface="Times New Roman" panose="02020603050405020304" pitchFamily="18" charset="0"/>
                  <a:cs typeface="Times New Roman" panose="02020603050405020304" pitchFamily="18" charset="0"/>
                </a:rPr>
                <a:t>ư</a:t>
              </a:r>
              <a:r>
                <a:rPr lang="en-US" dirty="0" err="1">
                  <a:solidFill>
                    <a:schemeClr val="accent6">
                      <a:lumMod val="50000"/>
                    </a:schemeClr>
                  </a:solidFill>
                  <a:latin typeface="Times New Roman" panose="02020603050405020304" pitchFamily="18" charset="0"/>
                  <a:cs typeface="Times New Roman" panose="02020603050405020304" pitchFamily="18" charset="0"/>
                </a:rPr>
                <a:t>ợng</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và</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tiến</a:t>
              </a:r>
              <a:r>
                <a:rPr lang="en-US" dirty="0">
                  <a:solidFill>
                    <a:schemeClr val="accent6">
                      <a:lumMod val="50000"/>
                    </a:schemeClr>
                  </a:solidFill>
                  <a:latin typeface="Times New Roman" panose="02020603050405020304" pitchFamily="18" charset="0"/>
                  <a:cs typeface="Times New Roman" panose="02020603050405020304" pitchFamily="18" charset="0"/>
                </a:rPr>
                <a:t> độ </a:t>
              </a:r>
            </a:p>
            <a:p>
              <a:pPr marL="355600" indent="-355600" algn="just">
                <a:spcBef>
                  <a:spcPts val="1200"/>
                </a:spcBef>
                <a:buFont typeface="Wingdings" panose="05000000000000000000" pitchFamily="2" charset="2"/>
                <a:buChar char="§"/>
                <a:tabLst>
                  <a:tab pos="361950" algn="l"/>
                  <a:tab pos="536575" algn="l"/>
                  <a:tab pos="2244725" algn="l"/>
                </a:tabLst>
                <a:defRPr/>
              </a:pPr>
              <a:r>
                <a:rPr lang="en-US" dirty="0" err="1">
                  <a:solidFill>
                    <a:schemeClr val="accent6">
                      <a:lumMod val="50000"/>
                    </a:schemeClr>
                  </a:solidFill>
                  <a:latin typeface="Times New Roman" panose="02020603050405020304" pitchFamily="18" charset="0"/>
                  <a:cs typeface="Times New Roman" panose="02020603050405020304" pitchFamily="18" charset="0"/>
                </a:rPr>
                <a:t>Giàn</a:t>
              </a:r>
              <a:r>
                <a:rPr lang="en-US" dirty="0">
                  <a:solidFill>
                    <a:schemeClr val="accent6">
                      <a:lumMod val="50000"/>
                    </a:schemeClr>
                  </a:solidFill>
                  <a:latin typeface="Times New Roman" panose="02020603050405020304" pitchFamily="18" charset="0"/>
                  <a:cs typeface="Times New Roman" panose="02020603050405020304" pitchFamily="18" charset="0"/>
                </a:rPr>
                <a:t> DGCP </a:t>
              </a:r>
              <a:r>
                <a:rPr lang="en-US" dirty="0" err="1">
                  <a:solidFill>
                    <a:schemeClr val="accent6">
                      <a:lumMod val="50000"/>
                    </a:schemeClr>
                  </a:solidFill>
                  <a:latin typeface="Times New Roman" panose="02020603050405020304" pitchFamily="18" charset="0"/>
                  <a:cs typeface="Times New Roman" panose="02020603050405020304" pitchFamily="18" charset="0"/>
                </a:rPr>
                <a:t>sau</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khi</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hoàn</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thành</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công</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tác</a:t>
              </a:r>
              <a:r>
                <a:rPr lang="en-US" dirty="0">
                  <a:solidFill>
                    <a:schemeClr val="accent6">
                      <a:lumMod val="50000"/>
                    </a:schemeClr>
                  </a:solidFill>
                  <a:latin typeface="Times New Roman" panose="02020603050405020304" pitchFamily="18" charset="0"/>
                  <a:cs typeface="Times New Roman" panose="02020603050405020304" pitchFamily="18" charset="0"/>
                </a:rPr>
                <a:t> BDSC </a:t>
              </a:r>
              <a:r>
                <a:rPr lang="en-US" dirty="0" err="1">
                  <a:solidFill>
                    <a:schemeClr val="accent6">
                      <a:lumMod val="50000"/>
                    </a:schemeClr>
                  </a:solidFill>
                  <a:latin typeface="Times New Roman" panose="02020603050405020304" pitchFamily="18" charset="0"/>
                  <a:cs typeface="Times New Roman" panose="02020603050405020304" pitchFamily="18" charset="0"/>
                </a:rPr>
                <a:t>tiếp</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tục</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vi-VN" dirty="0">
                  <a:solidFill>
                    <a:schemeClr val="accent6">
                      <a:lumMod val="50000"/>
                    </a:schemeClr>
                  </a:solidFill>
                  <a:latin typeface="Times New Roman" panose="02020603050405020304" pitchFamily="18" charset="0"/>
                  <a:cs typeface="Times New Roman" panose="02020603050405020304" pitchFamily="18" charset="0"/>
                </a:rPr>
                <a:t>duy trì hiệu suất</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vận</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hành</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ổn</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định</a:t>
              </a:r>
              <a:r>
                <a:rPr lang="en-US" dirty="0">
                  <a:solidFill>
                    <a:schemeClr val="accent6">
                      <a:lumMod val="50000"/>
                    </a:schemeClr>
                  </a:solidFill>
                  <a:latin typeface="Times New Roman" panose="02020603050405020304" pitchFamily="18" charset="0"/>
                  <a:cs typeface="Times New Roman" panose="02020603050405020304" pitchFamily="18" charset="0"/>
                </a:rPr>
                <a:t>,</a:t>
              </a:r>
              <a:r>
                <a:rPr lang="vi-VN"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bảo</a:t>
              </a:r>
              <a:r>
                <a:rPr lang="en-US" dirty="0">
                  <a:solidFill>
                    <a:schemeClr val="accent6">
                      <a:lumMod val="50000"/>
                    </a:schemeClr>
                  </a:solidFill>
                  <a:latin typeface="Times New Roman" panose="02020603050405020304" pitchFamily="18" charset="0"/>
                  <a:cs typeface="Times New Roman" panose="02020603050405020304" pitchFamily="18" charset="0"/>
                </a:rPr>
                <a:t> an </a:t>
              </a:r>
              <a:r>
                <a:rPr lang="en-US" dirty="0" err="1">
                  <a:solidFill>
                    <a:schemeClr val="accent6">
                      <a:lumMod val="50000"/>
                    </a:schemeClr>
                  </a:solidFill>
                  <a:latin typeface="Times New Roman" panose="02020603050405020304" pitchFamily="18" charset="0"/>
                  <a:cs typeface="Times New Roman" panose="02020603050405020304" pitchFamily="18" charset="0"/>
                </a:rPr>
                <a:t>toàn</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và</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tính</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pháp</a:t>
              </a:r>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en-US" dirty="0" err="1">
                  <a:solidFill>
                    <a:schemeClr val="accent6">
                      <a:lumMod val="50000"/>
                    </a:schemeClr>
                  </a:solidFill>
                  <a:latin typeface="Times New Roman" panose="02020603050405020304" pitchFamily="18" charset="0"/>
                  <a:cs typeface="Times New Roman" panose="02020603050405020304" pitchFamily="18" charset="0"/>
                </a:rPr>
                <a:t>lý</a:t>
              </a:r>
              <a:r>
                <a:rPr lang="en-US" dirty="0">
                  <a:solidFill>
                    <a:schemeClr val="accent6">
                      <a:lumMod val="50000"/>
                    </a:schemeClr>
                  </a:solidFill>
                  <a:latin typeface="Times New Roman" panose="02020603050405020304" pitchFamily="18" charset="0"/>
                  <a:cs typeface="Times New Roman" panose="02020603050405020304" pitchFamily="18" charset="0"/>
                </a:rPr>
                <a:t>.</a:t>
              </a:r>
            </a:p>
          </p:txBody>
        </p:sp>
      </p:grpSp>
      <p:sp>
        <p:nvSpPr>
          <p:cNvPr id="15" name="TextBox 14">
            <a:extLst>
              <a:ext uri="{FF2B5EF4-FFF2-40B4-BE49-F238E27FC236}">
                <a16:creationId xmlns:a16="http://schemas.microsoft.com/office/drawing/2014/main" id="{165600F5-EF37-4A47-8B5B-107BC7342BD1}"/>
              </a:ext>
            </a:extLst>
          </p:cNvPr>
          <p:cNvSpPr txBox="1"/>
          <p:nvPr/>
        </p:nvSpPr>
        <p:spPr>
          <a:xfrm>
            <a:off x="2648372" y="548680"/>
            <a:ext cx="6759996" cy="400110"/>
          </a:xfrm>
          <a:prstGeom prst="rect">
            <a:avLst/>
          </a:prstGeom>
          <a:noFill/>
        </p:spPr>
        <p:txBody>
          <a:bodyPr wrap="square" rtlCol="0">
            <a:spAutoFit/>
          </a:bodyPr>
          <a:lstStyle/>
          <a:p>
            <a:pPr algn="ctr" fontAlgn="base">
              <a:spcBef>
                <a:spcPct val="0"/>
              </a:spcBef>
              <a:spcAft>
                <a:spcPct val="0"/>
              </a:spcAft>
            </a:pPr>
            <a:r>
              <a:rPr lang="en-US" sz="2000" b="1" kern="0" dirty="0">
                <a:solidFill>
                  <a:schemeClr val="accent6">
                    <a:lumMod val="50000"/>
                  </a:schemeClr>
                </a:solidFill>
                <a:latin typeface="Times New Roman" pitchFamily="18" charset="0"/>
                <a:cs typeface="Times New Roman" pitchFamily="18" charset="0"/>
              </a:rPr>
              <a:t>1. KẾ HOẠCH  DỪNG GIÀN ĐỂ BDSC NĂM 2026</a:t>
            </a:r>
            <a:endParaRPr lang="en-US" sz="2000" b="1" dirty="0">
              <a:solidFill>
                <a:schemeClr val="accent6">
                  <a:lumMod val="50000"/>
                </a:schemeClr>
              </a:solidFill>
              <a:latin typeface="Times New Roman" pitchFamily="18" charset="0"/>
              <a:cs typeface="Times New Roman" pitchFamily="18" charset="0"/>
            </a:endParaRPr>
          </a:p>
        </p:txBody>
      </p:sp>
      <p:sp>
        <p:nvSpPr>
          <p:cNvPr id="18" name="Text 3">
            <a:extLst>
              <a:ext uri="{FF2B5EF4-FFF2-40B4-BE49-F238E27FC236}">
                <a16:creationId xmlns:a16="http://schemas.microsoft.com/office/drawing/2014/main" id="{065EE0B3-6DEF-4793-92B4-15FF9E0C67E9}"/>
              </a:ext>
            </a:extLst>
          </p:cNvPr>
          <p:cNvSpPr/>
          <p:nvPr/>
        </p:nvSpPr>
        <p:spPr>
          <a:xfrm>
            <a:off x="3532941" y="1547526"/>
            <a:ext cx="3693664" cy="392057"/>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anose="02020603050405020304" pitchFamily="18" charset="0"/>
                <a:ea typeface="Arial" pitchFamily="34" charset="-122"/>
                <a:cs typeface="Times New Roman" panose="02020603050405020304" pitchFamily="18" charset="0"/>
              </a:rPr>
              <a:t>MỤC TIÊU</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7533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2">
            <a:extLst>
              <a:ext uri="{FF2B5EF4-FFF2-40B4-BE49-F238E27FC236}">
                <a16:creationId xmlns:a16="http://schemas.microsoft.com/office/drawing/2014/main" id="{174D11C2-BBF8-4523-9390-E9769BFA0B02}"/>
              </a:ext>
            </a:extLst>
          </p:cNvPr>
          <p:cNvSpPr/>
          <p:nvPr/>
        </p:nvSpPr>
        <p:spPr>
          <a:xfrm flipH="1">
            <a:off x="336425" y="1366480"/>
            <a:ext cx="6416797" cy="5097429"/>
          </a:xfrm>
          <a:prstGeom prst="rect">
            <a:avLst/>
          </a:prstGeom>
          <a:noFill/>
          <a:ln w="12700" cap="flat" cmpd="sng" algn="ctr">
            <a:noFill/>
            <a:prstDash val="solid"/>
          </a:ln>
          <a:effectLst/>
        </p:spPr>
        <p:txBody>
          <a:bodyPr lIns="86695" tIns="0" rIns="86695" bIns="0" rtlCol="0" anchor="t"/>
          <a:lstStyle/>
          <a:p>
            <a:pPr marL="342900" lvl="0" indent="-342900" algn="just">
              <a:lnSpc>
                <a:spcPct val="110000"/>
              </a:lnSpc>
              <a:spcBef>
                <a:spcPts val="600"/>
              </a:spcBef>
              <a:spcAft>
                <a:spcPts val="600"/>
              </a:spcAft>
              <a:buFont typeface="Wingdings" panose="05000000000000000000" pitchFamily="2" charset="2"/>
              <a:buChar char="v"/>
            </a:pPr>
            <a:r>
              <a:rPr lang="en-US" b="1" dirty="0" err="1">
                <a:solidFill>
                  <a:schemeClr val="accent6">
                    <a:lumMod val="75000"/>
                  </a:schemeClr>
                </a:solidFill>
                <a:latin typeface="Times New Roman" panose="02020603050405020304" pitchFamily="18" charset="0"/>
                <a:cs typeface="Times New Roman" panose="02020603050405020304" pitchFamily="18" charset="0"/>
              </a:rPr>
              <a:t>Khối</a:t>
            </a:r>
            <a:r>
              <a:rPr lang="en-US" b="1" dirty="0">
                <a:solidFill>
                  <a:schemeClr val="accent6">
                    <a:lumMod val="75000"/>
                  </a:schemeClr>
                </a:solidFill>
                <a:latin typeface="Times New Roman" panose="02020603050405020304" pitchFamily="18" charset="0"/>
                <a:cs typeface="Times New Roman" panose="02020603050405020304" pitchFamily="18" charset="0"/>
              </a:rPr>
              <a:t> l</a:t>
            </a:r>
            <a:r>
              <a:rPr lang="vi-VN" b="1" dirty="0">
                <a:solidFill>
                  <a:schemeClr val="accent6">
                    <a:lumMod val="75000"/>
                  </a:schemeClr>
                </a:solidFill>
                <a:latin typeface="Times New Roman" panose="02020603050405020304" pitchFamily="18" charset="0"/>
                <a:cs typeface="Times New Roman" panose="02020603050405020304" pitchFamily="18" charset="0"/>
              </a:rPr>
              <a:t>ư</a:t>
            </a:r>
            <a:r>
              <a:rPr lang="en-US" b="1" dirty="0" err="1">
                <a:solidFill>
                  <a:schemeClr val="accent6">
                    <a:lumMod val="75000"/>
                  </a:schemeClr>
                </a:solidFill>
                <a:latin typeface="Times New Roman" panose="02020603050405020304" pitchFamily="18" charset="0"/>
                <a:cs typeface="Times New Roman" panose="02020603050405020304" pitchFamily="18" charset="0"/>
              </a:rPr>
              <a:t>ợng</a:t>
            </a:r>
            <a:r>
              <a:rPr lang="en-US" b="1" dirty="0">
                <a:solidFill>
                  <a:schemeClr val="accent6">
                    <a:lumMod val="75000"/>
                  </a:schemeClr>
                </a:solidFill>
                <a:latin typeface="Times New Roman" panose="02020603050405020304" pitchFamily="18" charset="0"/>
                <a:cs typeface="Times New Roman" panose="02020603050405020304" pitchFamily="18" charset="0"/>
              </a:rPr>
              <a:t> </a:t>
            </a:r>
            <a:r>
              <a:rPr lang="en-US" b="1" dirty="0" err="1">
                <a:solidFill>
                  <a:schemeClr val="accent6">
                    <a:lumMod val="75000"/>
                  </a:schemeClr>
                </a:solidFill>
                <a:latin typeface="Times New Roman" panose="02020603050405020304" pitchFamily="18" charset="0"/>
                <a:cs typeface="Times New Roman" panose="02020603050405020304" pitchFamily="18" charset="0"/>
              </a:rPr>
              <a:t>công</a:t>
            </a:r>
            <a:r>
              <a:rPr lang="en-US" b="1" dirty="0">
                <a:solidFill>
                  <a:schemeClr val="accent6">
                    <a:lumMod val="75000"/>
                  </a:schemeClr>
                </a:solidFill>
                <a:latin typeface="Times New Roman" panose="02020603050405020304" pitchFamily="18" charset="0"/>
                <a:cs typeface="Times New Roman" panose="02020603050405020304" pitchFamily="18" charset="0"/>
              </a:rPr>
              <a:t> </a:t>
            </a:r>
            <a:r>
              <a:rPr lang="en-US" b="1" dirty="0" err="1">
                <a:solidFill>
                  <a:schemeClr val="accent6">
                    <a:lumMod val="75000"/>
                  </a:schemeClr>
                </a:solidFill>
                <a:latin typeface="Times New Roman" panose="02020603050405020304" pitchFamily="18" charset="0"/>
                <a:cs typeface="Times New Roman" panose="02020603050405020304" pitchFamily="18" charset="0"/>
              </a:rPr>
              <a:t>việc</a:t>
            </a:r>
            <a:r>
              <a:rPr lang="en-US" b="1" dirty="0">
                <a:solidFill>
                  <a:schemeClr val="accent6">
                    <a:lumMod val="75000"/>
                  </a:schemeClr>
                </a:solidFill>
                <a:latin typeface="Times New Roman" panose="02020603050405020304" pitchFamily="18" charset="0"/>
                <a:cs typeface="Times New Roman" panose="02020603050405020304" pitchFamily="18" charset="0"/>
              </a:rPr>
              <a:t> </a:t>
            </a:r>
            <a:r>
              <a:rPr lang="en-US" b="1" dirty="0" err="1">
                <a:solidFill>
                  <a:schemeClr val="accent6">
                    <a:lumMod val="75000"/>
                  </a:schemeClr>
                </a:solidFill>
                <a:latin typeface="Times New Roman" panose="02020603050405020304" pitchFamily="18" charset="0"/>
                <a:cs typeface="Times New Roman" panose="02020603050405020304" pitchFamily="18" charset="0"/>
              </a:rPr>
              <a:t>trong</a:t>
            </a:r>
            <a:r>
              <a:rPr lang="en-US" b="1" dirty="0">
                <a:solidFill>
                  <a:schemeClr val="accent6">
                    <a:lumMod val="75000"/>
                  </a:schemeClr>
                </a:solidFill>
                <a:latin typeface="Times New Roman" panose="02020603050405020304" pitchFamily="18" charset="0"/>
                <a:cs typeface="Times New Roman" panose="02020603050405020304" pitchFamily="18" charset="0"/>
              </a:rPr>
              <a:t> </a:t>
            </a:r>
            <a:r>
              <a:rPr lang="en-US" b="1" dirty="0" err="1">
                <a:solidFill>
                  <a:schemeClr val="accent6">
                    <a:lumMod val="75000"/>
                  </a:schemeClr>
                </a:solidFill>
                <a:latin typeface="Times New Roman" panose="02020603050405020304" pitchFamily="18" charset="0"/>
                <a:cs typeface="Times New Roman" panose="02020603050405020304" pitchFamily="18" charset="0"/>
              </a:rPr>
              <a:t>dừng</a:t>
            </a:r>
            <a:r>
              <a:rPr lang="en-US" b="1" dirty="0">
                <a:solidFill>
                  <a:schemeClr val="accent6">
                    <a:lumMod val="75000"/>
                  </a:schemeClr>
                </a:solidFill>
                <a:latin typeface="Times New Roman" panose="02020603050405020304" pitchFamily="18" charset="0"/>
                <a:cs typeface="Times New Roman" panose="02020603050405020304" pitchFamily="18" charset="0"/>
              </a:rPr>
              <a:t> </a:t>
            </a:r>
            <a:r>
              <a:rPr lang="en-US" b="1" dirty="0" err="1">
                <a:solidFill>
                  <a:schemeClr val="accent6">
                    <a:lumMod val="75000"/>
                  </a:schemeClr>
                </a:solidFill>
                <a:latin typeface="Times New Roman" panose="02020603050405020304" pitchFamily="18" charset="0"/>
                <a:cs typeface="Times New Roman" panose="02020603050405020304" pitchFamily="18" charset="0"/>
              </a:rPr>
              <a:t>khí</a:t>
            </a:r>
            <a:r>
              <a:rPr lang="en-US" b="1" dirty="0">
                <a:solidFill>
                  <a:schemeClr val="accent6">
                    <a:lumMod val="75000"/>
                  </a:schemeClr>
                </a:solidFill>
                <a:latin typeface="Times New Roman" panose="02020603050405020304" pitchFamily="18" charset="0"/>
                <a:cs typeface="Times New Roman" panose="02020603050405020304" pitchFamily="18" charset="0"/>
              </a:rPr>
              <a:t> </a:t>
            </a:r>
            <a:r>
              <a:rPr lang="en-US" b="1" dirty="0" err="1">
                <a:solidFill>
                  <a:schemeClr val="accent6">
                    <a:lumMod val="75000"/>
                  </a:schemeClr>
                </a:solidFill>
                <a:latin typeface="Times New Roman" panose="02020603050405020304" pitchFamily="18" charset="0"/>
                <a:cs typeface="Times New Roman" panose="02020603050405020304" pitchFamily="18" charset="0"/>
              </a:rPr>
              <a:t>năm</a:t>
            </a:r>
            <a:r>
              <a:rPr lang="en-US" b="1" dirty="0">
                <a:solidFill>
                  <a:schemeClr val="accent6">
                    <a:lumMod val="75000"/>
                  </a:schemeClr>
                </a:solidFill>
                <a:latin typeface="Times New Roman" panose="02020603050405020304" pitchFamily="18" charset="0"/>
                <a:cs typeface="Times New Roman" panose="02020603050405020304" pitchFamily="18" charset="0"/>
              </a:rPr>
              <a:t> 2026:</a:t>
            </a:r>
          </a:p>
          <a:p>
            <a:pPr marL="342900" lvl="0" indent="-342900" algn="just">
              <a:lnSpc>
                <a:spcPct val="110000"/>
              </a:lnSpc>
              <a:spcBef>
                <a:spcPts val="600"/>
              </a:spcBef>
              <a:spcAft>
                <a:spcPts val="600"/>
              </a:spcAft>
              <a:buFont typeface="Wingdings" panose="05000000000000000000" pitchFamily="2" charset="2"/>
              <a:buChar char="§"/>
            </a:pPr>
            <a:r>
              <a:rPr lang="en-US" b="1" dirty="0" err="1">
                <a:solidFill>
                  <a:schemeClr val="accent6">
                    <a:lumMod val="75000"/>
                  </a:schemeClr>
                </a:solidFill>
                <a:latin typeface="Times New Roman" panose="02020603050405020304" pitchFamily="18" charset="0"/>
                <a:cs typeface="Times New Roman" panose="02020603050405020304" pitchFamily="18" charset="0"/>
              </a:rPr>
              <a:t>Tổng</a:t>
            </a:r>
            <a:r>
              <a:rPr lang="en-US" b="1" dirty="0">
                <a:solidFill>
                  <a:schemeClr val="accent6">
                    <a:lumMod val="75000"/>
                  </a:schemeClr>
                </a:solidFill>
                <a:latin typeface="Times New Roman" panose="02020603050405020304" pitchFamily="18" charset="0"/>
                <a:cs typeface="Times New Roman" panose="02020603050405020304" pitchFamily="18" charset="0"/>
              </a:rPr>
              <a:t> </a:t>
            </a:r>
            <a:r>
              <a:rPr lang="en-US" b="1" dirty="0" err="1">
                <a:solidFill>
                  <a:schemeClr val="accent6">
                    <a:lumMod val="75000"/>
                  </a:schemeClr>
                </a:solidFill>
                <a:latin typeface="Times New Roman" panose="02020603050405020304" pitchFamily="18" charset="0"/>
                <a:cs typeface="Times New Roman" panose="02020603050405020304" pitchFamily="18" charset="0"/>
              </a:rPr>
              <a:t>số</a:t>
            </a:r>
            <a:r>
              <a:rPr lang="en-US" b="1" dirty="0">
                <a:solidFill>
                  <a:schemeClr val="accent6">
                    <a:lumMod val="75000"/>
                  </a:schemeClr>
                </a:solidFill>
                <a:latin typeface="Times New Roman" panose="02020603050405020304" pitchFamily="18" charset="0"/>
                <a:cs typeface="Times New Roman" panose="02020603050405020304" pitchFamily="18" charset="0"/>
              </a:rPr>
              <a:t> </a:t>
            </a:r>
            <a:r>
              <a:rPr lang="en-US" b="1" dirty="0" err="1">
                <a:solidFill>
                  <a:schemeClr val="accent6">
                    <a:lumMod val="75000"/>
                  </a:schemeClr>
                </a:solidFill>
                <a:latin typeface="Times New Roman" panose="02020603050405020304" pitchFamily="18" charset="0"/>
                <a:cs typeface="Times New Roman" panose="02020603050405020304" pitchFamily="18" charset="0"/>
              </a:rPr>
              <a:t>đầu</a:t>
            </a:r>
            <a:r>
              <a:rPr lang="en-US" b="1" dirty="0">
                <a:solidFill>
                  <a:schemeClr val="accent6">
                    <a:lumMod val="75000"/>
                  </a:schemeClr>
                </a:solidFill>
                <a:latin typeface="Times New Roman" panose="02020603050405020304" pitchFamily="18" charset="0"/>
                <a:cs typeface="Times New Roman" panose="02020603050405020304" pitchFamily="18" charset="0"/>
              </a:rPr>
              <a:t> </a:t>
            </a:r>
            <a:r>
              <a:rPr lang="en-US" b="1" dirty="0" err="1">
                <a:solidFill>
                  <a:schemeClr val="accent6">
                    <a:lumMod val="75000"/>
                  </a:schemeClr>
                </a:solidFill>
                <a:latin typeface="Times New Roman" panose="02020603050405020304" pitchFamily="18" charset="0"/>
                <a:cs typeface="Times New Roman" panose="02020603050405020304" pitchFamily="18" charset="0"/>
              </a:rPr>
              <a:t>việc</a:t>
            </a:r>
            <a:r>
              <a:rPr lang="en-US" b="1" dirty="0">
                <a:solidFill>
                  <a:schemeClr val="accent6">
                    <a:lumMod val="75000"/>
                  </a:schemeClr>
                </a:solidFill>
                <a:latin typeface="Times New Roman" panose="02020603050405020304" pitchFamily="18" charset="0"/>
                <a:cs typeface="Times New Roman" panose="02020603050405020304" pitchFamily="18" charset="0"/>
              </a:rPr>
              <a:t>: 13</a:t>
            </a:r>
          </a:p>
          <a:p>
            <a:pPr marL="342900" indent="-342900" algn="just">
              <a:lnSpc>
                <a:spcPct val="110000"/>
              </a:lnSpc>
              <a:spcBef>
                <a:spcPts val="600"/>
              </a:spcBef>
              <a:spcAft>
                <a:spcPts val="600"/>
              </a:spcAft>
              <a:buFont typeface="Wingdings" panose="05000000000000000000" pitchFamily="2" charset="2"/>
              <a:buChar char="ü"/>
            </a:pPr>
            <a:r>
              <a:rPr lang="en-US" dirty="0">
                <a:solidFill>
                  <a:schemeClr val="accent6">
                    <a:lumMod val="75000"/>
                  </a:schemeClr>
                </a:solidFill>
                <a:latin typeface="Times New Roman" panose="02020603050405020304" pitchFamily="18" charset="0"/>
                <a:cs typeface="Times New Roman" panose="02020603050405020304" pitchFamily="18" charset="0"/>
              </a:rPr>
              <a:t>BDSC TX: 4, KĐHC: 3, BDNN: 5, BDSC ĐX: 1</a:t>
            </a:r>
          </a:p>
          <a:p>
            <a:pPr marL="342900" lvl="0" indent="-342900" algn="just">
              <a:lnSpc>
                <a:spcPct val="110000"/>
              </a:lnSpc>
              <a:spcBef>
                <a:spcPts val="600"/>
              </a:spcBef>
              <a:spcAft>
                <a:spcPts val="600"/>
              </a:spcAft>
              <a:buFont typeface="Wingdings" panose="05000000000000000000" pitchFamily="2" charset="2"/>
              <a:buChar char="§"/>
            </a:pPr>
            <a:r>
              <a:rPr lang="en-US" b="1" dirty="0" err="1">
                <a:solidFill>
                  <a:schemeClr val="accent6">
                    <a:lumMod val="75000"/>
                  </a:schemeClr>
                </a:solidFill>
                <a:latin typeface="Times New Roman" panose="02020603050405020304" pitchFamily="18" charset="0"/>
                <a:cs typeface="Times New Roman" panose="02020603050405020304" pitchFamily="18" charset="0"/>
              </a:rPr>
              <a:t>Một</a:t>
            </a:r>
            <a:r>
              <a:rPr lang="en-US" b="1" dirty="0">
                <a:solidFill>
                  <a:schemeClr val="accent6">
                    <a:lumMod val="75000"/>
                  </a:schemeClr>
                </a:solidFill>
                <a:latin typeface="Times New Roman" panose="02020603050405020304" pitchFamily="18" charset="0"/>
                <a:cs typeface="Times New Roman" panose="02020603050405020304" pitchFamily="18" charset="0"/>
              </a:rPr>
              <a:t> </a:t>
            </a:r>
            <a:r>
              <a:rPr lang="en-US" b="1" dirty="0" err="1">
                <a:solidFill>
                  <a:schemeClr val="accent6">
                    <a:lumMod val="75000"/>
                  </a:schemeClr>
                </a:solidFill>
                <a:latin typeface="Times New Roman" panose="02020603050405020304" pitchFamily="18" charset="0"/>
                <a:cs typeface="Times New Roman" panose="02020603050405020304" pitchFamily="18" charset="0"/>
              </a:rPr>
              <a:t>số</a:t>
            </a:r>
            <a:r>
              <a:rPr lang="en-US" b="1" dirty="0">
                <a:solidFill>
                  <a:schemeClr val="accent6">
                    <a:lumMod val="75000"/>
                  </a:schemeClr>
                </a:solidFill>
                <a:latin typeface="Times New Roman" panose="02020603050405020304" pitchFamily="18" charset="0"/>
                <a:cs typeface="Times New Roman" panose="02020603050405020304" pitchFamily="18" charset="0"/>
              </a:rPr>
              <a:t> </a:t>
            </a:r>
            <a:r>
              <a:rPr lang="en-US" b="1" dirty="0" err="1">
                <a:solidFill>
                  <a:schemeClr val="accent6">
                    <a:lumMod val="75000"/>
                  </a:schemeClr>
                </a:solidFill>
                <a:latin typeface="Times New Roman" panose="02020603050405020304" pitchFamily="18" charset="0"/>
                <a:cs typeface="Times New Roman" panose="02020603050405020304" pitchFamily="18" charset="0"/>
              </a:rPr>
              <a:t>đầu</a:t>
            </a:r>
            <a:r>
              <a:rPr lang="en-US" b="1" dirty="0">
                <a:solidFill>
                  <a:schemeClr val="accent6">
                    <a:lumMod val="75000"/>
                  </a:schemeClr>
                </a:solidFill>
                <a:latin typeface="Times New Roman" panose="02020603050405020304" pitchFamily="18" charset="0"/>
                <a:cs typeface="Times New Roman" panose="02020603050405020304" pitchFamily="18" charset="0"/>
              </a:rPr>
              <a:t> </a:t>
            </a:r>
            <a:r>
              <a:rPr lang="en-US" b="1" dirty="0" err="1">
                <a:solidFill>
                  <a:schemeClr val="accent6">
                    <a:lumMod val="75000"/>
                  </a:schemeClr>
                </a:solidFill>
                <a:latin typeface="Times New Roman" panose="02020603050405020304" pitchFamily="18" charset="0"/>
                <a:cs typeface="Times New Roman" panose="02020603050405020304" pitchFamily="18" charset="0"/>
              </a:rPr>
              <a:t>việc</a:t>
            </a:r>
            <a:r>
              <a:rPr lang="en-US" b="1" dirty="0">
                <a:solidFill>
                  <a:schemeClr val="accent6">
                    <a:lumMod val="75000"/>
                  </a:schemeClr>
                </a:solidFill>
                <a:latin typeface="Times New Roman" panose="02020603050405020304" pitchFamily="18" charset="0"/>
                <a:cs typeface="Times New Roman" panose="02020603050405020304" pitchFamily="18" charset="0"/>
              </a:rPr>
              <a:t> </a:t>
            </a:r>
            <a:r>
              <a:rPr lang="en-US" b="1" dirty="0" err="1">
                <a:solidFill>
                  <a:schemeClr val="accent6">
                    <a:lumMod val="75000"/>
                  </a:schemeClr>
                </a:solidFill>
                <a:latin typeface="Times New Roman" panose="02020603050405020304" pitchFamily="18" charset="0"/>
                <a:cs typeface="Times New Roman" panose="02020603050405020304" pitchFamily="18" charset="0"/>
              </a:rPr>
              <a:t>quan</a:t>
            </a:r>
            <a:r>
              <a:rPr lang="en-US" b="1" dirty="0">
                <a:solidFill>
                  <a:schemeClr val="accent6">
                    <a:lumMod val="75000"/>
                  </a:schemeClr>
                </a:solidFill>
                <a:latin typeface="Times New Roman" panose="02020603050405020304" pitchFamily="18" charset="0"/>
                <a:cs typeface="Times New Roman" panose="02020603050405020304" pitchFamily="18" charset="0"/>
              </a:rPr>
              <a:t> </a:t>
            </a:r>
            <a:r>
              <a:rPr lang="en-US" b="1" dirty="0" err="1">
                <a:solidFill>
                  <a:schemeClr val="accent6">
                    <a:lumMod val="75000"/>
                  </a:schemeClr>
                </a:solidFill>
                <a:latin typeface="Times New Roman" panose="02020603050405020304" pitchFamily="18" charset="0"/>
                <a:cs typeface="Times New Roman" panose="02020603050405020304" pitchFamily="18" charset="0"/>
              </a:rPr>
              <a:t>trọng</a:t>
            </a:r>
            <a:r>
              <a:rPr lang="en-US" b="1" dirty="0">
                <a:solidFill>
                  <a:schemeClr val="accent6">
                    <a:lumMod val="75000"/>
                  </a:schemeClr>
                </a:solidFill>
                <a:latin typeface="Times New Roman" panose="02020603050405020304" pitchFamily="18" charset="0"/>
                <a:cs typeface="Times New Roman" panose="02020603050405020304" pitchFamily="18" charset="0"/>
              </a:rPr>
              <a:t>, </a:t>
            </a:r>
            <a:r>
              <a:rPr lang="en-US" b="1" dirty="0" err="1">
                <a:solidFill>
                  <a:schemeClr val="accent6">
                    <a:lumMod val="75000"/>
                  </a:schemeClr>
                </a:solidFill>
                <a:latin typeface="Times New Roman" panose="02020603050405020304" pitchFamily="18" charset="0"/>
                <a:cs typeface="Times New Roman" panose="02020603050405020304" pitchFamily="18" charset="0"/>
              </a:rPr>
              <a:t>trong</a:t>
            </a:r>
            <a:r>
              <a:rPr lang="en-US" b="1" dirty="0">
                <a:solidFill>
                  <a:schemeClr val="accent6">
                    <a:lumMod val="75000"/>
                  </a:schemeClr>
                </a:solidFill>
                <a:latin typeface="Times New Roman" panose="02020603050405020304" pitchFamily="18" charset="0"/>
                <a:cs typeface="Times New Roman" panose="02020603050405020304" pitchFamily="18" charset="0"/>
              </a:rPr>
              <a:t> </a:t>
            </a:r>
            <a:r>
              <a:rPr lang="en-US" b="1" dirty="0" err="1">
                <a:solidFill>
                  <a:schemeClr val="accent6">
                    <a:lumMod val="75000"/>
                  </a:schemeClr>
                </a:solidFill>
                <a:latin typeface="Times New Roman" panose="02020603050405020304" pitchFamily="18" charset="0"/>
                <a:cs typeface="Times New Roman" panose="02020603050405020304" pitchFamily="18" charset="0"/>
              </a:rPr>
              <a:t>đường</a:t>
            </a:r>
            <a:r>
              <a:rPr lang="en-US" b="1" dirty="0">
                <a:solidFill>
                  <a:schemeClr val="accent6">
                    <a:lumMod val="75000"/>
                  </a:schemeClr>
                </a:solidFill>
                <a:latin typeface="Times New Roman" panose="02020603050405020304" pitchFamily="18" charset="0"/>
                <a:cs typeface="Times New Roman" panose="02020603050405020304" pitchFamily="18" charset="0"/>
              </a:rPr>
              <a:t> </a:t>
            </a:r>
            <a:r>
              <a:rPr lang="en-US" b="1" dirty="0" err="1">
                <a:solidFill>
                  <a:schemeClr val="accent6">
                    <a:lumMod val="75000"/>
                  </a:schemeClr>
                </a:solidFill>
                <a:latin typeface="Times New Roman" panose="02020603050405020304" pitchFamily="18" charset="0"/>
                <a:cs typeface="Times New Roman" panose="02020603050405020304" pitchFamily="18" charset="0"/>
              </a:rPr>
              <a:t>gant</a:t>
            </a:r>
            <a:r>
              <a:rPr lang="en-US" b="1" dirty="0">
                <a:solidFill>
                  <a:schemeClr val="accent6">
                    <a:lumMod val="75000"/>
                  </a:schemeClr>
                </a:solidFill>
                <a:latin typeface="Times New Roman" panose="02020603050405020304" pitchFamily="18" charset="0"/>
                <a:cs typeface="Times New Roman" panose="02020603050405020304" pitchFamily="18" charset="0"/>
              </a:rPr>
              <a:t>:</a:t>
            </a:r>
          </a:p>
          <a:p>
            <a:pPr marL="342900" lvl="0" indent="-342900" algn="just">
              <a:lnSpc>
                <a:spcPct val="110000"/>
              </a:lnSpc>
              <a:spcBef>
                <a:spcPts val="600"/>
              </a:spcBef>
              <a:spcAft>
                <a:spcPts val="600"/>
              </a:spcAft>
              <a:buFont typeface="Wingdings" panose="05000000000000000000" pitchFamily="2" charset="2"/>
              <a:buChar char="ü"/>
            </a:pPr>
            <a:r>
              <a:rPr lang="vi-VN" dirty="0">
                <a:solidFill>
                  <a:schemeClr val="accent6">
                    <a:lumMod val="75000"/>
                  </a:schemeClr>
                </a:solidFill>
                <a:latin typeface="Times New Roman" panose="02020603050405020304" pitchFamily="18" charset="0"/>
                <a:cs typeface="Times New Roman" panose="02020603050405020304" pitchFamily="18" charset="0"/>
              </a:rPr>
              <a:t>Sửa chữa, thay thế các đường ống công nghệ bị ăn mòn, hư hỏng trên giàn DGCP</a:t>
            </a:r>
          </a:p>
          <a:p>
            <a:pPr marL="342900" lvl="0" indent="-342900" algn="just">
              <a:lnSpc>
                <a:spcPct val="110000"/>
              </a:lnSpc>
              <a:spcBef>
                <a:spcPts val="600"/>
              </a:spcBef>
              <a:spcAft>
                <a:spcPts val="600"/>
              </a:spcAft>
              <a:buFont typeface="Wingdings" panose="05000000000000000000" pitchFamily="2" charset="2"/>
              <a:buChar char="ü"/>
            </a:pPr>
            <a:r>
              <a:rPr lang="en-US" dirty="0" err="1">
                <a:solidFill>
                  <a:schemeClr val="accent6">
                    <a:lumMod val="75000"/>
                  </a:schemeClr>
                </a:solidFill>
                <a:latin typeface="Times New Roman" panose="02020603050405020304" pitchFamily="18" charset="0"/>
                <a:cs typeface="Times New Roman" panose="02020603050405020304" pitchFamily="18" charset="0"/>
              </a:rPr>
              <a:t>Nâng</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cấp</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bộ</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điều</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khiển</a:t>
            </a:r>
            <a:r>
              <a:rPr lang="en-US" dirty="0">
                <a:solidFill>
                  <a:schemeClr val="accent6">
                    <a:lumMod val="75000"/>
                  </a:schemeClr>
                </a:solidFill>
                <a:latin typeface="Times New Roman" panose="02020603050405020304" pitchFamily="18" charset="0"/>
                <a:cs typeface="Times New Roman" panose="02020603050405020304" pitchFamily="18" charset="0"/>
              </a:rPr>
              <a:t> VSD, BCP </a:t>
            </a:r>
            <a:r>
              <a:rPr lang="en-US" dirty="0" err="1">
                <a:solidFill>
                  <a:schemeClr val="accent6">
                    <a:lumMod val="75000"/>
                  </a:schemeClr>
                </a:solidFill>
                <a:latin typeface="Times New Roman" panose="02020603050405020304" pitchFamily="18" charset="0"/>
                <a:cs typeface="Times New Roman" panose="02020603050405020304" pitchFamily="18" charset="0"/>
              </a:rPr>
              <a:t>và</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thay</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thế</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các</a:t>
            </a:r>
            <a:r>
              <a:rPr lang="en-US" dirty="0">
                <a:solidFill>
                  <a:schemeClr val="accent6">
                    <a:lumMod val="75000"/>
                  </a:schemeClr>
                </a:solidFill>
                <a:latin typeface="Times New Roman" panose="02020603050405020304" pitchFamily="18" charset="0"/>
                <a:cs typeface="Times New Roman" panose="02020603050405020304" pitchFamily="18" charset="0"/>
              </a:rPr>
              <a:t> module </a:t>
            </a:r>
            <a:r>
              <a:rPr lang="en-US" dirty="0" err="1">
                <a:solidFill>
                  <a:schemeClr val="accent6">
                    <a:lumMod val="75000"/>
                  </a:schemeClr>
                </a:solidFill>
                <a:latin typeface="Times New Roman" panose="02020603050405020304" pitchFamily="18" charset="0"/>
                <a:cs typeface="Times New Roman" panose="02020603050405020304" pitchFamily="18" charset="0"/>
              </a:rPr>
              <a:t>cũ</a:t>
            </a:r>
            <a:r>
              <a:rPr lang="en-US" dirty="0">
                <a:solidFill>
                  <a:schemeClr val="accent6">
                    <a:lumMod val="75000"/>
                  </a:schemeClr>
                </a:solidFill>
                <a:latin typeface="Times New Roman" panose="02020603050405020304" pitchFamily="18" charset="0"/>
                <a:cs typeface="Times New Roman" panose="02020603050405020304" pitchFamily="18" charset="0"/>
              </a:rPr>
              <a:t>.</a:t>
            </a:r>
          </a:p>
          <a:p>
            <a:pPr marL="285750" lvl="0" indent="-285750" algn="just">
              <a:lnSpc>
                <a:spcPct val="110000"/>
              </a:lnSpc>
              <a:spcBef>
                <a:spcPts val="600"/>
              </a:spcBef>
              <a:spcAft>
                <a:spcPts val="600"/>
              </a:spcAft>
              <a:buFont typeface="Wingdings" panose="05000000000000000000" pitchFamily="2" charset="2"/>
              <a:buChar char="§"/>
            </a:pPr>
            <a:r>
              <a:rPr lang="en-US" b="1" dirty="0" err="1">
                <a:solidFill>
                  <a:schemeClr val="accent6">
                    <a:lumMod val="75000"/>
                  </a:schemeClr>
                </a:solidFill>
                <a:latin typeface="Times New Roman" panose="02020603050405020304" pitchFamily="18" charset="0"/>
                <a:cs typeface="Times New Roman" panose="02020603050405020304" pitchFamily="18" charset="0"/>
              </a:rPr>
              <a:t>Các</a:t>
            </a:r>
            <a:r>
              <a:rPr lang="en-US" b="1" dirty="0">
                <a:solidFill>
                  <a:schemeClr val="accent6">
                    <a:lumMod val="75000"/>
                  </a:schemeClr>
                </a:solidFill>
                <a:latin typeface="Times New Roman" panose="02020603050405020304" pitchFamily="18" charset="0"/>
                <a:cs typeface="Times New Roman" panose="02020603050405020304" pitchFamily="18" charset="0"/>
              </a:rPr>
              <a:t> </a:t>
            </a:r>
            <a:r>
              <a:rPr lang="en-US" b="1" dirty="0" err="1">
                <a:solidFill>
                  <a:schemeClr val="accent6">
                    <a:lumMod val="75000"/>
                  </a:schemeClr>
                </a:solidFill>
                <a:latin typeface="Times New Roman" panose="02020603050405020304" pitchFamily="18" charset="0"/>
                <a:cs typeface="Times New Roman" panose="02020603050405020304" pitchFamily="18" charset="0"/>
              </a:rPr>
              <a:t>đầu</a:t>
            </a:r>
            <a:r>
              <a:rPr lang="en-US" b="1" dirty="0">
                <a:solidFill>
                  <a:schemeClr val="accent6">
                    <a:lumMod val="75000"/>
                  </a:schemeClr>
                </a:solidFill>
                <a:latin typeface="Times New Roman" panose="02020603050405020304" pitchFamily="18" charset="0"/>
                <a:cs typeface="Times New Roman" panose="02020603050405020304" pitchFamily="18" charset="0"/>
              </a:rPr>
              <a:t> </a:t>
            </a:r>
            <a:r>
              <a:rPr lang="en-US" b="1" dirty="0" err="1">
                <a:solidFill>
                  <a:schemeClr val="accent6">
                    <a:lumMod val="75000"/>
                  </a:schemeClr>
                </a:solidFill>
                <a:latin typeface="Times New Roman" panose="02020603050405020304" pitchFamily="18" charset="0"/>
                <a:cs typeface="Times New Roman" panose="02020603050405020304" pitchFamily="18" charset="0"/>
              </a:rPr>
              <a:t>việc</a:t>
            </a:r>
            <a:r>
              <a:rPr lang="en-US" b="1" dirty="0">
                <a:solidFill>
                  <a:schemeClr val="accent6">
                    <a:lumMod val="75000"/>
                  </a:schemeClr>
                </a:solidFill>
                <a:latin typeface="Times New Roman" panose="02020603050405020304" pitchFamily="18" charset="0"/>
                <a:cs typeface="Times New Roman" panose="02020603050405020304" pitchFamily="18" charset="0"/>
              </a:rPr>
              <a:t> </a:t>
            </a:r>
            <a:r>
              <a:rPr lang="en-US" b="1" dirty="0" err="1">
                <a:solidFill>
                  <a:schemeClr val="accent6">
                    <a:lumMod val="75000"/>
                  </a:schemeClr>
                </a:solidFill>
                <a:latin typeface="Times New Roman" panose="02020603050405020304" pitchFamily="18" charset="0"/>
                <a:cs typeface="Times New Roman" panose="02020603050405020304" pitchFamily="18" charset="0"/>
              </a:rPr>
              <a:t>quan</a:t>
            </a:r>
            <a:r>
              <a:rPr lang="en-US" b="1" dirty="0">
                <a:solidFill>
                  <a:schemeClr val="accent6">
                    <a:lumMod val="75000"/>
                  </a:schemeClr>
                </a:solidFill>
                <a:latin typeface="Times New Roman" panose="02020603050405020304" pitchFamily="18" charset="0"/>
                <a:cs typeface="Times New Roman" panose="02020603050405020304" pitchFamily="18" charset="0"/>
              </a:rPr>
              <a:t> </a:t>
            </a:r>
            <a:r>
              <a:rPr lang="en-US" b="1" dirty="0" err="1">
                <a:solidFill>
                  <a:schemeClr val="accent6">
                    <a:lumMod val="75000"/>
                  </a:schemeClr>
                </a:solidFill>
                <a:latin typeface="Times New Roman" panose="02020603050405020304" pitchFamily="18" charset="0"/>
                <a:cs typeface="Times New Roman" panose="02020603050405020304" pitchFamily="18" charset="0"/>
              </a:rPr>
              <a:t>trọng</a:t>
            </a:r>
            <a:r>
              <a:rPr lang="en-US" b="1" dirty="0">
                <a:solidFill>
                  <a:schemeClr val="accent6">
                    <a:lumMod val="75000"/>
                  </a:schemeClr>
                </a:solidFill>
                <a:latin typeface="Times New Roman" panose="02020603050405020304" pitchFamily="18" charset="0"/>
                <a:cs typeface="Times New Roman" panose="02020603050405020304" pitchFamily="18" charset="0"/>
              </a:rPr>
              <a:t>, </a:t>
            </a:r>
            <a:r>
              <a:rPr lang="en-US" b="1" dirty="0" err="1">
                <a:solidFill>
                  <a:schemeClr val="accent6">
                    <a:lumMod val="75000"/>
                  </a:schemeClr>
                </a:solidFill>
                <a:latin typeface="Times New Roman" panose="02020603050405020304" pitchFamily="18" charset="0"/>
                <a:cs typeface="Times New Roman" panose="02020603050405020304" pitchFamily="18" charset="0"/>
              </a:rPr>
              <a:t>dài</a:t>
            </a:r>
            <a:r>
              <a:rPr lang="en-US" b="1" dirty="0">
                <a:solidFill>
                  <a:schemeClr val="accent6">
                    <a:lumMod val="75000"/>
                  </a:schemeClr>
                </a:solidFill>
                <a:latin typeface="Times New Roman" panose="02020603050405020304" pitchFamily="18" charset="0"/>
                <a:cs typeface="Times New Roman" panose="02020603050405020304" pitchFamily="18" charset="0"/>
              </a:rPr>
              <a:t> </a:t>
            </a:r>
            <a:r>
              <a:rPr lang="en-US" b="1" dirty="0" err="1">
                <a:solidFill>
                  <a:schemeClr val="accent6">
                    <a:lumMod val="75000"/>
                  </a:schemeClr>
                </a:solidFill>
                <a:latin typeface="Times New Roman" panose="02020603050405020304" pitchFamily="18" charset="0"/>
                <a:cs typeface="Times New Roman" panose="02020603050405020304" pitchFamily="18" charset="0"/>
              </a:rPr>
              <a:t>ngày</a:t>
            </a:r>
            <a:r>
              <a:rPr lang="en-US" b="1" dirty="0">
                <a:solidFill>
                  <a:schemeClr val="accent6">
                    <a:lumMod val="75000"/>
                  </a:schemeClr>
                </a:solidFill>
                <a:latin typeface="Times New Roman" panose="02020603050405020304" pitchFamily="18" charset="0"/>
                <a:cs typeface="Times New Roman" panose="02020603050405020304" pitchFamily="18" charset="0"/>
              </a:rPr>
              <a:t>:</a:t>
            </a:r>
          </a:p>
          <a:p>
            <a:pPr marL="342900" lvl="0" indent="-342900" algn="just">
              <a:lnSpc>
                <a:spcPct val="110000"/>
              </a:lnSpc>
              <a:spcBef>
                <a:spcPts val="600"/>
              </a:spcBef>
              <a:spcAft>
                <a:spcPts val="600"/>
              </a:spcAft>
              <a:buFont typeface="Wingdings" panose="05000000000000000000" pitchFamily="2" charset="2"/>
              <a:buChar char="ü"/>
            </a:pPr>
            <a:r>
              <a:rPr lang="en-US" dirty="0" err="1">
                <a:solidFill>
                  <a:schemeClr val="accent6">
                    <a:lumMod val="75000"/>
                  </a:schemeClr>
                </a:solidFill>
                <a:latin typeface="Times New Roman" panose="02020603050405020304" pitchFamily="18" charset="0"/>
                <a:cs typeface="Times New Roman" panose="02020603050405020304" pitchFamily="18" charset="0"/>
              </a:rPr>
              <a:t>Vệ</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sinh</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bên</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trong</a:t>
            </a:r>
            <a:r>
              <a:rPr lang="en-US" dirty="0">
                <a:solidFill>
                  <a:schemeClr val="accent6">
                    <a:lumMod val="75000"/>
                  </a:schemeClr>
                </a:solidFill>
                <a:latin typeface="Times New Roman" panose="02020603050405020304" pitchFamily="18" charset="0"/>
                <a:cs typeface="Times New Roman" panose="02020603050405020304" pitchFamily="18" charset="0"/>
              </a:rPr>
              <a:t> &amp; PPU </a:t>
            </a:r>
            <a:r>
              <a:rPr lang="en-US" dirty="0" err="1">
                <a:solidFill>
                  <a:schemeClr val="accent6">
                    <a:lumMod val="75000"/>
                  </a:schemeClr>
                </a:solidFill>
                <a:latin typeface="Times New Roman" panose="02020603050405020304" pitchFamily="18" charset="0"/>
                <a:cs typeface="Times New Roman" panose="02020603050405020304" pitchFamily="18" charset="0"/>
              </a:rPr>
              <a:t>các</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hệ</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thống</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công</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nghệ</a:t>
            </a:r>
            <a:endParaRPr lang="en-US" dirty="0">
              <a:solidFill>
                <a:schemeClr val="accent6">
                  <a:lumMod val="75000"/>
                </a:schemeClr>
              </a:solidFill>
              <a:latin typeface="Times New Roman" panose="02020603050405020304" pitchFamily="18" charset="0"/>
              <a:cs typeface="Times New Roman" panose="02020603050405020304" pitchFamily="18" charset="0"/>
            </a:endParaRPr>
          </a:p>
          <a:p>
            <a:pPr marL="342900" lvl="0" indent="-342900" algn="just">
              <a:lnSpc>
                <a:spcPct val="110000"/>
              </a:lnSpc>
              <a:spcBef>
                <a:spcPts val="600"/>
              </a:spcBef>
              <a:spcAft>
                <a:spcPts val="600"/>
              </a:spcAft>
              <a:buFont typeface="Wingdings" panose="05000000000000000000" pitchFamily="2" charset="2"/>
              <a:buChar char="ü"/>
            </a:pPr>
            <a:r>
              <a:rPr lang="en-US" dirty="0">
                <a:solidFill>
                  <a:schemeClr val="accent6">
                    <a:lumMod val="75000"/>
                  </a:schemeClr>
                </a:solidFill>
                <a:latin typeface="Times New Roman" panose="02020603050405020304" pitchFamily="18" charset="0"/>
                <a:cs typeface="Times New Roman" panose="02020603050405020304" pitchFamily="18" charset="0"/>
              </a:rPr>
              <a:t>Thay valve </a:t>
            </a:r>
            <a:r>
              <a:rPr lang="en-US" dirty="0" err="1">
                <a:solidFill>
                  <a:schemeClr val="accent6">
                    <a:lumMod val="75000"/>
                  </a:schemeClr>
                </a:solidFill>
                <a:latin typeface="Times New Roman" panose="02020603050405020304" pitchFamily="18" charset="0"/>
                <a:cs typeface="Times New Roman" panose="02020603050405020304" pitchFamily="18" charset="0"/>
              </a:rPr>
              <a:t>trên</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giàn</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Rồng</a:t>
            </a:r>
            <a:endParaRPr lang="en-US" dirty="0">
              <a:solidFill>
                <a:schemeClr val="accent6">
                  <a:lumMod val="75000"/>
                </a:schemeClr>
              </a:solidFill>
              <a:latin typeface="Times New Roman" panose="02020603050405020304" pitchFamily="18" charset="0"/>
              <a:cs typeface="Times New Roman" panose="02020603050405020304" pitchFamily="18" charset="0"/>
            </a:endParaRPr>
          </a:p>
          <a:p>
            <a:pPr marL="342900" lvl="0" indent="-342900" algn="just">
              <a:lnSpc>
                <a:spcPct val="110000"/>
              </a:lnSpc>
              <a:spcBef>
                <a:spcPts val="600"/>
              </a:spcBef>
              <a:spcAft>
                <a:spcPts val="600"/>
              </a:spcAft>
              <a:buFont typeface="Wingdings" panose="05000000000000000000" pitchFamily="2" charset="2"/>
              <a:buChar char="ü"/>
            </a:pPr>
            <a:r>
              <a:rPr lang="vi-VN" dirty="0">
                <a:solidFill>
                  <a:schemeClr val="accent6">
                    <a:lumMod val="75000"/>
                  </a:schemeClr>
                </a:solidFill>
                <a:latin typeface="Times New Roman" panose="02020603050405020304" pitchFamily="18" charset="0"/>
                <a:cs typeface="Times New Roman" panose="02020603050405020304" pitchFamily="18" charset="0"/>
              </a:rPr>
              <a:t>Kiểm định hiệu chuẩn các thiết bị đo áp suất, nhiệt độ tại giàn Rồng</a:t>
            </a:r>
          </a:p>
          <a:p>
            <a:pPr marL="342900" lvl="0" indent="-342900" algn="just">
              <a:lnSpc>
                <a:spcPct val="110000"/>
              </a:lnSpc>
              <a:spcBef>
                <a:spcPts val="600"/>
              </a:spcBef>
              <a:spcAft>
                <a:spcPts val="600"/>
              </a:spcAft>
              <a:buFont typeface="Wingdings" panose="05000000000000000000" pitchFamily="2" charset="2"/>
              <a:buChar char="ü"/>
            </a:pPr>
            <a:endParaRPr lang="en-US" dirty="0">
              <a:solidFill>
                <a:schemeClr val="accent6">
                  <a:lumMod val="75000"/>
                </a:schemeClr>
              </a:solidFill>
              <a:latin typeface="Times New Roman" panose="02020603050405020304" pitchFamily="18" charset="0"/>
              <a:cs typeface="Times New Roman" panose="02020603050405020304" pitchFamily="18" charset="0"/>
            </a:endParaRPr>
          </a:p>
          <a:p>
            <a:pPr marL="342900" lvl="0" indent="-342900" algn="just">
              <a:lnSpc>
                <a:spcPct val="110000"/>
              </a:lnSpc>
              <a:spcBef>
                <a:spcPts val="600"/>
              </a:spcBef>
              <a:spcAft>
                <a:spcPts val="600"/>
              </a:spcAft>
              <a:buFont typeface="Wingdings" panose="05000000000000000000" pitchFamily="2" charset="2"/>
              <a:buChar char="ü"/>
            </a:pPr>
            <a:endParaRPr lang="en-US" dirty="0">
              <a:solidFill>
                <a:schemeClr val="accent6">
                  <a:lumMod val="75000"/>
                </a:schemeClr>
              </a:solidFill>
              <a:latin typeface="Times New Roman" panose="02020603050405020304" pitchFamily="18" charset="0"/>
              <a:cs typeface="Times New Roman" panose="02020603050405020304" pitchFamily="18" charset="0"/>
            </a:endParaRPr>
          </a:p>
          <a:p>
            <a:pPr marL="342900" lvl="0" indent="-342900" algn="just">
              <a:lnSpc>
                <a:spcPct val="110000"/>
              </a:lnSpc>
              <a:spcBef>
                <a:spcPts val="600"/>
              </a:spcBef>
              <a:spcAft>
                <a:spcPts val="600"/>
              </a:spcAft>
              <a:buFont typeface="Wingdings" panose="05000000000000000000" pitchFamily="2" charset="2"/>
              <a:buChar char="ü"/>
            </a:pPr>
            <a:endParaRPr lang="en-US" dirty="0">
              <a:solidFill>
                <a:schemeClr val="accent6">
                  <a:lumMod val="75000"/>
                </a:schemeClr>
              </a:solidFill>
              <a:latin typeface="Times New Roman" panose="02020603050405020304" pitchFamily="18" charset="0"/>
              <a:cs typeface="Times New Roman" panose="02020603050405020304" pitchFamily="18" charset="0"/>
            </a:endParaRPr>
          </a:p>
          <a:p>
            <a:pPr marL="342900" lvl="0" indent="-342900" algn="just">
              <a:lnSpc>
                <a:spcPct val="110000"/>
              </a:lnSpc>
              <a:spcBef>
                <a:spcPts val="600"/>
              </a:spcBef>
              <a:spcAft>
                <a:spcPts val="600"/>
              </a:spcAft>
              <a:buFont typeface="Wingdings" panose="05000000000000000000" pitchFamily="2" charset="2"/>
              <a:buChar char="ü"/>
            </a:pPr>
            <a:endParaRPr lang="en-US" b="1" dirty="0">
              <a:solidFill>
                <a:schemeClr val="accent6">
                  <a:lumMod val="75000"/>
                </a:schemeClr>
              </a:solidFill>
              <a:latin typeface="Times New Roman" panose="02020603050405020304" pitchFamily="18" charset="0"/>
              <a:cs typeface="Times New Roman" panose="02020603050405020304" pitchFamily="18" charset="0"/>
            </a:endParaRPr>
          </a:p>
          <a:p>
            <a:pPr lvl="0" algn="just">
              <a:lnSpc>
                <a:spcPct val="110000"/>
              </a:lnSpc>
              <a:spcBef>
                <a:spcPts val="600"/>
              </a:spcBef>
              <a:spcAft>
                <a:spcPts val="600"/>
              </a:spcAft>
            </a:pPr>
            <a:endParaRPr lang="en-US" dirty="0">
              <a:solidFill>
                <a:schemeClr val="accent6">
                  <a:lumMod val="75000"/>
                </a:schemeClr>
              </a:solidFill>
              <a:latin typeface="Times New Roman" panose="02020603050405020304" pitchFamily="18" charset="0"/>
              <a:cs typeface="Times New Roman" panose="02020603050405020304" pitchFamily="18" charset="0"/>
            </a:endParaRPr>
          </a:p>
          <a:p>
            <a:pPr marL="342900" lvl="0" indent="-342900" algn="just">
              <a:lnSpc>
                <a:spcPct val="110000"/>
              </a:lnSpc>
              <a:spcBef>
                <a:spcPts val="600"/>
              </a:spcBef>
              <a:spcAft>
                <a:spcPts val="600"/>
              </a:spcAft>
              <a:buFont typeface="Wingdings" panose="05000000000000000000" pitchFamily="2" charset="2"/>
              <a:buChar char="ü"/>
            </a:pPr>
            <a:endParaRPr lang="en-US" dirty="0">
              <a:solidFill>
                <a:schemeClr val="accent6">
                  <a:lumMod val="75000"/>
                </a:schemeClr>
              </a:solidFill>
              <a:latin typeface="Times New Roman" panose="02020603050405020304" pitchFamily="18" charset="0"/>
              <a:cs typeface="Times New Roman" panose="02020603050405020304" pitchFamily="18" charset="0"/>
            </a:endParaRPr>
          </a:p>
          <a:p>
            <a:pPr lvl="0" algn="just">
              <a:spcBef>
                <a:spcPts val="600"/>
              </a:spcBef>
              <a:spcAft>
                <a:spcPts val="600"/>
              </a:spcAft>
            </a:pPr>
            <a:endParaRPr lang="en-US" dirty="0">
              <a:solidFill>
                <a:schemeClr val="accent6">
                  <a:lumMod val="75000"/>
                </a:schemeClr>
              </a:solidFill>
              <a:latin typeface="Times New Roman" panose="02020603050405020304" pitchFamily="18" charset="0"/>
              <a:ea typeface="Tahoma" panose="020B0604030504040204" pitchFamily="34" charset="0"/>
              <a:cs typeface="Times New Roman" panose="02020603050405020304" pitchFamily="18" charset="0"/>
            </a:endParaRPr>
          </a:p>
          <a:p>
            <a:pPr lvl="0" algn="just">
              <a:spcBef>
                <a:spcPts val="600"/>
              </a:spcBef>
              <a:spcAft>
                <a:spcPts val="600"/>
              </a:spcAft>
            </a:pPr>
            <a:endParaRPr lang="en-US" dirty="0">
              <a:solidFill>
                <a:schemeClr val="accent6">
                  <a:lumMod val="75000"/>
                </a:schemeClr>
              </a:solidFill>
              <a:latin typeface="Times New Roman" panose="02020603050405020304" pitchFamily="18" charset="0"/>
              <a:ea typeface="Tahoma" panose="020B0604030504040204" pitchFamily="34" charset="0"/>
              <a:cs typeface="Times New Roman" panose="02020603050405020304" pitchFamily="18" charset="0"/>
            </a:endParaRPr>
          </a:p>
        </p:txBody>
      </p:sp>
      <p:graphicFrame>
        <p:nvGraphicFramePr>
          <p:cNvPr id="4" name="Chart 3">
            <a:extLst>
              <a:ext uri="{FF2B5EF4-FFF2-40B4-BE49-F238E27FC236}">
                <a16:creationId xmlns:a16="http://schemas.microsoft.com/office/drawing/2014/main" id="{FBB2308D-31DE-472F-B9B4-0F00FDA4B859}"/>
              </a:ext>
            </a:extLst>
          </p:cNvPr>
          <p:cNvGraphicFramePr/>
          <p:nvPr>
            <p:extLst>
              <p:ext uri="{D42A27DB-BD31-4B8C-83A1-F6EECF244321}">
                <p14:modId xmlns:p14="http://schemas.microsoft.com/office/powerpoint/2010/main" val="3162546887"/>
              </p:ext>
            </p:extLst>
          </p:nvPr>
        </p:nvGraphicFramePr>
        <p:xfrm>
          <a:off x="6250733" y="1196752"/>
          <a:ext cx="5604841" cy="5267157"/>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10E51106-098C-4E8B-ABBC-E5C36B857E7E}"/>
              </a:ext>
            </a:extLst>
          </p:cNvPr>
          <p:cNvSpPr txBox="1"/>
          <p:nvPr/>
        </p:nvSpPr>
        <p:spPr>
          <a:xfrm>
            <a:off x="2648372" y="548680"/>
            <a:ext cx="6759996" cy="400110"/>
          </a:xfrm>
          <a:prstGeom prst="rect">
            <a:avLst/>
          </a:prstGeom>
          <a:noFill/>
        </p:spPr>
        <p:txBody>
          <a:bodyPr wrap="square" rtlCol="0">
            <a:spAutoFit/>
          </a:bodyPr>
          <a:lstStyle/>
          <a:p>
            <a:pPr algn="ctr" fontAlgn="base">
              <a:spcBef>
                <a:spcPct val="0"/>
              </a:spcBef>
              <a:spcAft>
                <a:spcPct val="0"/>
              </a:spcAft>
            </a:pPr>
            <a:r>
              <a:rPr lang="en-US" sz="2000" b="1" kern="0" dirty="0">
                <a:solidFill>
                  <a:schemeClr val="accent6">
                    <a:lumMod val="75000"/>
                  </a:schemeClr>
                </a:solidFill>
                <a:latin typeface="Times New Roman" pitchFamily="18" charset="0"/>
                <a:cs typeface="Times New Roman" pitchFamily="18" charset="0"/>
              </a:rPr>
              <a:t>1. KẾ HOẠCH  DỪNG GIÀN ĐỂ BDSC NĂM 2026</a:t>
            </a:r>
            <a:endParaRPr lang="en-US" sz="2000" b="1" dirty="0">
              <a:solidFill>
                <a:schemeClr val="accent6">
                  <a:lumMod val="75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19028384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CCAD4D46-38ED-49EC-99E7-0EB36CE22754}"/>
              </a:ext>
            </a:extLst>
          </p:cNvPr>
          <p:cNvGraphicFramePr>
            <a:graphicFrameLocks noGrp="1"/>
          </p:cNvGraphicFramePr>
          <p:nvPr>
            <p:extLst>
              <p:ext uri="{D42A27DB-BD31-4B8C-83A1-F6EECF244321}">
                <p14:modId xmlns:p14="http://schemas.microsoft.com/office/powerpoint/2010/main" val="1055230296"/>
              </p:ext>
            </p:extLst>
          </p:nvPr>
        </p:nvGraphicFramePr>
        <p:xfrm>
          <a:off x="335360" y="1412776"/>
          <a:ext cx="11665295" cy="5283290"/>
        </p:xfrm>
        <a:graphic>
          <a:graphicData uri="http://schemas.openxmlformats.org/drawingml/2006/table">
            <a:tbl>
              <a:tblPr firstRow="1" firstCol="1" bandRow="1">
                <a:tableStyleId>{5C22544A-7EE6-4342-B048-85BDC9FD1C3A}</a:tableStyleId>
              </a:tblPr>
              <a:tblGrid>
                <a:gridCol w="551944">
                  <a:extLst>
                    <a:ext uri="{9D8B030D-6E8A-4147-A177-3AD203B41FA5}">
                      <a16:colId xmlns:a16="http://schemas.microsoft.com/office/drawing/2014/main" val="929430887"/>
                    </a:ext>
                  </a:extLst>
                </a:gridCol>
                <a:gridCol w="3316941">
                  <a:extLst>
                    <a:ext uri="{9D8B030D-6E8A-4147-A177-3AD203B41FA5}">
                      <a16:colId xmlns:a16="http://schemas.microsoft.com/office/drawing/2014/main" val="471014971"/>
                    </a:ext>
                  </a:extLst>
                </a:gridCol>
                <a:gridCol w="3990760">
                  <a:extLst>
                    <a:ext uri="{9D8B030D-6E8A-4147-A177-3AD203B41FA5}">
                      <a16:colId xmlns:a16="http://schemas.microsoft.com/office/drawing/2014/main" val="2630667464"/>
                    </a:ext>
                  </a:extLst>
                </a:gridCol>
                <a:gridCol w="1227926">
                  <a:extLst>
                    <a:ext uri="{9D8B030D-6E8A-4147-A177-3AD203B41FA5}">
                      <a16:colId xmlns:a16="http://schemas.microsoft.com/office/drawing/2014/main" val="706141375"/>
                    </a:ext>
                  </a:extLst>
                </a:gridCol>
                <a:gridCol w="1580035">
                  <a:extLst>
                    <a:ext uri="{9D8B030D-6E8A-4147-A177-3AD203B41FA5}">
                      <a16:colId xmlns:a16="http://schemas.microsoft.com/office/drawing/2014/main" val="2663341539"/>
                    </a:ext>
                  </a:extLst>
                </a:gridCol>
                <a:gridCol w="997689">
                  <a:extLst>
                    <a:ext uri="{9D8B030D-6E8A-4147-A177-3AD203B41FA5}">
                      <a16:colId xmlns:a16="http://schemas.microsoft.com/office/drawing/2014/main" val="1168072069"/>
                    </a:ext>
                  </a:extLst>
                </a:gridCol>
              </a:tblGrid>
              <a:tr h="544963">
                <a:tc>
                  <a:txBody>
                    <a:bodyPr/>
                    <a:lstStyle/>
                    <a:p>
                      <a:pPr algn="ctr">
                        <a:lnSpc>
                          <a:spcPct val="107000"/>
                        </a:lnSpc>
                        <a:spcAft>
                          <a:spcPts val="0"/>
                        </a:spcAft>
                      </a:pPr>
                      <a:r>
                        <a:rPr lang="en-US" sz="1500" dirty="0">
                          <a:solidFill>
                            <a:schemeClr val="tx1"/>
                          </a:solidFill>
                          <a:effectLst/>
                          <a:latin typeface="Times New Roman" panose="02020603050405020304" pitchFamily="18" charset="0"/>
                          <a:cs typeface="Times New Roman" panose="02020603050405020304" pitchFamily="18" charset="0"/>
                        </a:rPr>
                        <a:t>STT</a:t>
                      </a:r>
                      <a:endPar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032" marR="2603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lnSpc>
                          <a:spcPct val="107000"/>
                        </a:lnSpc>
                        <a:spcAft>
                          <a:spcPts val="0"/>
                        </a:spcAft>
                      </a:pPr>
                      <a:r>
                        <a:rPr lang="en-US" sz="1500" dirty="0" err="1">
                          <a:solidFill>
                            <a:schemeClr val="tx1"/>
                          </a:solidFill>
                          <a:effectLst/>
                          <a:latin typeface="Times New Roman" panose="02020603050405020304" pitchFamily="18" charset="0"/>
                          <a:cs typeface="Times New Roman" panose="02020603050405020304" pitchFamily="18" charset="0"/>
                        </a:rPr>
                        <a:t>Nội</a:t>
                      </a:r>
                      <a:r>
                        <a:rPr lang="en-US" sz="1500" dirty="0">
                          <a:solidFill>
                            <a:schemeClr val="tx1"/>
                          </a:solidFill>
                          <a:effectLst/>
                          <a:latin typeface="Times New Roman" panose="02020603050405020304" pitchFamily="18" charset="0"/>
                          <a:cs typeface="Times New Roman" panose="02020603050405020304" pitchFamily="18" charset="0"/>
                        </a:rPr>
                        <a:t> dung </a:t>
                      </a:r>
                      <a:r>
                        <a:rPr lang="en-US" sz="1500" dirty="0" err="1">
                          <a:solidFill>
                            <a:schemeClr val="tx1"/>
                          </a:solidFill>
                          <a:effectLst/>
                          <a:latin typeface="Times New Roman" panose="02020603050405020304" pitchFamily="18" charset="0"/>
                          <a:cs typeface="Times New Roman" panose="02020603050405020304" pitchFamily="18" charset="0"/>
                        </a:rPr>
                        <a:t>đầu</a:t>
                      </a:r>
                      <a:r>
                        <a:rPr lang="en-US" sz="1500" dirty="0">
                          <a:solidFill>
                            <a:schemeClr val="tx1"/>
                          </a:solidFill>
                          <a:effectLst/>
                          <a:latin typeface="Times New Roman" panose="02020603050405020304" pitchFamily="18" charset="0"/>
                          <a:cs typeface="Times New Roman" panose="02020603050405020304" pitchFamily="18" charset="0"/>
                        </a:rPr>
                        <a:t> </a:t>
                      </a:r>
                      <a:r>
                        <a:rPr lang="en-US" sz="1500" dirty="0" err="1">
                          <a:solidFill>
                            <a:schemeClr val="tx1"/>
                          </a:solidFill>
                          <a:effectLst/>
                          <a:latin typeface="Times New Roman" panose="02020603050405020304" pitchFamily="18" charset="0"/>
                          <a:cs typeface="Times New Roman" panose="02020603050405020304" pitchFamily="18" charset="0"/>
                        </a:rPr>
                        <a:t>việc</a:t>
                      </a:r>
                      <a:r>
                        <a:rPr lang="en-US" sz="1500" dirty="0">
                          <a:solidFill>
                            <a:schemeClr val="tx1"/>
                          </a:solidFill>
                          <a:effectLst/>
                          <a:latin typeface="Times New Roman" panose="02020603050405020304" pitchFamily="18" charset="0"/>
                          <a:cs typeface="Times New Roman" panose="02020603050405020304" pitchFamily="18" charset="0"/>
                        </a:rPr>
                        <a:t> </a:t>
                      </a:r>
                      <a:r>
                        <a:rPr lang="en-US" sz="1500" dirty="0" err="1">
                          <a:solidFill>
                            <a:schemeClr val="tx1"/>
                          </a:solidFill>
                          <a:effectLst/>
                          <a:latin typeface="Times New Roman" panose="02020603050405020304" pitchFamily="18" charset="0"/>
                          <a:cs typeface="Times New Roman" panose="02020603050405020304" pitchFamily="18" charset="0"/>
                        </a:rPr>
                        <a:t>chính</a:t>
                      </a:r>
                      <a:endPar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032" marR="2603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lnSpc>
                          <a:spcPct val="107000"/>
                        </a:lnSpc>
                        <a:spcAft>
                          <a:spcPts val="0"/>
                        </a:spcAft>
                      </a:pPr>
                      <a:r>
                        <a:rPr lang="en-US" sz="1500" dirty="0" err="1">
                          <a:solidFill>
                            <a:schemeClr val="tx1"/>
                          </a:solidFill>
                          <a:effectLst/>
                          <a:latin typeface="Times New Roman" panose="02020603050405020304" pitchFamily="18" charset="0"/>
                          <a:cs typeface="Times New Roman" panose="02020603050405020304" pitchFamily="18" charset="0"/>
                        </a:rPr>
                        <a:t>Tình</a:t>
                      </a:r>
                      <a:r>
                        <a:rPr lang="en-US" sz="1500" dirty="0">
                          <a:solidFill>
                            <a:schemeClr val="tx1"/>
                          </a:solidFill>
                          <a:effectLst/>
                          <a:latin typeface="Times New Roman" panose="02020603050405020304" pitchFamily="18" charset="0"/>
                          <a:cs typeface="Times New Roman" panose="02020603050405020304" pitchFamily="18" charset="0"/>
                        </a:rPr>
                        <a:t> </a:t>
                      </a:r>
                      <a:r>
                        <a:rPr lang="en-US" sz="1500" dirty="0" err="1">
                          <a:solidFill>
                            <a:schemeClr val="tx1"/>
                          </a:solidFill>
                          <a:effectLst/>
                          <a:latin typeface="Times New Roman" panose="02020603050405020304" pitchFamily="18" charset="0"/>
                          <a:cs typeface="Times New Roman" panose="02020603050405020304" pitchFamily="18" charset="0"/>
                        </a:rPr>
                        <a:t>trạng</a:t>
                      </a:r>
                      <a:r>
                        <a:rPr lang="en-US" sz="1500" dirty="0">
                          <a:solidFill>
                            <a:schemeClr val="tx1"/>
                          </a:solidFill>
                          <a:effectLst/>
                          <a:latin typeface="Times New Roman" panose="02020603050405020304" pitchFamily="18" charset="0"/>
                          <a:cs typeface="Times New Roman" panose="02020603050405020304" pitchFamily="18" charset="0"/>
                        </a:rPr>
                        <a:t> </a:t>
                      </a:r>
                      <a:r>
                        <a:rPr lang="en-US" sz="1500" dirty="0" err="1">
                          <a:solidFill>
                            <a:schemeClr val="tx1"/>
                          </a:solidFill>
                          <a:effectLst/>
                          <a:latin typeface="Times New Roman" panose="02020603050405020304" pitchFamily="18" charset="0"/>
                          <a:cs typeface="Times New Roman" panose="02020603050405020304" pitchFamily="18" charset="0"/>
                        </a:rPr>
                        <a:t>thực</a:t>
                      </a:r>
                      <a:r>
                        <a:rPr lang="en-US" sz="1500" dirty="0">
                          <a:solidFill>
                            <a:schemeClr val="tx1"/>
                          </a:solidFill>
                          <a:effectLst/>
                          <a:latin typeface="Times New Roman" panose="02020603050405020304" pitchFamily="18" charset="0"/>
                          <a:cs typeface="Times New Roman" panose="02020603050405020304" pitchFamily="18" charset="0"/>
                        </a:rPr>
                        <a:t> </a:t>
                      </a:r>
                      <a:r>
                        <a:rPr lang="en-US" sz="1500" dirty="0" err="1">
                          <a:solidFill>
                            <a:schemeClr val="tx1"/>
                          </a:solidFill>
                          <a:effectLst/>
                          <a:latin typeface="Times New Roman" panose="02020603050405020304" pitchFamily="18" charset="0"/>
                          <a:cs typeface="Times New Roman" panose="02020603050405020304" pitchFamily="18" charset="0"/>
                        </a:rPr>
                        <a:t>hiện</a:t>
                      </a:r>
                      <a:endPar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032" marR="2603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lnSpc>
                          <a:spcPct val="107000"/>
                        </a:lnSpc>
                        <a:spcAft>
                          <a:spcPts val="0"/>
                        </a:spcAft>
                      </a:pPr>
                      <a:r>
                        <a:rPr lang="en-US" sz="1500">
                          <a:solidFill>
                            <a:schemeClr val="tx1"/>
                          </a:solidFill>
                          <a:effectLst/>
                          <a:latin typeface="Times New Roman" panose="02020603050405020304" pitchFamily="18" charset="0"/>
                          <a:cs typeface="Times New Roman" panose="02020603050405020304" pitchFamily="18" charset="0"/>
                        </a:rPr>
                        <a:t>Đơn vị TH</a:t>
                      </a:r>
                      <a:endParaRPr lang="en-US" sz="15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032" marR="2603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lnSpc>
                          <a:spcPct val="107000"/>
                        </a:lnSpc>
                        <a:spcAft>
                          <a:spcPts val="0"/>
                        </a:spcAft>
                      </a:pPr>
                      <a:r>
                        <a:rPr lang="en-US" sz="1500">
                          <a:solidFill>
                            <a:schemeClr val="tx1"/>
                          </a:solidFill>
                          <a:effectLst/>
                          <a:latin typeface="Times New Roman" panose="02020603050405020304" pitchFamily="18" charset="0"/>
                          <a:cs typeface="Times New Roman" panose="02020603050405020304" pitchFamily="18" charset="0"/>
                        </a:rPr>
                        <a:t>Nhà thầu</a:t>
                      </a:r>
                      <a:endParaRPr lang="en-US" sz="15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032" marR="2603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lnSpc>
                          <a:spcPct val="107000"/>
                        </a:lnSpc>
                        <a:spcAft>
                          <a:spcPts val="0"/>
                        </a:spcAft>
                      </a:pPr>
                      <a:r>
                        <a:rPr lang="en-US" sz="1500">
                          <a:solidFill>
                            <a:schemeClr val="tx1"/>
                          </a:solidFill>
                          <a:effectLst/>
                          <a:latin typeface="Times New Roman" panose="02020603050405020304" pitchFamily="18" charset="0"/>
                          <a:cs typeface="Times New Roman" panose="02020603050405020304" pitchFamily="18" charset="0"/>
                        </a:rPr>
                        <a:t>Nhân sự optimal</a:t>
                      </a:r>
                      <a:endParaRPr lang="en-US" sz="15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032" marR="2603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577925768"/>
                  </a:ext>
                </a:extLst>
              </a:tr>
              <a:tr h="899685">
                <a:tc>
                  <a:txBody>
                    <a:bodyPr/>
                    <a:lstStyle/>
                    <a:p>
                      <a:pPr algn="ctr">
                        <a:lnSpc>
                          <a:spcPct val="107000"/>
                        </a:lnSpc>
                        <a:spcAft>
                          <a:spcPts val="0"/>
                        </a:spcAft>
                      </a:pPr>
                      <a:r>
                        <a:rPr lang="en-US" sz="1500" b="0" dirty="0">
                          <a:solidFill>
                            <a:schemeClr val="tx1"/>
                          </a:solidFill>
                          <a:effectLst/>
                          <a:latin typeface="Times New Roman" panose="02020603050405020304" pitchFamily="18" charset="0"/>
                          <a:cs typeface="Times New Roman" panose="02020603050405020304" pitchFamily="18" charset="0"/>
                        </a:rPr>
                        <a:t>1</a:t>
                      </a:r>
                      <a:endParaRPr lang="en-US" sz="1500" b="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032" marR="2603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53975" indent="0" algn="just">
                        <a:lnSpc>
                          <a:spcPct val="107000"/>
                        </a:lnSpc>
                        <a:spcAft>
                          <a:spcPts val="0"/>
                        </a:spcAft>
                      </a:pP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chữa</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thay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thế</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các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đường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ống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công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nghệ</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bị</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ăn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mòn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hư</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hỏng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trên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giàn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DGCP</a:t>
                      </a:r>
                    </a:p>
                  </a:txBody>
                  <a:tcPr marL="26032" marR="2603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171450" indent="-171450" algn="just">
                        <a:lnSpc>
                          <a:spcPct val="107000"/>
                        </a:lnSpc>
                        <a:spcAft>
                          <a:spcPts val="0"/>
                        </a:spcAft>
                        <a:buFont typeface="Times New Roman" panose="02020603050405020304" pitchFamily="18" charset="0"/>
                        <a:buChar char="‐"/>
                      </a:pPr>
                      <a:r>
                        <a:rPr lang="en-US" sz="1500" dirty="0" err="1">
                          <a:solidFill>
                            <a:schemeClr val="tx1"/>
                          </a:solidFill>
                          <a:effectLst/>
                          <a:latin typeface="Times New Roman" panose="02020603050405020304" pitchFamily="18" charset="0"/>
                          <a:cs typeface="Times New Roman" panose="02020603050405020304" pitchFamily="18" charset="0"/>
                        </a:rPr>
                        <a:t>Vật</a:t>
                      </a:r>
                      <a:r>
                        <a:rPr lang="en-US" sz="1500" dirty="0">
                          <a:solidFill>
                            <a:schemeClr val="tx1"/>
                          </a:solidFill>
                          <a:effectLst/>
                          <a:latin typeface="Times New Roman" panose="02020603050405020304" pitchFamily="18" charset="0"/>
                          <a:cs typeface="Times New Roman" panose="02020603050405020304" pitchFamily="18" charset="0"/>
                        </a:rPr>
                        <a:t> </a:t>
                      </a:r>
                      <a:r>
                        <a:rPr lang="en-US" sz="1500" dirty="0" err="1">
                          <a:solidFill>
                            <a:schemeClr val="tx1"/>
                          </a:solidFill>
                          <a:effectLst/>
                          <a:latin typeface="Times New Roman" panose="02020603050405020304" pitchFamily="18" charset="0"/>
                          <a:cs typeface="Times New Roman" panose="02020603050405020304" pitchFamily="18" charset="0"/>
                        </a:rPr>
                        <a:t>tư</a:t>
                      </a:r>
                      <a:r>
                        <a:rPr lang="en-US" sz="1500" dirty="0">
                          <a:solidFill>
                            <a:schemeClr val="tx1"/>
                          </a:solidFill>
                          <a:effectLst/>
                          <a:latin typeface="Times New Roman" panose="02020603050405020304" pitchFamily="18" charset="0"/>
                          <a:cs typeface="Times New Roman" panose="02020603050405020304" pitchFamily="18" charset="0"/>
                        </a:rPr>
                        <a:t>: </a:t>
                      </a:r>
                      <a:r>
                        <a:rPr lang="en-US" sz="1500" dirty="0" err="1">
                          <a:solidFill>
                            <a:schemeClr val="tx1"/>
                          </a:solidFill>
                          <a:effectLst/>
                          <a:latin typeface="Times New Roman" panose="02020603050405020304" pitchFamily="18" charset="0"/>
                          <a:cs typeface="Times New Roman" panose="02020603050405020304" pitchFamily="18" charset="0"/>
                        </a:rPr>
                        <a:t>Đã</a:t>
                      </a:r>
                      <a:r>
                        <a:rPr lang="en-US" sz="1500" dirty="0">
                          <a:solidFill>
                            <a:schemeClr val="tx1"/>
                          </a:solidFill>
                          <a:effectLst/>
                          <a:latin typeface="Times New Roman" panose="02020603050405020304" pitchFamily="18" charset="0"/>
                          <a:cs typeface="Times New Roman" panose="02020603050405020304" pitchFamily="18" charset="0"/>
                        </a:rPr>
                        <a:t> </a:t>
                      </a:r>
                      <a:r>
                        <a:rPr lang="en-US" sz="1500" dirty="0" err="1">
                          <a:solidFill>
                            <a:schemeClr val="tx1"/>
                          </a:solidFill>
                          <a:effectLst/>
                          <a:latin typeface="Times New Roman" panose="02020603050405020304" pitchFamily="18" charset="0"/>
                          <a:cs typeface="Times New Roman" panose="02020603050405020304" pitchFamily="18" charset="0"/>
                        </a:rPr>
                        <a:t>sẵn</a:t>
                      </a:r>
                      <a:r>
                        <a:rPr lang="en-US" sz="1500" dirty="0">
                          <a:solidFill>
                            <a:schemeClr val="tx1"/>
                          </a:solidFill>
                          <a:effectLst/>
                          <a:latin typeface="Times New Roman" panose="02020603050405020304" pitchFamily="18" charset="0"/>
                          <a:cs typeface="Times New Roman" panose="02020603050405020304" pitchFamily="18" charset="0"/>
                        </a:rPr>
                        <a:t> </a:t>
                      </a:r>
                      <a:r>
                        <a:rPr lang="en-US" sz="1500" dirty="0" err="1">
                          <a:solidFill>
                            <a:schemeClr val="tx1"/>
                          </a:solidFill>
                          <a:effectLst/>
                          <a:latin typeface="Times New Roman" panose="02020603050405020304" pitchFamily="18" charset="0"/>
                          <a:cs typeface="Times New Roman" panose="02020603050405020304" pitchFamily="18" charset="0"/>
                        </a:rPr>
                        <a:t>sàng</a:t>
                      </a:r>
                      <a:endParaRPr lang="en-US" sz="1500" dirty="0">
                        <a:solidFill>
                          <a:schemeClr val="tx1"/>
                        </a:solidFill>
                        <a:effectLst/>
                        <a:latin typeface="Times New Roman" panose="02020603050405020304" pitchFamily="18" charset="0"/>
                        <a:cs typeface="Times New Roman" panose="02020603050405020304" pitchFamily="18" charset="0"/>
                      </a:endParaRPr>
                    </a:p>
                    <a:p>
                      <a:pPr marL="171450" indent="-171450" algn="just">
                        <a:lnSpc>
                          <a:spcPct val="107000"/>
                        </a:lnSpc>
                        <a:spcAft>
                          <a:spcPts val="0"/>
                        </a:spcAft>
                        <a:buFont typeface="Times New Roman" panose="02020603050405020304" pitchFamily="18" charset="0"/>
                        <a:buChar char="‐"/>
                      </a:pPr>
                      <a:r>
                        <a:rPr lang="en-US" sz="1500" dirty="0" err="1">
                          <a:solidFill>
                            <a:schemeClr val="tx1"/>
                          </a:solidFill>
                          <a:effectLst/>
                          <a:latin typeface="Times New Roman" panose="02020603050405020304" pitchFamily="18" charset="0"/>
                          <a:cs typeface="Times New Roman" panose="02020603050405020304" pitchFamily="18" charset="0"/>
                        </a:rPr>
                        <a:t>Nhân</a:t>
                      </a:r>
                      <a:r>
                        <a:rPr lang="en-US" sz="1500" dirty="0">
                          <a:solidFill>
                            <a:schemeClr val="tx1"/>
                          </a:solidFill>
                          <a:effectLst/>
                          <a:latin typeface="Times New Roman" panose="02020603050405020304" pitchFamily="18" charset="0"/>
                          <a:cs typeface="Times New Roman" panose="02020603050405020304" pitchFamily="18" charset="0"/>
                        </a:rPr>
                        <a:t> </a:t>
                      </a:r>
                      <a:r>
                        <a:rPr lang="en-US" sz="1500" dirty="0" err="1">
                          <a:solidFill>
                            <a:schemeClr val="tx1"/>
                          </a:solidFill>
                          <a:effectLst/>
                          <a:latin typeface="Times New Roman" panose="02020603050405020304" pitchFamily="18" charset="0"/>
                          <a:cs typeface="Times New Roman" panose="02020603050405020304" pitchFamily="18" charset="0"/>
                        </a:rPr>
                        <a:t>sự</a:t>
                      </a:r>
                      <a:r>
                        <a:rPr lang="en-US" sz="1500" dirty="0">
                          <a:solidFill>
                            <a:schemeClr val="tx1"/>
                          </a:solidFill>
                          <a:effectLst/>
                          <a:latin typeface="Times New Roman" panose="02020603050405020304" pitchFamily="18" charset="0"/>
                          <a:cs typeface="Times New Roman" panose="02020603050405020304" pitchFamily="18" charset="0"/>
                        </a:rPr>
                        <a:t>: </a:t>
                      </a:r>
                      <a:r>
                        <a:rPr lang="en-US" sz="1500" b="0" dirty="0" err="1">
                          <a:solidFill>
                            <a:schemeClr val="tx1"/>
                          </a:solidFill>
                          <a:effectLst/>
                          <a:latin typeface="Times New Roman" panose="02020603050405020304" pitchFamily="18" charset="0"/>
                          <a:cs typeface="Times New Roman" panose="02020603050405020304" pitchFamily="18" charset="0"/>
                        </a:rPr>
                        <a:t>Đã</a:t>
                      </a:r>
                      <a:r>
                        <a:rPr lang="en-US" sz="1500" b="0" dirty="0">
                          <a:solidFill>
                            <a:schemeClr val="tx1"/>
                          </a:solidFill>
                          <a:effectLst/>
                          <a:latin typeface="Times New Roman" panose="02020603050405020304" pitchFamily="18" charset="0"/>
                          <a:cs typeface="Times New Roman" panose="02020603050405020304" pitchFamily="18" charset="0"/>
                        </a:rPr>
                        <a:t> </a:t>
                      </a:r>
                      <a:r>
                        <a:rPr lang="en-US" sz="1500" b="0" dirty="0" err="1">
                          <a:solidFill>
                            <a:schemeClr val="tx1"/>
                          </a:solidFill>
                          <a:effectLst/>
                          <a:latin typeface="Times New Roman" panose="02020603050405020304" pitchFamily="18" charset="0"/>
                          <a:cs typeface="Times New Roman" panose="02020603050405020304" pitchFamily="18" charset="0"/>
                        </a:rPr>
                        <a:t>sẵn</a:t>
                      </a:r>
                      <a:r>
                        <a:rPr lang="en-US" sz="1500" b="0" dirty="0">
                          <a:solidFill>
                            <a:schemeClr val="tx1"/>
                          </a:solidFill>
                          <a:effectLst/>
                          <a:latin typeface="Times New Roman" panose="02020603050405020304" pitchFamily="18" charset="0"/>
                          <a:cs typeface="Times New Roman" panose="02020603050405020304" pitchFamily="18" charset="0"/>
                        </a:rPr>
                        <a:t> </a:t>
                      </a:r>
                      <a:r>
                        <a:rPr lang="en-US" sz="1500" b="0" dirty="0" err="1">
                          <a:solidFill>
                            <a:schemeClr val="tx1"/>
                          </a:solidFill>
                          <a:effectLst/>
                          <a:latin typeface="Times New Roman" panose="02020603050405020304" pitchFamily="18" charset="0"/>
                          <a:cs typeface="Times New Roman" panose="02020603050405020304" pitchFamily="18" charset="0"/>
                        </a:rPr>
                        <a:t>sàng</a:t>
                      </a:r>
                      <a:endPar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032" marR="2603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07000"/>
                        </a:lnSpc>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DVK</a:t>
                      </a:r>
                    </a:p>
                  </a:txBody>
                  <a:tcPr marL="26032" marR="2603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07000"/>
                        </a:lnSpc>
                        <a:spcAft>
                          <a:spcPts val="0"/>
                        </a:spcAft>
                      </a:pPr>
                      <a:r>
                        <a:rPr lang="en-US" sz="1500" dirty="0">
                          <a:solidFill>
                            <a:schemeClr val="tx1"/>
                          </a:solidFill>
                          <a:effectLst/>
                          <a:latin typeface="Times New Roman" panose="02020603050405020304" pitchFamily="18" charset="0"/>
                          <a:cs typeface="Times New Roman" panose="02020603050405020304" pitchFamily="18" charset="0"/>
                        </a:rPr>
                        <a:t>Thăng Long</a:t>
                      </a:r>
                      <a:endPar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032" marR="2603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07000"/>
                        </a:lnSpc>
                        <a:spcAft>
                          <a:spcPts val="0"/>
                        </a:spcAft>
                      </a:pPr>
                      <a:r>
                        <a:rPr lang="en-US" sz="1500" dirty="0">
                          <a:solidFill>
                            <a:schemeClr val="tx1"/>
                          </a:solidFill>
                          <a:effectLst/>
                          <a:latin typeface="Times New Roman" panose="02020603050405020304" pitchFamily="18" charset="0"/>
                          <a:cs typeface="Times New Roman" panose="02020603050405020304" pitchFamily="18" charset="0"/>
                        </a:rPr>
                        <a:t>15</a:t>
                      </a:r>
                      <a:endPar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032" marR="2603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749361742"/>
                  </a:ext>
                </a:extLst>
              </a:tr>
              <a:tr h="924635">
                <a:tc>
                  <a:txBody>
                    <a:bodyPr/>
                    <a:lstStyle/>
                    <a:p>
                      <a:pPr algn="ctr">
                        <a:lnSpc>
                          <a:spcPct val="107000"/>
                        </a:lnSpc>
                        <a:spcAft>
                          <a:spcPts val="0"/>
                        </a:spcAft>
                      </a:pPr>
                      <a:r>
                        <a:rPr lang="en-US" sz="1500" b="0" dirty="0">
                          <a:solidFill>
                            <a:schemeClr val="tx1"/>
                          </a:solidFill>
                          <a:effectLst/>
                          <a:latin typeface="Times New Roman" panose="02020603050405020304" pitchFamily="18" charset="0"/>
                          <a:cs typeface="Times New Roman" panose="02020603050405020304" pitchFamily="18" charset="0"/>
                        </a:rPr>
                        <a:t>2</a:t>
                      </a:r>
                      <a:endParaRPr lang="en-US" sz="1500" b="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032" marR="2603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53975" indent="0" algn="just">
                        <a:lnSpc>
                          <a:spcPct val="107000"/>
                        </a:lnSpc>
                        <a:spcAft>
                          <a:spcPts val="0"/>
                        </a:spcAft>
                      </a:pP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Vệ</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bên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trong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&amp; PPU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các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hệ</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thống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công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nghệ</a:t>
                      </a:r>
                      <a:endParaRPr lang="en-US"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26032" marR="2603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171450" indent="-171450" algn="just">
                        <a:lnSpc>
                          <a:spcPct val="107000"/>
                        </a:lnSpc>
                        <a:spcAft>
                          <a:spcPts val="0"/>
                        </a:spcAft>
                        <a:buFont typeface="Times New Roman" panose="02020603050405020304" pitchFamily="18" charset="0"/>
                        <a:buChar char="‐"/>
                      </a:pPr>
                      <a:r>
                        <a:rPr lang="en-US" sz="1500" dirty="0" err="1">
                          <a:solidFill>
                            <a:schemeClr val="tx1"/>
                          </a:solidFill>
                          <a:effectLst/>
                          <a:latin typeface="Times New Roman" panose="02020603050405020304" pitchFamily="18" charset="0"/>
                          <a:cs typeface="Times New Roman" panose="02020603050405020304" pitchFamily="18" charset="0"/>
                        </a:rPr>
                        <a:t>Vật</a:t>
                      </a:r>
                      <a:r>
                        <a:rPr lang="en-US" sz="1500" dirty="0">
                          <a:solidFill>
                            <a:schemeClr val="tx1"/>
                          </a:solidFill>
                          <a:effectLst/>
                          <a:latin typeface="Times New Roman" panose="02020603050405020304" pitchFamily="18" charset="0"/>
                          <a:cs typeface="Times New Roman" panose="02020603050405020304" pitchFamily="18" charset="0"/>
                        </a:rPr>
                        <a:t> </a:t>
                      </a:r>
                      <a:r>
                        <a:rPr lang="en-US" sz="1500" dirty="0" err="1">
                          <a:solidFill>
                            <a:schemeClr val="tx1"/>
                          </a:solidFill>
                          <a:effectLst/>
                          <a:latin typeface="Times New Roman" panose="02020603050405020304" pitchFamily="18" charset="0"/>
                          <a:cs typeface="Times New Roman" panose="02020603050405020304" pitchFamily="18" charset="0"/>
                        </a:rPr>
                        <a:t>tư</a:t>
                      </a:r>
                      <a:r>
                        <a:rPr lang="en-US" sz="1500" dirty="0">
                          <a:solidFill>
                            <a:schemeClr val="tx1"/>
                          </a:solidFill>
                          <a:effectLst/>
                          <a:latin typeface="Times New Roman" panose="02020603050405020304" pitchFamily="18" charset="0"/>
                          <a:cs typeface="Times New Roman" panose="02020603050405020304" pitchFamily="18" charset="0"/>
                        </a:rPr>
                        <a:t>: </a:t>
                      </a:r>
                      <a:r>
                        <a:rPr lang="en-US" sz="1500" dirty="0" err="1">
                          <a:solidFill>
                            <a:schemeClr val="tx1"/>
                          </a:solidFill>
                          <a:effectLst/>
                          <a:latin typeface="Times New Roman" panose="02020603050405020304" pitchFamily="18" charset="0"/>
                          <a:cs typeface="Times New Roman" panose="02020603050405020304" pitchFamily="18" charset="0"/>
                        </a:rPr>
                        <a:t>đã</a:t>
                      </a:r>
                      <a:r>
                        <a:rPr lang="en-US" sz="1500" dirty="0">
                          <a:solidFill>
                            <a:schemeClr val="tx1"/>
                          </a:solidFill>
                          <a:effectLst/>
                          <a:latin typeface="Times New Roman" panose="02020603050405020304" pitchFamily="18" charset="0"/>
                          <a:cs typeface="Times New Roman" panose="02020603050405020304" pitchFamily="18" charset="0"/>
                        </a:rPr>
                        <a:t> </a:t>
                      </a:r>
                      <a:r>
                        <a:rPr lang="en-US" sz="1500" dirty="0" err="1">
                          <a:solidFill>
                            <a:schemeClr val="tx1"/>
                          </a:solidFill>
                          <a:effectLst/>
                          <a:latin typeface="Times New Roman" panose="02020603050405020304" pitchFamily="18" charset="0"/>
                          <a:cs typeface="Times New Roman" panose="02020603050405020304" pitchFamily="18" charset="0"/>
                        </a:rPr>
                        <a:t>sẵn</a:t>
                      </a:r>
                      <a:r>
                        <a:rPr lang="en-US" sz="1500" dirty="0">
                          <a:solidFill>
                            <a:schemeClr val="tx1"/>
                          </a:solidFill>
                          <a:effectLst/>
                          <a:latin typeface="Times New Roman" panose="02020603050405020304" pitchFamily="18" charset="0"/>
                          <a:cs typeface="Times New Roman" panose="02020603050405020304" pitchFamily="18" charset="0"/>
                        </a:rPr>
                        <a:t> </a:t>
                      </a:r>
                      <a:r>
                        <a:rPr lang="en-US" sz="1500" dirty="0" err="1">
                          <a:solidFill>
                            <a:schemeClr val="tx1"/>
                          </a:solidFill>
                          <a:effectLst/>
                          <a:latin typeface="Times New Roman" panose="02020603050405020304" pitchFamily="18" charset="0"/>
                          <a:cs typeface="Times New Roman" panose="02020603050405020304" pitchFamily="18" charset="0"/>
                        </a:rPr>
                        <a:t>sàng</a:t>
                      </a:r>
                      <a:endParaRPr lang="en-US" sz="1500" dirty="0">
                        <a:solidFill>
                          <a:schemeClr val="tx1"/>
                        </a:solidFill>
                        <a:effectLst/>
                        <a:latin typeface="Times New Roman" panose="02020603050405020304" pitchFamily="18" charset="0"/>
                        <a:cs typeface="Times New Roman" panose="02020603050405020304" pitchFamily="18" charset="0"/>
                      </a:endParaRPr>
                    </a:p>
                    <a:p>
                      <a:pPr marL="171450" indent="-171450" algn="just">
                        <a:lnSpc>
                          <a:spcPct val="107000"/>
                        </a:lnSpc>
                        <a:spcAft>
                          <a:spcPts val="0"/>
                        </a:spcAft>
                        <a:buFont typeface="Times New Roman" panose="02020603050405020304" pitchFamily="18" charset="0"/>
                        <a:buChar char="‐"/>
                      </a:pPr>
                      <a:r>
                        <a:rPr lang="en-US" sz="1500" dirty="0" err="1">
                          <a:solidFill>
                            <a:schemeClr val="tx1"/>
                          </a:solidFill>
                          <a:effectLst/>
                          <a:latin typeface="Times New Roman" panose="02020603050405020304" pitchFamily="18" charset="0"/>
                          <a:cs typeface="Times New Roman" panose="02020603050405020304" pitchFamily="18" charset="0"/>
                        </a:rPr>
                        <a:t>Nhân</a:t>
                      </a:r>
                      <a:r>
                        <a:rPr lang="en-US" sz="1500" dirty="0">
                          <a:solidFill>
                            <a:schemeClr val="tx1"/>
                          </a:solidFill>
                          <a:effectLst/>
                          <a:latin typeface="Times New Roman" panose="02020603050405020304" pitchFamily="18" charset="0"/>
                          <a:cs typeface="Times New Roman" panose="02020603050405020304" pitchFamily="18" charset="0"/>
                        </a:rPr>
                        <a:t> </a:t>
                      </a:r>
                      <a:r>
                        <a:rPr lang="en-US" sz="1500" dirty="0" err="1">
                          <a:solidFill>
                            <a:schemeClr val="tx1"/>
                          </a:solidFill>
                          <a:effectLst/>
                          <a:latin typeface="Times New Roman" panose="02020603050405020304" pitchFamily="18" charset="0"/>
                          <a:cs typeface="Times New Roman" panose="02020603050405020304" pitchFamily="18" charset="0"/>
                        </a:rPr>
                        <a:t>sự</a:t>
                      </a:r>
                      <a:r>
                        <a:rPr lang="en-US" sz="1500" dirty="0">
                          <a:solidFill>
                            <a:schemeClr val="tx1"/>
                          </a:solidFill>
                          <a:effectLst/>
                          <a:latin typeface="Times New Roman" panose="02020603050405020304" pitchFamily="18" charset="0"/>
                          <a:cs typeface="Times New Roman" panose="02020603050405020304" pitchFamily="18" charset="0"/>
                        </a:rPr>
                        <a:t>: </a:t>
                      </a:r>
                      <a:r>
                        <a:rPr lang="en-US" sz="1500" b="0" dirty="0" err="1">
                          <a:solidFill>
                            <a:schemeClr val="tx1"/>
                          </a:solidFill>
                          <a:effectLst/>
                          <a:latin typeface="Times New Roman" panose="02020603050405020304" pitchFamily="18" charset="0"/>
                          <a:cs typeface="Times New Roman" panose="02020603050405020304" pitchFamily="18" charset="0"/>
                        </a:rPr>
                        <a:t>Đã</a:t>
                      </a:r>
                      <a:r>
                        <a:rPr lang="en-US" sz="1500" b="0" dirty="0">
                          <a:solidFill>
                            <a:schemeClr val="tx1"/>
                          </a:solidFill>
                          <a:effectLst/>
                          <a:latin typeface="Times New Roman" panose="02020603050405020304" pitchFamily="18" charset="0"/>
                          <a:cs typeface="Times New Roman" panose="02020603050405020304" pitchFamily="18" charset="0"/>
                        </a:rPr>
                        <a:t> </a:t>
                      </a:r>
                      <a:r>
                        <a:rPr lang="en-US" sz="1500" b="0" dirty="0" err="1">
                          <a:solidFill>
                            <a:schemeClr val="tx1"/>
                          </a:solidFill>
                          <a:effectLst/>
                          <a:latin typeface="Times New Roman" panose="02020603050405020304" pitchFamily="18" charset="0"/>
                          <a:cs typeface="Times New Roman" panose="02020603050405020304" pitchFamily="18" charset="0"/>
                        </a:rPr>
                        <a:t>sẵn</a:t>
                      </a:r>
                      <a:r>
                        <a:rPr lang="en-US" sz="1500" b="0" dirty="0">
                          <a:solidFill>
                            <a:schemeClr val="tx1"/>
                          </a:solidFill>
                          <a:effectLst/>
                          <a:latin typeface="Times New Roman" panose="02020603050405020304" pitchFamily="18" charset="0"/>
                          <a:cs typeface="Times New Roman" panose="02020603050405020304" pitchFamily="18" charset="0"/>
                        </a:rPr>
                        <a:t> </a:t>
                      </a:r>
                      <a:r>
                        <a:rPr lang="en-US" sz="1500" b="0" dirty="0" err="1">
                          <a:solidFill>
                            <a:schemeClr val="tx1"/>
                          </a:solidFill>
                          <a:effectLst/>
                          <a:latin typeface="Times New Roman" panose="02020603050405020304" pitchFamily="18" charset="0"/>
                          <a:cs typeface="Times New Roman" panose="02020603050405020304" pitchFamily="18" charset="0"/>
                        </a:rPr>
                        <a:t>sàng</a:t>
                      </a:r>
                      <a:endPar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032" marR="2603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lnSpc>
                          <a:spcPct val="107000"/>
                        </a:lnSpc>
                        <a:spcAft>
                          <a:spcPts val="0"/>
                        </a:spcAft>
                      </a:pPr>
                      <a:r>
                        <a:rPr lang="en-US" sz="1500" dirty="0">
                          <a:solidFill>
                            <a:schemeClr val="tx1"/>
                          </a:solidFill>
                          <a:effectLst/>
                          <a:latin typeface="Times New Roman" panose="02020603050405020304" pitchFamily="18" charset="0"/>
                          <a:cs typeface="Times New Roman" panose="02020603050405020304" pitchFamily="18" charset="0"/>
                        </a:rPr>
                        <a:t>XNK</a:t>
                      </a:r>
                      <a:endPar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032" marR="2603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lnSpc>
                          <a:spcPct val="107000"/>
                        </a:lnSpc>
                        <a:spcAft>
                          <a:spcPts val="0"/>
                        </a:spcAft>
                      </a:pPr>
                      <a:r>
                        <a:rPr lang="en-US" sz="1500" dirty="0">
                          <a:solidFill>
                            <a:schemeClr val="tx1"/>
                          </a:solidFill>
                          <a:effectLst/>
                          <a:latin typeface="Times New Roman" panose="02020603050405020304" pitchFamily="18" charset="0"/>
                          <a:cs typeface="Times New Roman" panose="02020603050405020304" pitchFamily="18" charset="0"/>
                        </a:rPr>
                        <a:t>Mega</a:t>
                      </a:r>
                    </a:p>
                    <a:p>
                      <a:pPr algn="ctr">
                        <a:lnSpc>
                          <a:spcPct val="107000"/>
                        </a:lnSpc>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XNKT (</a:t>
                      </a:r>
                      <a:r>
                        <a:rPr lang="en-US" sz="15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thợ</a:t>
                      </a: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máy</a:t>
                      </a: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p>
                  </a:txBody>
                  <a:tcPr marL="26032" marR="2603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lnSpc>
                          <a:spcPct val="107000"/>
                        </a:lnSpc>
                        <a:spcAft>
                          <a:spcPts val="0"/>
                        </a:spcAft>
                      </a:pPr>
                      <a:r>
                        <a:rPr lang="en-US" sz="1500" dirty="0">
                          <a:solidFill>
                            <a:schemeClr val="tx1"/>
                          </a:solidFill>
                          <a:effectLst/>
                          <a:latin typeface="Times New Roman" panose="02020603050405020304" pitchFamily="18" charset="0"/>
                          <a:cs typeface="Times New Roman" panose="02020603050405020304" pitchFamily="18" charset="0"/>
                        </a:rPr>
                        <a:t>9</a:t>
                      </a:r>
                      <a:endPar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032" marR="2603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457411175"/>
                  </a:ext>
                </a:extLst>
              </a:tr>
              <a:tr h="864398">
                <a:tc>
                  <a:txBody>
                    <a:bodyPr/>
                    <a:lstStyle/>
                    <a:p>
                      <a:pPr algn="ctr">
                        <a:lnSpc>
                          <a:spcPct val="107000"/>
                        </a:lnSpc>
                        <a:spcAft>
                          <a:spcPts val="0"/>
                        </a:spcAft>
                      </a:pPr>
                      <a:r>
                        <a:rPr lang="en-US" sz="1500" b="0">
                          <a:solidFill>
                            <a:schemeClr val="tx1"/>
                          </a:solidFill>
                          <a:effectLst/>
                          <a:latin typeface="Times New Roman" panose="02020603050405020304" pitchFamily="18" charset="0"/>
                          <a:cs typeface="Times New Roman" panose="02020603050405020304" pitchFamily="18" charset="0"/>
                        </a:rPr>
                        <a:t>3</a:t>
                      </a:r>
                      <a:endParaRPr lang="en-US" sz="1500" b="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6032" marR="2603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l" fontAlgn="ctr">
                        <a:buNone/>
                      </a:pPr>
                      <a:r>
                        <a:rPr lang="en-US" sz="1500" b="0" i="0" u="none" strike="noStrike" dirty="0" err="1">
                          <a:solidFill>
                            <a:schemeClr val="tx1"/>
                          </a:solidFill>
                          <a:effectLst/>
                          <a:latin typeface="Times New Roman" panose="02020603050405020304" pitchFamily="18" charset="0"/>
                        </a:rPr>
                        <a:t>Nâng</a:t>
                      </a:r>
                      <a:r>
                        <a:rPr lang="en-US" sz="1500" b="0" i="0" u="none" strike="noStrike" dirty="0">
                          <a:solidFill>
                            <a:schemeClr val="tx1"/>
                          </a:solidFill>
                          <a:effectLst/>
                          <a:latin typeface="Times New Roman" panose="02020603050405020304" pitchFamily="18" charset="0"/>
                        </a:rPr>
                        <a:t> </a:t>
                      </a:r>
                      <a:r>
                        <a:rPr lang="en-US" sz="1500" b="0" i="0" u="none" strike="noStrike" dirty="0" err="1">
                          <a:solidFill>
                            <a:schemeClr val="tx1"/>
                          </a:solidFill>
                          <a:effectLst/>
                          <a:latin typeface="Times New Roman" panose="02020603050405020304" pitchFamily="18" charset="0"/>
                        </a:rPr>
                        <a:t>cấp</a:t>
                      </a:r>
                      <a:r>
                        <a:rPr lang="en-US" sz="1500" b="0" i="0" u="none" strike="noStrike" dirty="0">
                          <a:solidFill>
                            <a:schemeClr val="tx1"/>
                          </a:solidFill>
                          <a:effectLst/>
                          <a:latin typeface="Times New Roman" panose="02020603050405020304" pitchFamily="18" charset="0"/>
                        </a:rPr>
                        <a:t> </a:t>
                      </a:r>
                      <a:r>
                        <a:rPr lang="en-US" sz="1500" b="0" i="0" u="none" strike="noStrike" dirty="0" err="1">
                          <a:solidFill>
                            <a:schemeClr val="tx1"/>
                          </a:solidFill>
                          <a:effectLst/>
                          <a:latin typeface="Times New Roman" panose="02020603050405020304" pitchFamily="18" charset="0"/>
                        </a:rPr>
                        <a:t>bộ</a:t>
                      </a:r>
                      <a:r>
                        <a:rPr lang="en-US" sz="1500" b="0" i="0" u="none" strike="noStrike" dirty="0">
                          <a:solidFill>
                            <a:schemeClr val="tx1"/>
                          </a:solidFill>
                          <a:effectLst/>
                          <a:latin typeface="Times New Roman" panose="02020603050405020304" pitchFamily="18" charset="0"/>
                        </a:rPr>
                        <a:t> </a:t>
                      </a:r>
                      <a:r>
                        <a:rPr lang="en-US" sz="1500" b="0" i="0" u="none" strike="noStrike" dirty="0" err="1">
                          <a:solidFill>
                            <a:schemeClr val="tx1"/>
                          </a:solidFill>
                          <a:effectLst/>
                          <a:latin typeface="Times New Roman" panose="02020603050405020304" pitchFamily="18" charset="0"/>
                        </a:rPr>
                        <a:t>điều</a:t>
                      </a:r>
                      <a:r>
                        <a:rPr lang="en-US" sz="1500" b="0" i="0" u="none" strike="noStrike" dirty="0">
                          <a:solidFill>
                            <a:schemeClr val="tx1"/>
                          </a:solidFill>
                          <a:effectLst/>
                          <a:latin typeface="Times New Roman" panose="02020603050405020304" pitchFamily="18" charset="0"/>
                        </a:rPr>
                        <a:t> </a:t>
                      </a:r>
                      <a:r>
                        <a:rPr lang="en-US" sz="1500" b="0" i="0" u="none" strike="noStrike" dirty="0" err="1">
                          <a:solidFill>
                            <a:schemeClr val="tx1"/>
                          </a:solidFill>
                          <a:effectLst/>
                          <a:latin typeface="Times New Roman" panose="02020603050405020304" pitchFamily="18" charset="0"/>
                        </a:rPr>
                        <a:t>khiển</a:t>
                      </a:r>
                      <a:r>
                        <a:rPr lang="en-US" sz="1500" b="0" i="0" u="none" strike="noStrike" dirty="0">
                          <a:solidFill>
                            <a:schemeClr val="tx1"/>
                          </a:solidFill>
                          <a:effectLst/>
                          <a:latin typeface="Times New Roman" panose="02020603050405020304" pitchFamily="18" charset="0"/>
                        </a:rPr>
                        <a:t> VSD, BCP </a:t>
                      </a:r>
                      <a:r>
                        <a:rPr lang="en-US" sz="1500" b="0" i="0" u="none" strike="noStrike" dirty="0" err="1">
                          <a:solidFill>
                            <a:schemeClr val="tx1"/>
                          </a:solidFill>
                          <a:effectLst/>
                          <a:latin typeface="Times New Roman" panose="02020603050405020304" pitchFamily="18" charset="0"/>
                        </a:rPr>
                        <a:t>và</a:t>
                      </a:r>
                      <a:r>
                        <a:rPr lang="en-US" sz="1500" b="0" i="0" u="none" strike="noStrike" dirty="0">
                          <a:solidFill>
                            <a:schemeClr val="tx1"/>
                          </a:solidFill>
                          <a:effectLst/>
                          <a:latin typeface="Times New Roman" panose="02020603050405020304" pitchFamily="18" charset="0"/>
                        </a:rPr>
                        <a:t> </a:t>
                      </a:r>
                      <a:r>
                        <a:rPr lang="en-US" sz="1500" b="0" i="0" u="none" strike="noStrike" dirty="0" err="1">
                          <a:solidFill>
                            <a:schemeClr val="tx1"/>
                          </a:solidFill>
                          <a:effectLst/>
                          <a:latin typeface="Times New Roman" panose="02020603050405020304" pitchFamily="18" charset="0"/>
                        </a:rPr>
                        <a:t>thay</a:t>
                      </a:r>
                      <a:r>
                        <a:rPr lang="en-US" sz="1500" b="0" i="0" u="none" strike="noStrike" dirty="0">
                          <a:solidFill>
                            <a:schemeClr val="tx1"/>
                          </a:solidFill>
                          <a:effectLst/>
                          <a:latin typeface="Times New Roman" panose="02020603050405020304" pitchFamily="18" charset="0"/>
                        </a:rPr>
                        <a:t> </a:t>
                      </a:r>
                      <a:r>
                        <a:rPr lang="en-US" sz="1500" b="0" i="0" u="none" strike="noStrike" dirty="0" err="1">
                          <a:solidFill>
                            <a:schemeClr val="tx1"/>
                          </a:solidFill>
                          <a:effectLst/>
                          <a:latin typeface="Times New Roman" panose="02020603050405020304" pitchFamily="18" charset="0"/>
                        </a:rPr>
                        <a:t>thế</a:t>
                      </a:r>
                      <a:r>
                        <a:rPr lang="en-US" sz="1500" b="0" i="0" u="none" strike="noStrike" dirty="0">
                          <a:solidFill>
                            <a:schemeClr val="tx1"/>
                          </a:solidFill>
                          <a:effectLst/>
                          <a:latin typeface="Times New Roman" panose="02020603050405020304" pitchFamily="18" charset="0"/>
                        </a:rPr>
                        <a:t> </a:t>
                      </a:r>
                      <a:r>
                        <a:rPr lang="en-US" sz="1500" b="0" i="0" u="none" strike="noStrike" dirty="0" err="1">
                          <a:solidFill>
                            <a:schemeClr val="tx1"/>
                          </a:solidFill>
                          <a:effectLst/>
                          <a:latin typeface="Times New Roman" panose="02020603050405020304" pitchFamily="18" charset="0"/>
                        </a:rPr>
                        <a:t>các</a:t>
                      </a:r>
                      <a:r>
                        <a:rPr lang="en-US" sz="1500" b="0" i="0" u="none" strike="noStrike" dirty="0">
                          <a:solidFill>
                            <a:schemeClr val="tx1"/>
                          </a:solidFill>
                          <a:effectLst/>
                          <a:latin typeface="Times New Roman" panose="02020603050405020304" pitchFamily="18" charset="0"/>
                        </a:rPr>
                        <a:t> module </a:t>
                      </a:r>
                      <a:r>
                        <a:rPr lang="en-US" sz="1500" b="0" i="0" u="none" strike="noStrike" dirty="0" err="1">
                          <a:solidFill>
                            <a:schemeClr val="tx1"/>
                          </a:solidFill>
                          <a:effectLst/>
                          <a:latin typeface="Times New Roman" panose="02020603050405020304" pitchFamily="18" charset="0"/>
                        </a:rPr>
                        <a:t>cũ</a:t>
                      </a:r>
                      <a:r>
                        <a:rPr lang="en-US" sz="1500" b="0" i="0" u="none" strike="noStrike" dirty="0">
                          <a:solidFill>
                            <a:schemeClr val="tx1"/>
                          </a:solidFill>
                          <a:effectLst/>
                          <a:latin typeface="Times New Roman" panose="02020603050405020304" pitchFamily="18" charset="0"/>
                        </a:rPr>
                        <a: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171450" marR="0" lvl="0" indent="-171450" algn="just" defTabSz="914400" rtl="0" eaLnBrk="1" fontAlgn="auto" latinLnBrk="0" hangingPunct="1">
                        <a:lnSpc>
                          <a:spcPct val="107000"/>
                        </a:lnSpc>
                        <a:spcBef>
                          <a:spcPts val="0"/>
                        </a:spcBef>
                        <a:spcAft>
                          <a:spcPts val="0"/>
                        </a:spcAft>
                        <a:buClrTx/>
                        <a:buSzTx/>
                        <a:buFont typeface="Times New Roman" panose="02020603050405020304" pitchFamily="18" charset="0"/>
                        <a:buChar char="‐"/>
                        <a:tabLst/>
                        <a:defRPr/>
                      </a:pPr>
                      <a:r>
                        <a:rPr kumimoji="0" lang="en-US" sz="1500" b="0"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Vật</a:t>
                      </a: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1500" b="0"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tư</a:t>
                      </a: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1500" b="0"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Đã</a:t>
                      </a: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1500" b="0"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sẵn</a:t>
                      </a: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1500" b="0"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sàng</a:t>
                      </a:r>
                      <a:endPar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1450" marR="0" lvl="0" indent="-171450" algn="just" defTabSz="914400" rtl="0" eaLnBrk="1" fontAlgn="auto" latinLnBrk="0" hangingPunct="1">
                        <a:lnSpc>
                          <a:spcPct val="107000"/>
                        </a:lnSpc>
                        <a:spcBef>
                          <a:spcPts val="0"/>
                        </a:spcBef>
                        <a:spcAft>
                          <a:spcPts val="0"/>
                        </a:spcAft>
                        <a:buClrTx/>
                        <a:buSzTx/>
                        <a:buFont typeface="Times New Roman" panose="02020603050405020304" pitchFamily="18" charset="0"/>
                        <a:buChar char="‐"/>
                        <a:tabLst/>
                        <a:defRPr/>
                      </a:pPr>
                      <a:r>
                        <a:rPr kumimoji="0" lang="en-US" sz="1500" b="0"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Nhân</a:t>
                      </a: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1500" b="0"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sự</a:t>
                      </a: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1500" b="0"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Đã</a:t>
                      </a: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1500" b="0"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sẵn</a:t>
                      </a: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1500" b="0"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sàng</a:t>
                      </a:r>
                      <a:endPar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26032" marR="2603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fontAlgn="ctr">
                        <a:buNone/>
                      </a:pPr>
                      <a:r>
                        <a:rPr lang="en-US" sz="1500" b="0" i="0" u="none" strike="noStrike" dirty="0">
                          <a:solidFill>
                            <a:schemeClr val="tx1"/>
                          </a:solidFill>
                          <a:effectLst/>
                          <a:latin typeface="Times New Roman" panose="02020603050405020304" pitchFamily="18" charset="0"/>
                        </a:rPr>
                        <a:t>DVK</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fontAlgn="ctr">
                        <a:buNone/>
                      </a:pPr>
                      <a:r>
                        <a:rPr lang="en-US" sz="1500" b="0" i="0" u="none" strike="noStrike" dirty="0">
                          <a:solidFill>
                            <a:schemeClr val="tx1"/>
                          </a:solidFill>
                          <a:effectLst/>
                          <a:latin typeface="Times New Roman" panose="02020603050405020304" pitchFamily="18" charset="0"/>
                        </a:rPr>
                        <a:t>Nextgen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07000"/>
                        </a:lnSpc>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5</a:t>
                      </a:r>
                    </a:p>
                  </a:txBody>
                  <a:tcPr marL="26032" marR="2603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708748462"/>
                  </a:ext>
                </a:extLst>
              </a:tr>
              <a:tr h="823979">
                <a:tc>
                  <a:txBody>
                    <a:bodyPr/>
                    <a:lstStyle/>
                    <a:p>
                      <a:pPr algn="ctr">
                        <a:lnSpc>
                          <a:spcPct val="107000"/>
                        </a:lnSpc>
                        <a:spcAft>
                          <a:spcPts val="0"/>
                        </a:spcAft>
                      </a:pPr>
                      <a:r>
                        <a:rPr lang="en-US" sz="1500" b="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4</a:t>
                      </a:r>
                    </a:p>
                  </a:txBody>
                  <a:tcPr marL="26032" marR="2603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l" fontAlgn="ctr">
                        <a:buNone/>
                      </a:pPr>
                      <a:r>
                        <a:rPr lang="en-US" sz="1500" b="0" i="0" u="none" strike="noStrike" dirty="0">
                          <a:solidFill>
                            <a:schemeClr val="tx1"/>
                          </a:solidFill>
                          <a:effectLst/>
                          <a:latin typeface="Times New Roman" panose="02020603050405020304" pitchFamily="18" charset="0"/>
                        </a:rPr>
                        <a:t>Thay </a:t>
                      </a:r>
                      <a:r>
                        <a:rPr lang="en-US" sz="1500" b="0" i="0" u="none" strike="noStrike" dirty="0" err="1">
                          <a:solidFill>
                            <a:schemeClr val="tx1"/>
                          </a:solidFill>
                          <a:effectLst/>
                          <a:latin typeface="Times New Roman" panose="02020603050405020304" pitchFamily="18" charset="0"/>
                        </a:rPr>
                        <a:t>thế</a:t>
                      </a:r>
                      <a:r>
                        <a:rPr lang="en-US" sz="1500" b="0" i="0" u="none" strike="noStrike" dirty="0">
                          <a:solidFill>
                            <a:schemeClr val="tx1"/>
                          </a:solidFill>
                          <a:effectLst/>
                          <a:latin typeface="Times New Roman" panose="02020603050405020304" pitchFamily="18" charset="0"/>
                        </a:rPr>
                        <a:t> </a:t>
                      </a:r>
                      <a:r>
                        <a:rPr lang="en-US" sz="1500" b="0" i="0" u="none" strike="noStrike" dirty="0" err="1">
                          <a:solidFill>
                            <a:schemeClr val="tx1"/>
                          </a:solidFill>
                          <a:effectLst/>
                          <a:latin typeface="Times New Roman" panose="02020603050405020304" pitchFamily="18" charset="0"/>
                        </a:rPr>
                        <a:t>các</a:t>
                      </a:r>
                      <a:r>
                        <a:rPr lang="en-US" sz="1500" b="0" i="0" u="none" strike="noStrike" dirty="0">
                          <a:solidFill>
                            <a:schemeClr val="tx1"/>
                          </a:solidFill>
                          <a:effectLst/>
                          <a:latin typeface="Times New Roman" panose="02020603050405020304" pitchFamily="18" charset="0"/>
                        </a:rPr>
                        <a:t> </a:t>
                      </a:r>
                      <a:r>
                        <a:rPr lang="en-US" sz="1500" b="0" i="0" u="none" strike="noStrike" dirty="0" err="1">
                          <a:solidFill>
                            <a:schemeClr val="tx1"/>
                          </a:solidFill>
                          <a:effectLst/>
                          <a:latin typeface="Times New Roman" panose="02020603050405020304" pitchFamily="18" charset="0"/>
                        </a:rPr>
                        <a:t>thiết</a:t>
                      </a:r>
                      <a:r>
                        <a:rPr lang="en-US" sz="1500" b="0" i="0" u="none" strike="noStrike" dirty="0">
                          <a:solidFill>
                            <a:schemeClr val="tx1"/>
                          </a:solidFill>
                          <a:effectLst/>
                          <a:latin typeface="Times New Roman" panose="02020603050405020304" pitchFamily="18" charset="0"/>
                        </a:rPr>
                        <a:t> </a:t>
                      </a:r>
                      <a:r>
                        <a:rPr lang="en-US" sz="1500" b="0" i="0" u="none" strike="noStrike" dirty="0" err="1">
                          <a:solidFill>
                            <a:schemeClr val="tx1"/>
                          </a:solidFill>
                          <a:effectLst/>
                          <a:latin typeface="Times New Roman" panose="02020603050405020304" pitchFamily="18" charset="0"/>
                        </a:rPr>
                        <a:t>bị</a:t>
                      </a:r>
                      <a:r>
                        <a:rPr lang="en-US" sz="1500" b="0" i="0" u="none" strike="noStrike" dirty="0">
                          <a:solidFill>
                            <a:schemeClr val="tx1"/>
                          </a:solidFill>
                          <a:effectLst/>
                          <a:latin typeface="Times New Roman" panose="02020603050405020304" pitchFamily="18" charset="0"/>
                        </a:rPr>
                        <a:t> </a:t>
                      </a:r>
                      <a:r>
                        <a:rPr lang="en-US" sz="1500" b="0" i="0" u="none" strike="noStrike" dirty="0" err="1">
                          <a:solidFill>
                            <a:schemeClr val="tx1"/>
                          </a:solidFill>
                          <a:effectLst/>
                          <a:latin typeface="Times New Roman" panose="02020603050405020304" pitchFamily="18" charset="0"/>
                        </a:rPr>
                        <a:t>trên</a:t>
                      </a:r>
                      <a:r>
                        <a:rPr lang="en-US" sz="1500" b="0" i="0" u="none" strike="noStrike" dirty="0">
                          <a:solidFill>
                            <a:schemeClr val="tx1"/>
                          </a:solidFill>
                          <a:effectLst/>
                          <a:latin typeface="Times New Roman" panose="02020603050405020304" pitchFamily="18" charset="0"/>
                        </a:rPr>
                        <a:t> </a:t>
                      </a:r>
                      <a:r>
                        <a:rPr lang="en-US" sz="1500" b="0" i="0" u="none" strike="noStrike" dirty="0" err="1">
                          <a:solidFill>
                            <a:schemeClr val="tx1"/>
                          </a:solidFill>
                          <a:effectLst/>
                          <a:latin typeface="Times New Roman" panose="02020603050405020304" pitchFamily="18" charset="0"/>
                        </a:rPr>
                        <a:t>hệ</a:t>
                      </a:r>
                      <a:r>
                        <a:rPr lang="en-US" sz="1500" b="0" i="0" u="none" strike="noStrike" dirty="0">
                          <a:solidFill>
                            <a:schemeClr val="tx1"/>
                          </a:solidFill>
                          <a:effectLst/>
                          <a:latin typeface="Times New Roman" panose="02020603050405020304" pitchFamily="18" charset="0"/>
                        </a:rPr>
                        <a:t> </a:t>
                      </a:r>
                      <a:r>
                        <a:rPr lang="en-US" sz="1500" b="0" i="0" u="none" strike="noStrike" dirty="0" err="1">
                          <a:solidFill>
                            <a:schemeClr val="tx1"/>
                          </a:solidFill>
                          <a:effectLst/>
                          <a:latin typeface="Times New Roman" panose="02020603050405020304" pitchFamily="18" charset="0"/>
                        </a:rPr>
                        <a:t>thống</a:t>
                      </a:r>
                      <a:r>
                        <a:rPr lang="en-US" sz="1500" b="0" i="0" u="none" strike="noStrike" dirty="0">
                          <a:solidFill>
                            <a:schemeClr val="tx1"/>
                          </a:solidFill>
                          <a:effectLst/>
                          <a:latin typeface="Times New Roman" panose="02020603050405020304" pitchFamily="18" charset="0"/>
                        </a:rPr>
                        <a:t> HVAC-Shelter (</a:t>
                      </a:r>
                      <a:r>
                        <a:rPr lang="en-US" sz="1500" b="0" i="0" u="none" strike="noStrike" dirty="0" err="1">
                          <a:solidFill>
                            <a:schemeClr val="tx1"/>
                          </a:solidFill>
                          <a:effectLst/>
                          <a:latin typeface="Times New Roman" panose="02020603050405020304" pitchFamily="18" charset="0"/>
                        </a:rPr>
                        <a:t>phần</a:t>
                      </a:r>
                      <a:r>
                        <a:rPr lang="en-US" sz="1500" b="0" i="0" u="none" strike="noStrike" dirty="0">
                          <a:solidFill>
                            <a:schemeClr val="tx1"/>
                          </a:solidFill>
                          <a:effectLst/>
                          <a:latin typeface="Times New Roman" panose="02020603050405020304" pitchFamily="18" charset="0"/>
                        </a:rPr>
                        <a:t> </a:t>
                      </a:r>
                      <a:r>
                        <a:rPr lang="en-US" sz="1500" b="0" i="0" u="none" strike="noStrike" dirty="0" err="1">
                          <a:solidFill>
                            <a:schemeClr val="tx1"/>
                          </a:solidFill>
                          <a:effectLst/>
                          <a:latin typeface="Times New Roman" panose="02020603050405020304" pitchFamily="18" charset="0"/>
                        </a:rPr>
                        <a:t>thực</a:t>
                      </a:r>
                      <a:r>
                        <a:rPr lang="en-US" sz="1500" b="0" i="0" u="none" strike="noStrike" dirty="0">
                          <a:solidFill>
                            <a:schemeClr val="tx1"/>
                          </a:solidFill>
                          <a:effectLst/>
                          <a:latin typeface="Times New Roman" panose="02020603050405020304" pitchFamily="18" charset="0"/>
                        </a:rPr>
                        <a:t> </a:t>
                      </a:r>
                      <a:r>
                        <a:rPr lang="en-US" sz="1500" b="0" i="0" u="none" strike="noStrike" dirty="0" err="1">
                          <a:solidFill>
                            <a:schemeClr val="tx1"/>
                          </a:solidFill>
                          <a:effectLst/>
                          <a:latin typeface="Times New Roman" panose="02020603050405020304" pitchFamily="18" charset="0"/>
                        </a:rPr>
                        <a:t>hiện</a:t>
                      </a:r>
                      <a:r>
                        <a:rPr lang="en-US" sz="1500" b="0" i="0" u="none" strike="noStrike" dirty="0">
                          <a:solidFill>
                            <a:schemeClr val="tx1"/>
                          </a:solidFill>
                          <a:effectLst/>
                          <a:latin typeface="Times New Roman" panose="02020603050405020304" pitchFamily="18" charset="0"/>
                        </a:rPr>
                        <a:t> </a:t>
                      </a:r>
                      <a:r>
                        <a:rPr lang="en-US" sz="1500" b="0" i="0" u="none" strike="noStrike" dirty="0" err="1">
                          <a:solidFill>
                            <a:schemeClr val="tx1"/>
                          </a:solidFill>
                          <a:effectLst/>
                          <a:latin typeface="Times New Roman" panose="02020603050405020304" pitchFamily="18" charset="0"/>
                        </a:rPr>
                        <a:t>trong</a:t>
                      </a:r>
                      <a:r>
                        <a:rPr lang="en-US" sz="1500" b="0" i="0" u="none" strike="noStrike" dirty="0">
                          <a:solidFill>
                            <a:schemeClr val="tx1"/>
                          </a:solidFill>
                          <a:effectLst/>
                          <a:latin typeface="Times New Roman" panose="02020603050405020304" pitchFamily="18" charset="0"/>
                        </a:rPr>
                        <a:t> </a:t>
                      </a:r>
                      <a:r>
                        <a:rPr lang="en-US" sz="1500" b="0" i="0" u="none" strike="noStrike" dirty="0" err="1">
                          <a:solidFill>
                            <a:schemeClr val="tx1"/>
                          </a:solidFill>
                          <a:effectLst/>
                          <a:latin typeface="Times New Roman" panose="02020603050405020304" pitchFamily="18" charset="0"/>
                        </a:rPr>
                        <a:t>dừng</a:t>
                      </a:r>
                      <a:r>
                        <a:rPr lang="en-US" sz="1500" b="0" i="0" u="none" strike="noStrike" dirty="0">
                          <a:solidFill>
                            <a:schemeClr val="tx1"/>
                          </a:solidFill>
                          <a:effectLst/>
                          <a:latin typeface="Times New Roman" panose="02020603050405020304" pitchFamily="18" charset="0"/>
                        </a:rPr>
                        <a:t> </a:t>
                      </a:r>
                      <a:r>
                        <a:rPr lang="en-US" sz="1500" b="0" i="0" u="none" strike="noStrike" dirty="0" err="1">
                          <a:solidFill>
                            <a:schemeClr val="tx1"/>
                          </a:solidFill>
                          <a:effectLst/>
                          <a:latin typeface="Times New Roman" panose="02020603050405020304" pitchFamily="18" charset="0"/>
                        </a:rPr>
                        <a:t>giàn</a:t>
                      </a:r>
                      <a:r>
                        <a:rPr lang="en-US" sz="1500" b="0" i="0" u="none" strike="noStrike" dirty="0">
                          <a:solidFill>
                            <a:schemeClr val="tx1"/>
                          </a:solidFill>
                          <a:effectLst/>
                          <a:latin typeface="Times New Roman" panose="02020603050405020304" pitchFamily="18" charset="0"/>
                        </a:rPr>
                        <a: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171450" indent="-171450" algn="just">
                        <a:lnSpc>
                          <a:spcPct val="107000"/>
                        </a:lnSpc>
                        <a:spcAft>
                          <a:spcPts val="0"/>
                        </a:spcAft>
                        <a:buFont typeface="Times New Roman" panose="02020603050405020304" pitchFamily="18" charset="0"/>
                        <a:buChar char="‐"/>
                      </a:pPr>
                      <a:r>
                        <a:rPr lang="en-US" sz="1500" dirty="0" err="1">
                          <a:solidFill>
                            <a:schemeClr val="tx1"/>
                          </a:solidFill>
                          <a:effectLst/>
                          <a:latin typeface="Times New Roman" panose="02020603050405020304" pitchFamily="18" charset="0"/>
                          <a:cs typeface="Times New Roman" panose="02020603050405020304" pitchFamily="18" charset="0"/>
                        </a:rPr>
                        <a:t>Vật</a:t>
                      </a:r>
                      <a:r>
                        <a:rPr lang="en-US" sz="1500" dirty="0">
                          <a:solidFill>
                            <a:schemeClr val="tx1"/>
                          </a:solidFill>
                          <a:effectLst/>
                          <a:latin typeface="Times New Roman" panose="02020603050405020304" pitchFamily="18" charset="0"/>
                          <a:cs typeface="Times New Roman" panose="02020603050405020304" pitchFamily="18" charset="0"/>
                        </a:rPr>
                        <a:t> </a:t>
                      </a:r>
                      <a:r>
                        <a:rPr lang="en-US" sz="1500" dirty="0" err="1">
                          <a:solidFill>
                            <a:schemeClr val="tx1"/>
                          </a:solidFill>
                          <a:effectLst/>
                          <a:latin typeface="Times New Roman" panose="02020603050405020304" pitchFamily="18" charset="0"/>
                          <a:cs typeface="Times New Roman" panose="02020603050405020304" pitchFamily="18" charset="0"/>
                        </a:rPr>
                        <a:t>tư</a:t>
                      </a:r>
                      <a:r>
                        <a:rPr lang="en-US" sz="1500" dirty="0">
                          <a:solidFill>
                            <a:schemeClr val="tx1"/>
                          </a:solidFill>
                          <a:effectLst/>
                          <a:latin typeface="Times New Roman" panose="02020603050405020304" pitchFamily="18" charset="0"/>
                          <a:cs typeface="Times New Roman" panose="02020603050405020304" pitchFamily="18" charset="0"/>
                        </a:rPr>
                        <a:t>: </a:t>
                      </a:r>
                      <a:r>
                        <a:rPr lang="en-US" sz="1500" b="0" dirty="0" err="1">
                          <a:solidFill>
                            <a:schemeClr val="tx1"/>
                          </a:solidFill>
                          <a:effectLst/>
                          <a:latin typeface="Times New Roman" panose="02020603050405020304" pitchFamily="18" charset="0"/>
                          <a:cs typeface="Times New Roman" panose="02020603050405020304" pitchFamily="18" charset="0"/>
                        </a:rPr>
                        <a:t>Đã</a:t>
                      </a:r>
                      <a:r>
                        <a:rPr lang="en-US" sz="1500" b="0" dirty="0">
                          <a:solidFill>
                            <a:schemeClr val="tx1"/>
                          </a:solidFill>
                          <a:effectLst/>
                          <a:latin typeface="Times New Roman" panose="02020603050405020304" pitchFamily="18" charset="0"/>
                          <a:cs typeface="Times New Roman" panose="02020603050405020304" pitchFamily="18" charset="0"/>
                        </a:rPr>
                        <a:t> </a:t>
                      </a:r>
                      <a:r>
                        <a:rPr lang="en-US" sz="1500" b="0" dirty="0" err="1">
                          <a:solidFill>
                            <a:schemeClr val="tx1"/>
                          </a:solidFill>
                          <a:effectLst/>
                          <a:latin typeface="Times New Roman" panose="02020603050405020304" pitchFamily="18" charset="0"/>
                          <a:cs typeface="Times New Roman" panose="02020603050405020304" pitchFamily="18" charset="0"/>
                        </a:rPr>
                        <a:t>sẵn</a:t>
                      </a:r>
                      <a:r>
                        <a:rPr lang="en-US" sz="1500" b="0" dirty="0">
                          <a:solidFill>
                            <a:schemeClr val="tx1"/>
                          </a:solidFill>
                          <a:effectLst/>
                          <a:latin typeface="Times New Roman" panose="02020603050405020304" pitchFamily="18" charset="0"/>
                          <a:cs typeface="Times New Roman" panose="02020603050405020304" pitchFamily="18" charset="0"/>
                        </a:rPr>
                        <a:t> </a:t>
                      </a:r>
                      <a:r>
                        <a:rPr lang="en-US" sz="1500" b="0" dirty="0" err="1">
                          <a:solidFill>
                            <a:schemeClr val="tx1"/>
                          </a:solidFill>
                          <a:effectLst/>
                          <a:latin typeface="Times New Roman" panose="02020603050405020304" pitchFamily="18" charset="0"/>
                          <a:cs typeface="Times New Roman" panose="02020603050405020304" pitchFamily="18" charset="0"/>
                        </a:rPr>
                        <a:t>sàng</a:t>
                      </a:r>
                      <a:endParaRPr lang="en-US" sz="1500" b="0" dirty="0">
                        <a:solidFill>
                          <a:schemeClr val="tx1"/>
                        </a:solidFill>
                        <a:effectLst/>
                        <a:latin typeface="Times New Roman" panose="02020603050405020304" pitchFamily="18" charset="0"/>
                        <a:cs typeface="Times New Roman" panose="02020603050405020304" pitchFamily="18" charset="0"/>
                      </a:endParaRPr>
                    </a:p>
                    <a:p>
                      <a:pPr marL="171450" marR="0" lvl="0" indent="-171450" algn="just" defTabSz="914400" rtl="0" eaLnBrk="1" fontAlgn="auto" latinLnBrk="0" hangingPunct="1">
                        <a:lnSpc>
                          <a:spcPct val="107000"/>
                        </a:lnSpc>
                        <a:spcBef>
                          <a:spcPts val="0"/>
                        </a:spcBef>
                        <a:spcAft>
                          <a:spcPts val="0"/>
                        </a:spcAft>
                        <a:buClrTx/>
                        <a:buSzTx/>
                        <a:buFont typeface="Times New Roman" panose="02020603050405020304" pitchFamily="18" charset="0"/>
                        <a:buChar char="‐"/>
                        <a:tabLst/>
                        <a:defRPr/>
                      </a:pPr>
                      <a:r>
                        <a:rPr lang="en-US" sz="1500" dirty="0" err="1">
                          <a:solidFill>
                            <a:schemeClr val="tx1"/>
                          </a:solidFill>
                          <a:effectLst/>
                          <a:latin typeface="Times New Roman" panose="02020603050405020304" pitchFamily="18" charset="0"/>
                          <a:cs typeface="Times New Roman" panose="02020603050405020304" pitchFamily="18" charset="0"/>
                        </a:rPr>
                        <a:t>Nhân</a:t>
                      </a:r>
                      <a:r>
                        <a:rPr lang="en-US" sz="1500" dirty="0">
                          <a:solidFill>
                            <a:schemeClr val="tx1"/>
                          </a:solidFill>
                          <a:effectLst/>
                          <a:latin typeface="Times New Roman" panose="02020603050405020304" pitchFamily="18" charset="0"/>
                          <a:cs typeface="Times New Roman" panose="02020603050405020304" pitchFamily="18" charset="0"/>
                        </a:rPr>
                        <a:t> </a:t>
                      </a:r>
                      <a:r>
                        <a:rPr lang="en-US" sz="1500" dirty="0" err="1">
                          <a:solidFill>
                            <a:schemeClr val="tx1"/>
                          </a:solidFill>
                          <a:effectLst/>
                          <a:latin typeface="Times New Roman" panose="02020603050405020304" pitchFamily="18" charset="0"/>
                          <a:cs typeface="Times New Roman" panose="02020603050405020304" pitchFamily="18" charset="0"/>
                        </a:rPr>
                        <a:t>sự</a:t>
                      </a:r>
                      <a:r>
                        <a:rPr lang="en-US" sz="1500" dirty="0">
                          <a:solidFill>
                            <a:schemeClr val="tx1"/>
                          </a:solidFill>
                          <a:effectLst/>
                          <a:latin typeface="Times New Roman" panose="02020603050405020304" pitchFamily="18" charset="0"/>
                          <a:cs typeface="Times New Roman" panose="02020603050405020304" pitchFamily="18" charset="0"/>
                        </a:rPr>
                        <a:t>: </a:t>
                      </a:r>
                      <a:r>
                        <a:rPr lang="en-US" sz="1500" b="0" dirty="0" err="1">
                          <a:solidFill>
                            <a:schemeClr val="tx1"/>
                          </a:solidFill>
                          <a:effectLst/>
                          <a:latin typeface="Times New Roman" panose="02020603050405020304" pitchFamily="18" charset="0"/>
                          <a:cs typeface="Times New Roman" panose="02020603050405020304" pitchFamily="18" charset="0"/>
                        </a:rPr>
                        <a:t>Đã</a:t>
                      </a:r>
                      <a:r>
                        <a:rPr lang="en-US" sz="1500" b="0" dirty="0">
                          <a:solidFill>
                            <a:schemeClr val="tx1"/>
                          </a:solidFill>
                          <a:effectLst/>
                          <a:latin typeface="Times New Roman" panose="02020603050405020304" pitchFamily="18" charset="0"/>
                          <a:cs typeface="Times New Roman" panose="02020603050405020304" pitchFamily="18" charset="0"/>
                        </a:rPr>
                        <a:t> </a:t>
                      </a:r>
                      <a:r>
                        <a:rPr lang="en-US" sz="1500" b="0" dirty="0" err="1">
                          <a:solidFill>
                            <a:schemeClr val="tx1"/>
                          </a:solidFill>
                          <a:effectLst/>
                          <a:latin typeface="Times New Roman" panose="02020603050405020304" pitchFamily="18" charset="0"/>
                          <a:cs typeface="Times New Roman" panose="02020603050405020304" pitchFamily="18" charset="0"/>
                        </a:rPr>
                        <a:t>sẵn</a:t>
                      </a:r>
                      <a:r>
                        <a:rPr lang="en-US" sz="1500" b="0" dirty="0">
                          <a:solidFill>
                            <a:schemeClr val="tx1"/>
                          </a:solidFill>
                          <a:effectLst/>
                          <a:latin typeface="Times New Roman" panose="02020603050405020304" pitchFamily="18" charset="0"/>
                          <a:cs typeface="Times New Roman" panose="02020603050405020304" pitchFamily="18" charset="0"/>
                        </a:rPr>
                        <a:t> </a:t>
                      </a:r>
                      <a:r>
                        <a:rPr lang="en-US" sz="1500" b="0" dirty="0" err="1">
                          <a:solidFill>
                            <a:schemeClr val="tx1"/>
                          </a:solidFill>
                          <a:effectLst/>
                          <a:latin typeface="Times New Roman" panose="02020603050405020304" pitchFamily="18" charset="0"/>
                          <a:cs typeface="Times New Roman" panose="02020603050405020304" pitchFamily="18" charset="0"/>
                        </a:rPr>
                        <a:t>sàng</a:t>
                      </a:r>
                      <a:endParaRPr lang="en-US" sz="1500" b="0" dirty="0">
                        <a:solidFill>
                          <a:schemeClr val="tx1"/>
                        </a:solidFill>
                        <a:effectLst/>
                        <a:latin typeface="Times New Roman" panose="02020603050405020304" pitchFamily="18" charset="0"/>
                        <a:cs typeface="Times New Roman" panose="02020603050405020304" pitchFamily="18" charset="0"/>
                      </a:endParaRPr>
                    </a:p>
                  </a:txBody>
                  <a:tcPr marL="26032" marR="2603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en-US" sz="1500" b="0" i="0" u="none" strike="noStrike" dirty="0">
                          <a:solidFill>
                            <a:schemeClr val="tx1"/>
                          </a:solidFill>
                          <a:effectLst/>
                          <a:latin typeface="Times New Roman" panose="02020603050405020304" pitchFamily="18" charset="0"/>
                        </a:rPr>
                        <a:t>DVK</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en-US" sz="1500" b="0" i="0" u="none" strike="noStrike" dirty="0">
                          <a:solidFill>
                            <a:schemeClr val="tx1"/>
                          </a:solidFill>
                          <a:effectLst/>
                          <a:latin typeface="Times New Roman" panose="02020603050405020304" pitchFamily="18" charset="0"/>
                        </a:rPr>
                        <a:t>Nextgen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lnSpc>
                          <a:spcPct val="107000"/>
                        </a:lnSpc>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3</a:t>
                      </a:r>
                    </a:p>
                  </a:txBody>
                  <a:tcPr marL="26032" marR="2603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180429194"/>
                  </a:ext>
                </a:extLst>
              </a:tr>
              <a:tr h="612815">
                <a:tc>
                  <a:txBody>
                    <a:bodyPr/>
                    <a:lstStyle/>
                    <a:p>
                      <a:pPr marL="0" algn="ctr" rtl="0" eaLnBrk="1" fontAlgn="ctr" latinLnBrk="0" hangingPunct="1">
                        <a:lnSpc>
                          <a:spcPct val="107000"/>
                        </a:lnSpc>
                        <a:spcBef>
                          <a:spcPts val="0"/>
                        </a:spcBef>
                        <a:spcAft>
                          <a:spcPts val="0"/>
                        </a:spcAft>
                      </a:pPr>
                      <a:r>
                        <a:rPr lang="en-US" sz="1500" b="0" i="0" u="none" strike="noStrike" kern="1200" dirty="0">
                          <a:solidFill>
                            <a:schemeClr val="tx1"/>
                          </a:solidFill>
                          <a:effectLst/>
                          <a:latin typeface="Times New Roman" panose="02020603050405020304" pitchFamily="18" charset="0"/>
                          <a:cs typeface="Times New Roman" panose="02020603050405020304" pitchFamily="18" charset="0"/>
                        </a:rPr>
                        <a:t>5</a:t>
                      </a:r>
                      <a:endParaRPr lang="en-US" sz="1500" b="0" i="0" u="none" strike="noStrike" dirty="0">
                        <a:solidFill>
                          <a:schemeClr val="tx1"/>
                        </a:solidFill>
                        <a:effectLst/>
                        <a:latin typeface="Arial" panose="020B0604020202020204" pitchFamily="34" charset="0"/>
                      </a:endParaRPr>
                    </a:p>
                  </a:txBody>
                  <a:tcPr marL="26035" marR="26035"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l" fontAlgn="ctr">
                        <a:buNone/>
                      </a:pPr>
                      <a:r>
                        <a:rPr lang="en-US" sz="1500" b="0" i="0" u="none" strike="noStrike" dirty="0" err="1">
                          <a:solidFill>
                            <a:schemeClr val="tx1"/>
                          </a:solidFill>
                          <a:effectLst/>
                          <a:latin typeface="Times New Roman" panose="02020603050405020304" pitchFamily="18" charset="0"/>
                        </a:rPr>
                        <a:t>Kiểm</a:t>
                      </a:r>
                      <a:r>
                        <a:rPr lang="en-US" sz="1500" b="0" i="0" u="none" strike="noStrike" dirty="0">
                          <a:solidFill>
                            <a:schemeClr val="tx1"/>
                          </a:solidFill>
                          <a:effectLst/>
                          <a:latin typeface="Times New Roman" panose="02020603050405020304" pitchFamily="18" charset="0"/>
                        </a:rPr>
                        <a:t> </a:t>
                      </a:r>
                      <a:r>
                        <a:rPr lang="en-US" sz="1500" b="0" i="0" u="none" strike="noStrike" dirty="0" err="1">
                          <a:solidFill>
                            <a:schemeClr val="tx1"/>
                          </a:solidFill>
                          <a:effectLst/>
                          <a:latin typeface="Times New Roman" panose="02020603050405020304" pitchFamily="18" charset="0"/>
                        </a:rPr>
                        <a:t>định</a:t>
                      </a:r>
                      <a:r>
                        <a:rPr lang="en-US" sz="1500" b="0" i="0" u="none" strike="noStrike" dirty="0">
                          <a:solidFill>
                            <a:schemeClr val="tx1"/>
                          </a:solidFill>
                          <a:effectLst/>
                          <a:latin typeface="Times New Roman" panose="02020603050405020304" pitchFamily="18" charset="0"/>
                        </a:rPr>
                        <a:t> </a:t>
                      </a:r>
                      <a:r>
                        <a:rPr lang="en-US" sz="1500" b="0" i="0" u="none" strike="noStrike" dirty="0" err="1">
                          <a:solidFill>
                            <a:schemeClr val="tx1"/>
                          </a:solidFill>
                          <a:effectLst/>
                          <a:latin typeface="Times New Roman" panose="02020603050405020304" pitchFamily="18" charset="0"/>
                        </a:rPr>
                        <a:t>hiệu</a:t>
                      </a:r>
                      <a:r>
                        <a:rPr lang="en-US" sz="1500" b="0" i="0" u="none" strike="noStrike" dirty="0">
                          <a:solidFill>
                            <a:schemeClr val="tx1"/>
                          </a:solidFill>
                          <a:effectLst/>
                          <a:latin typeface="Times New Roman" panose="02020603050405020304" pitchFamily="18" charset="0"/>
                        </a:rPr>
                        <a:t> </a:t>
                      </a:r>
                      <a:r>
                        <a:rPr lang="en-US" sz="1500" b="0" i="0" u="none" strike="noStrike" dirty="0" err="1">
                          <a:solidFill>
                            <a:schemeClr val="tx1"/>
                          </a:solidFill>
                          <a:effectLst/>
                          <a:latin typeface="Times New Roman" panose="02020603050405020304" pitchFamily="18" charset="0"/>
                        </a:rPr>
                        <a:t>chuẩn</a:t>
                      </a:r>
                      <a:r>
                        <a:rPr lang="en-US" sz="1500" b="0" i="0" u="none" strike="noStrike" dirty="0">
                          <a:solidFill>
                            <a:schemeClr val="tx1"/>
                          </a:solidFill>
                          <a:effectLst/>
                          <a:latin typeface="Times New Roman" panose="02020603050405020304" pitchFamily="18" charset="0"/>
                        </a:rPr>
                        <a:t> </a:t>
                      </a:r>
                      <a:r>
                        <a:rPr lang="en-US" sz="1500" b="0" i="0" u="none" strike="noStrike" dirty="0" err="1">
                          <a:solidFill>
                            <a:schemeClr val="tx1"/>
                          </a:solidFill>
                          <a:effectLst/>
                          <a:latin typeface="Times New Roman" panose="02020603050405020304" pitchFamily="18" charset="0"/>
                        </a:rPr>
                        <a:t>các</a:t>
                      </a:r>
                      <a:r>
                        <a:rPr lang="en-US" sz="1500" b="0" i="0" u="none" strike="noStrike" dirty="0">
                          <a:solidFill>
                            <a:schemeClr val="tx1"/>
                          </a:solidFill>
                          <a:effectLst/>
                          <a:latin typeface="Times New Roman" panose="02020603050405020304" pitchFamily="18" charset="0"/>
                        </a:rPr>
                        <a:t> </a:t>
                      </a:r>
                      <a:r>
                        <a:rPr lang="en-US" sz="1500" b="0" i="0" u="none" strike="noStrike" dirty="0" err="1">
                          <a:solidFill>
                            <a:schemeClr val="tx1"/>
                          </a:solidFill>
                          <a:effectLst/>
                          <a:latin typeface="Times New Roman" panose="02020603050405020304" pitchFamily="18" charset="0"/>
                        </a:rPr>
                        <a:t>thiết</a:t>
                      </a:r>
                      <a:r>
                        <a:rPr lang="en-US" sz="1500" b="0" i="0" u="none" strike="noStrike" dirty="0">
                          <a:solidFill>
                            <a:schemeClr val="tx1"/>
                          </a:solidFill>
                          <a:effectLst/>
                          <a:latin typeface="Times New Roman" panose="02020603050405020304" pitchFamily="18" charset="0"/>
                        </a:rPr>
                        <a:t> </a:t>
                      </a:r>
                      <a:r>
                        <a:rPr lang="en-US" sz="1500" b="0" i="0" u="none" strike="noStrike" dirty="0" err="1">
                          <a:solidFill>
                            <a:schemeClr val="tx1"/>
                          </a:solidFill>
                          <a:effectLst/>
                          <a:latin typeface="Times New Roman" panose="02020603050405020304" pitchFamily="18" charset="0"/>
                        </a:rPr>
                        <a:t>bị</a:t>
                      </a:r>
                      <a:r>
                        <a:rPr lang="en-US" sz="1500" b="0" i="0" u="none" strike="noStrike" dirty="0">
                          <a:solidFill>
                            <a:schemeClr val="tx1"/>
                          </a:solidFill>
                          <a:effectLst/>
                          <a:latin typeface="Times New Roman" panose="02020603050405020304" pitchFamily="18" charset="0"/>
                        </a:rPr>
                        <a:t> </a:t>
                      </a:r>
                      <a:r>
                        <a:rPr lang="en-US" sz="1500" b="0" i="0" u="none" strike="noStrike" dirty="0" err="1">
                          <a:solidFill>
                            <a:schemeClr val="tx1"/>
                          </a:solidFill>
                          <a:effectLst/>
                          <a:latin typeface="Times New Roman" panose="02020603050405020304" pitchFamily="18" charset="0"/>
                        </a:rPr>
                        <a:t>đo</a:t>
                      </a:r>
                      <a:r>
                        <a:rPr lang="en-US" sz="1500" b="0" i="0" u="none" strike="noStrike" dirty="0">
                          <a:solidFill>
                            <a:schemeClr val="tx1"/>
                          </a:solidFill>
                          <a:effectLst/>
                          <a:latin typeface="Times New Roman" panose="02020603050405020304" pitchFamily="18" charset="0"/>
                        </a:rPr>
                        <a:t> </a:t>
                      </a:r>
                      <a:r>
                        <a:rPr lang="en-US" sz="1500" b="0" i="0" u="none" strike="noStrike" dirty="0" err="1">
                          <a:solidFill>
                            <a:schemeClr val="tx1"/>
                          </a:solidFill>
                          <a:effectLst/>
                          <a:latin typeface="Times New Roman" panose="02020603050405020304" pitchFamily="18" charset="0"/>
                        </a:rPr>
                        <a:t>áp</a:t>
                      </a:r>
                      <a:r>
                        <a:rPr lang="en-US" sz="1500" b="0" i="0" u="none" strike="noStrike" dirty="0">
                          <a:solidFill>
                            <a:schemeClr val="tx1"/>
                          </a:solidFill>
                          <a:effectLst/>
                          <a:latin typeface="Times New Roman" panose="02020603050405020304" pitchFamily="18" charset="0"/>
                        </a:rPr>
                        <a:t> </a:t>
                      </a:r>
                      <a:r>
                        <a:rPr lang="en-US" sz="1500" b="0" i="0" u="none" strike="noStrike" dirty="0" err="1">
                          <a:solidFill>
                            <a:schemeClr val="tx1"/>
                          </a:solidFill>
                          <a:effectLst/>
                          <a:latin typeface="Times New Roman" panose="02020603050405020304" pitchFamily="18" charset="0"/>
                        </a:rPr>
                        <a:t>suất</a:t>
                      </a:r>
                      <a:r>
                        <a:rPr lang="en-US" sz="1500" b="0" i="0" u="none" strike="noStrike" dirty="0">
                          <a:solidFill>
                            <a:schemeClr val="tx1"/>
                          </a:solidFill>
                          <a:effectLst/>
                          <a:latin typeface="Times New Roman" panose="02020603050405020304" pitchFamily="18" charset="0"/>
                        </a:rPr>
                        <a:t>, </a:t>
                      </a:r>
                      <a:r>
                        <a:rPr lang="en-US" sz="1500" b="0" i="0" u="none" strike="noStrike" dirty="0" err="1">
                          <a:solidFill>
                            <a:schemeClr val="tx1"/>
                          </a:solidFill>
                          <a:effectLst/>
                          <a:latin typeface="Times New Roman" panose="02020603050405020304" pitchFamily="18" charset="0"/>
                        </a:rPr>
                        <a:t>nhiệt</a:t>
                      </a:r>
                      <a:r>
                        <a:rPr lang="en-US" sz="1500" b="0" i="0" u="none" strike="noStrike" dirty="0">
                          <a:solidFill>
                            <a:schemeClr val="tx1"/>
                          </a:solidFill>
                          <a:effectLst/>
                          <a:latin typeface="Times New Roman" panose="02020603050405020304" pitchFamily="18" charset="0"/>
                        </a:rPr>
                        <a:t> </a:t>
                      </a:r>
                      <a:r>
                        <a:rPr lang="en-US" sz="1500" b="0" i="0" u="none" strike="noStrike" dirty="0" err="1">
                          <a:solidFill>
                            <a:schemeClr val="tx1"/>
                          </a:solidFill>
                          <a:effectLst/>
                          <a:latin typeface="Times New Roman" panose="02020603050405020304" pitchFamily="18" charset="0"/>
                        </a:rPr>
                        <a:t>độ</a:t>
                      </a:r>
                      <a:r>
                        <a:rPr lang="en-US" sz="1500" b="0" i="0" u="none" strike="noStrike" dirty="0">
                          <a:solidFill>
                            <a:schemeClr val="tx1"/>
                          </a:solidFill>
                          <a:effectLst/>
                          <a:latin typeface="Times New Roman" panose="02020603050405020304" pitchFamily="18" charset="0"/>
                        </a:rPr>
                        <a:t> </a:t>
                      </a:r>
                      <a:r>
                        <a:rPr lang="en-US" sz="1500" b="0" i="0" u="none" strike="noStrike" dirty="0" err="1">
                          <a:solidFill>
                            <a:schemeClr val="tx1"/>
                          </a:solidFill>
                          <a:effectLst/>
                          <a:latin typeface="Times New Roman" panose="02020603050405020304" pitchFamily="18" charset="0"/>
                        </a:rPr>
                        <a:t>tại</a:t>
                      </a:r>
                      <a:r>
                        <a:rPr lang="en-US" sz="1500" b="0" i="0" u="none" strike="noStrike" dirty="0">
                          <a:solidFill>
                            <a:schemeClr val="tx1"/>
                          </a:solidFill>
                          <a:effectLst/>
                          <a:latin typeface="Times New Roman" panose="02020603050405020304" pitchFamily="18" charset="0"/>
                        </a:rPr>
                        <a:t> </a:t>
                      </a:r>
                      <a:r>
                        <a:rPr lang="en-US" sz="1500" b="0" i="0" u="none" strike="noStrike" dirty="0" err="1">
                          <a:solidFill>
                            <a:schemeClr val="tx1"/>
                          </a:solidFill>
                          <a:effectLst/>
                          <a:latin typeface="Times New Roman" panose="02020603050405020304" pitchFamily="18" charset="0"/>
                        </a:rPr>
                        <a:t>giàn</a:t>
                      </a:r>
                      <a:r>
                        <a:rPr lang="en-US" sz="1500" b="0" i="0" u="none" strike="noStrike" dirty="0">
                          <a:solidFill>
                            <a:schemeClr val="tx1"/>
                          </a:solidFill>
                          <a:effectLst/>
                          <a:latin typeface="Times New Roman" panose="02020603050405020304" pitchFamily="18" charset="0"/>
                        </a:rPr>
                        <a:t> </a:t>
                      </a:r>
                      <a:r>
                        <a:rPr lang="en-US" sz="1500" b="0" i="0" u="none" strike="noStrike" dirty="0" err="1">
                          <a:solidFill>
                            <a:schemeClr val="tx1"/>
                          </a:solidFill>
                          <a:effectLst/>
                          <a:latin typeface="Times New Roman" panose="02020603050405020304" pitchFamily="18" charset="0"/>
                        </a:rPr>
                        <a:t>Rồng</a:t>
                      </a:r>
                      <a:endParaRPr lang="en-US" sz="1500" b="0" i="0" u="none" strike="noStrike" dirty="0">
                        <a:solidFill>
                          <a:schemeClr val="tx1"/>
                        </a:solidFill>
                        <a:effectLst/>
                        <a:latin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171450" indent="-171450" algn="just">
                        <a:lnSpc>
                          <a:spcPct val="107000"/>
                        </a:lnSpc>
                        <a:spcAft>
                          <a:spcPts val="0"/>
                        </a:spcAft>
                        <a:buFont typeface="Times New Roman" panose="02020603050405020304" pitchFamily="18" charset="0"/>
                        <a:buChar char="‐"/>
                      </a:pPr>
                      <a:r>
                        <a:rPr lang="en-US" sz="1500" dirty="0" err="1">
                          <a:solidFill>
                            <a:schemeClr val="tx1"/>
                          </a:solidFill>
                          <a:effectLst/>
                          <a:latin typeface="Times New Roman" panose="02020603050405020304" pitchFamily="18" charset="0"/>
                          <a:cs typeface="Times New Roman" panose="02020603050405020304" pitchFamily="18" charset="0"/>
                        </a:rPr>
                        <a:t>Vật</a:t>
                      </a:r>
                      <a:r>
                        <a:rPr lang="en-US" sz="1500" dirty="0">
                          <a:solidFill>
                            <a:schemeClr val="tx1"/>
                          </a:solidFill>
                          <a:effectLst/>
                          <a:latin typeface="Times New Roman" panose="02020603050405020304" pitchFamily="18" charset="0"/>
                          <a:cs typeface="Times New Roman" panose="02020603050405020304" pitchFamily="18" charset="0"/>
                        </a:rPr>
                        <a:t> </a:t>
                      </a:r>
                      <a:r>
                        <a:rPr lang="en-US" sz="1500" dirty="0" err="1">
                          <a:solidFill>
                            <a:schemeClr val="tx1"/>
                          </a:solidFill>
                          <a:effectLst/>
                          <a:latin typeface="Times New Roman" panose="02020603050405020304" pitchFamily="18" charset="0"/>
                          <a:cs typeface="Times New Roman" panose="02020603050405020304" pitchFamily="18" charset="0"/>
                        </a:rPr>
                        <a:t>tư</a:t>
                      </a:r>
                      <a:r>
                        <a:rPr lang="en-US" sz="1500" dirty="0">
                          <a:solidFill>
                            <a:schemeClr val="tx1"/>
                          </a:solidFill>
                          <a:effectLst/>
                          <a:latin typeface="Times New Roman" panose="02020603050405020304" pitchFamily="18" charset="0"/>
                          <a:cs typeface="Times New Roman" panose="02020603050405020304" pitchFamily="18" charset="0"/>
                        </a:rPr>
                        <a:t>: </a:t>
                      </a:r>
                      <a:r>
                        <a:rPr lang="en-US" sz="1500" b="0" dirty="0" err="1">
                          <a:solidFill>
                            <a:schemeClr val="tx1"/>
                          </a:solidFill>
                          <a:effectLst/>
                          <a:latin typeface="Times New Roman" panose="02020603050405020304" pitchFamily="18" charset="0"/>
                          <a:cs typeface="Times New Roman" panose="02020603050405020304" pitchFamily="18" charset="0"/>
                        </a:rPr>
                        <a:t>Đã</a:t>
                      </a:r>
                      <a:r>
                        <a:rPr lang="en-US" sz="1500" b="0" dirty="0">
                          <a:solidFill>
                            <a:schemeClr val="tx1"/>
                          </a:solidFill>
                          <a:effectLst/>
                          <a:latin typeface="Times New Roman" panose="02020603050405020304" pitchFamily="18" charset="0"/>
                          <a:cs typeface="Times New Roman" panose="02020603050405020304" pitchFamily="18" charset="0"/>
                        </a:rPr>
                        <a:t> </a:t>
                      </a:r>
                      <a:r>
                        <a:rPr lang="en-US" sz="1500" b="0" dirty="0" err="1">
                          <a:solidFill>
                            <a:schemeClr val="tx1"/>
                          </a:solidFill>
                          <a:effectLst/>
                          <a:latin typeface="Times New Roman" panose="02020603050405020304" pitchFamily="18" charset="0"/>
                          <a:cs typeface="Times New Roman" panose="02020603050405020304" pitchFamily="18" charset="0"/>
                        </a:rPr>
                        <a:t>sẵn</a:t>
                      </a:r>
                      <a:r>
                        <a:rPr lang="en-US" sz="1500" b="0" dirty="0">
                          <a:solidFill>
                            <a:schemeClr val="tx1"/>
                          </a:solidFill>
                          <a:effectLst/>
                          <a:latin typeface="Times New Roman" panose="02020603050405020304" pitchFamily="18" charset="0"/>
                          <a:cs typeface="Times New Roman" panose="02020603050405020304" pitchFamily="18" charset="0"/>
                        </a:rPr>
                        <a:t> </a:t>
                      </a:r>
                      <a:r>
                        <a:rPr lang="en-US" sz="1500" b="0" dirty="0" err="1">
                          <a:solidFill>
                            <a:schemeClr val="tx1"/>
                          </a:solidFill>
                          <a:effectLst/>
                          <a:latin typeface="Times New Roman" panose="02020603050405020304" pitchFamily="18" charset="0"/>
                          <a:cs typeface="Times New Roman" panose="02020603050405020304" pitchFamily="18" charset="0"/>
                        </a:rPr>
                        <a:t>sàng</a:t>
                      </a:r>
                      <a:endParaRPr lang="en-US" sz="1500" b="0" dirty="0">
                        <a:solidFill>
                          <a:schemeClr val="tx1"/>
                        </a:solidFill>
                        <a:effectLst/>
                        <a:latin typeface="Times New Roman" panose="02020603050405020304" pitchFamily="18" charset="0"/>
                        <a:cs typeface="Times New Roman" panose="02020603050405020304" pitchFamily="18" charset="0"/>
                      </a:endParaRPr>
                    </a:p>
                    <a:p>
                      <a:pPr marL="171450" marR="0" lvl="0" indent="-171450" algn="just" defTabSz="914400" rtl="0" eaLnBrk="1" fontAlgn="auto" latinLnBrk="0" hangingPunct="1">
                        <a:lnSpc>
                          <a:spcPct val="107000"/>
                        </a:lnSpc>
                        <a:spcBef>
                          <a:spcPts val="0"/>
                        </a:spcBef>
                        <a:spcAft>
                          <a:spcPts val="0"/>
                        </a:spcAft>
                        <a:buClrTx/>
                        <a:buSzTx/>
                        <a:buFont typeface="Times New Roman" panose="02020603050405020304" pitchFamily="18" charset="0"/>
                        <a:buChar char="‐"/>
                        <a:tabLst/>
                        <a:defRPr/>
                      </a:pPr>
                      <a:r>
                        <a:rPr lang="en-US" sz="1500" dirty="0" err="1">
                          <a:solidFill>
                            <a:schemeClr val="tx1"/>
                          </a:solidFill>
                          <a:effectLst/>
                          <a:latin typeface="Times New Roman" panose="02020603050405020304" pitchFamily="18" charset="0"/>
                          <a:cs typeface="Times New Roman" panose="02020603050405020304" pitchFamily="18" charset="0"/>
                        </a:rPr>
                        <a:t>Nhân</a:t>
                      </a:r>
                      <a:r>
                        <a:rPr lang="en-US" sz="1500" dirty="0">
                          <a:solidFill>
                            <a:schemeClr val="tx1"/>
                          </a:solidFill>
                          <a:effectLst/>
                          <a:latin typeface="Times New Roman" panose="02020603050405020304" pitchFamily="18" charset="0"/>
                          <a:cs typeface="Times New Roman" panose="02020603050405020304" pitchFamily="18" charset="0"/>
                        </a:rPr>
                        <a:t> </a:t>
                      </a:r>
                      <a:r>
                        <a:rPr lang="en-US" sz="1500" dirty="0" err="1">
                          <a:solidFill>
                            <a:schemeClr val="tx1"/>
                          </a:solidFill>
                          <a:effectLst/>
                          <a:latin typeface="Times New Roman" panose="02020603050405020304" pitchFamily="18" charset="0"/>
                          <a:cs typeface="Times New Roman" panose="02020603050405020304" pitchFamily="18" charset="0"/>
                        </a:rPr>
                        <a:t>sự</a:t>
                      </a:r>
                      <a:r>
                        <a:rPr lang="en-US" sz="1500" dirty="0">
                          <a:solidFill>
                            <a:schemeClr val="tx1"/>
                          </a:solidFill>
                          <a:effectLst/>
                          <a:latin typeface="Times New Roman" panose="02020603050405020304" pitchFamily="18" charset="0"/>
                          <a:cs typeface="Times New Roman" panose="02020603050405020304" pitchFamily="18" charset="0"/>
                        </a:rPr>
                        <a:t>: </a:t>
                      </a:r>
                      <a:r>
                        <a:rPr lang="en-US" sz="1500" b="0" dirty="0" err="1">
                          <a:solidFill>
                            <a:schemeClr val="tx1"/>
                          </a:solidFill>
                          <a:effectLst/>
                          <a:latin typeface="Times New Roman" panose="02020603050405020304" pitchFamily="18" charset="0"/>
                          <a:cs typeface="Times New Roman" panose="02020603050405020304" pitchFamily="18" charset="0"/>
                        </a:rPr>
                        <a:t>Đã</a:t>
                      </a:r>
                      <a:r>
                        <a:rPr lang="en-US" sz="1500" b="0" dirty="0">
                          <a:solidFill>
                            <a:schemeClr val="tx1"/>
                          </a:solidFill>
                          <a:effectLst/>
                          <a:latin typeface="Times New Roman" panose="02020603050405020304" pitchFamily="18" charset="0"/>
                          <a:cs typeface="Times New Roman" panose="02020603050405020304" pitchFamily="18" charset="0"/>
                        </a:rPr>
                        <a:t> </a:t>
                      </a:r>
                      <a:r>
                        <a:rPr lang="en-US" sz="1500" b="0" dirty="0" err="1">
                          <a:solidFill>
                            <a:schemeClr val="tx1"/>
                          </a:solidFill>
                          <a:effectLst/>
                          <a:latin typeface="Times New Roman" panose="02020603050405020304" pitchFamily="18" charset="0"/>
                          <a:cs typeface="Times New Roman" panose="02020603050405020304" pitchFamily="18" charset="0"/>
                        </a:rPr>
                        <a:t>sẵn</a:t>
                      </a:r>
                      <a:r>
                        <a:rPr lang="en-US" sz="1500" b="0" dirty="0">
                          <a:solidFill>
                            <a:schemeClr val="tx1"/>
                          </a:solidFill>
                          <a:effectLst/>
                          <a:latin typeface="Times New Roman" panose="02020603050405020304" pitchFamily="18" charset="0"/>
                          <a:cs typeface="Times New Roman" panose="02020603050405020304" pitchFamily="18" charset="0"/>
                        </a:rPr>
                        <a:t> </a:t>
                      </a:r>
                      <a:r>
                        <a:rPr lang="en-US" sz="1500" b="0" dirty="0" err="1">
                          <a:solidFill>
                            <a:schemeClr val="tx1"/>
                          </a:solidFill>
                          <a:effectLst/>
                          <a:latin typeface="Times New Roman" panose="02020603050405020304" pitchFamily="18" charset="0"/>
                          <a:cs typeface="Times New Roman" panose="02020603050405020304" pitchFamily="18" charset="0"/>
                        </a:rPr>
                        <a:t>sàng</a:t>
                      </a:r>
                      <a:endParaRPr lang="en-US" sz="1500" b="0" dirty="0">
                        <a:solidFill>
                          <a:schemeClr val="tx1"/>
                        </a:solidFill>
                        <a:effectLst/>
                        <a:latin typeface="Times New Roman" panose="02020603050405020304" pitchFamily="18" charset="0"/>
                        <a:cs typeface="Times New Roman" panose="02020603050405020304" pitchFamily="18" charset="0"/>
                      </a:endParaRPr>
                    </a:p>
                  </a:txBody>
                  <a:tcPr marL="26035" marR="26035"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lvl="0" indent="0" algn="ctr" defTabSz="914400" rtl="0" eaLnBrk="1" fontAlgn="ctr" latinLnBrk="0" hangingPunct="1">
                        <a:lnSpc>
                          <a:spcPct val="107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DVK</a:t>
                      </a:r>
                      <a:endParaRPr kumimoji="0" lang="en-US" sz="1500" b="0" i="0" u="none" strike="noStrike" kern="1200" cap="none" spc="0" normalizeH="0" baseline="0" noProof="0" dirty="0">
                        <a:ln>
                          <a:noFill/>
                        </a:ln>
                        <a:solidFill>
                          <a:schemeClr val="tx1"/>
                        </a:solidFill>
                        <a:effectLst/>
                        <a:uLnTx/>
                        <a:uFillTx/>
                        <a:latin typeface="Arial" panose="020B0604020202020204" pitchFamily="34" charset="0"/>
                        <a:ea typeface="+mn-ea"/>
                        <a:cs typeface="+mn-cs"/>
                      </a:endParaRPr>
                    </a:p>
                  </a:txBody>
                  <a:tcPr marL="26035" marR="26035"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algn="ctr" rtl="0" eaLnBrk="1" fontAlgn="ctr" latinLnBrk="0" hangingPunct="1">
                        <a:lnSpc>
                          <a:spcPct val="107000"/>
                        </a:lnSpc>
                        <a:spcBef>
                          <a:spcPts val="0"/>
                        </a:spcBef>
                        <a:spcAft>
                          <a:spcPts val="0"/>
                        </a:spcAft>
                      </a:pPr>
                      <a:r>
                        <a:rPr lang="en-US" sz="1500" b="0" i="0" u="none" strike="noStrike" kern="1200" dirty="0">
                          <a:solidFill>
                            <a:schemeClr val="tx1"/>
                          </a:solidFill>
                          <a:effectLst/>
                          <a:latin typeface="Times New Roman" panose="02020603050405020304" pitchFamily="18" charset="0"/>
                          <a:cs typeface="Times New Roman" panose="02020603050405020304" pitchFamily="18" charset="0"/>
                        </a:rPr>
                        <a:t>DVK</a:t>
                      </a:r>
                      <a:endParaRPr lang="en-US" sz="1500" b="0" i="0" u="none" strike="noStrike" dirty="0">
                        <a:solidFill>
                          <a:schemeClr val="tx1"/>
                        </a:solidFill>
                        <a:effectLst/>
                        <a:latin typeface="Arial" panose="020B0604020202020204" pitchFamily="34" charset="0"/>
                      </a:endParaRPr>
                    </a:p>
                  </a:txBody>
                  <a:tcPr marL="26035" marR="26035"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algn="ctr" rtl="0" eaLnBrk="1" fontAlgn="ctr" latinLnBrk="0" hangingPunct="1">
                        <a:lnSpc>
                          <a:spcPct val="107000"/>
                        </a:lnSpc>
                        <a:spcBef>
                          <a:spcPts val="0"/>
                        </a:spcBef>
                        <a:spcAft>
                          <a:spcPts val="0"/>
                        </a:spcAft>
                      </a:pPr>
                      <a:r>
                        <a:rPr lang="en-US" sz="1500" b="0" i="0" u="none" strike="noStrike" kern="12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5</a:t>
                      </a:r>
                      <a:endParaRPr lang="en-US" sz="1500" b="0" i="0" u="none" strike="noStrike" dirty="0">
                        <a:solidFill>
                          <a:schemeClr val="tx1"/>
                        </a:solidFill>
                        <a:effectLst/>
                        <a:latin typeface="Arial" panose="020B0604020202020204" pitchFamily="34" charset="0"/>
                      </a:endParaRPr>
                    </a:p>
                  </a:txBody>
                  <a:tcPr marL="26035" marR="26035"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877578939"/>
                  </a:ext>
                </a:extLst>
              </a:tr>
              <a:tr h="612815">
                <a:tc>
                  <a:txBody>
                    <a:bodyPr/>
                    <a:lstStyle/>
                    <a:p>
                      <a:pPr marL="0" algn="ctr" rtl="0" eaLnBrk="1" fontAlgn="ctr" latinLnBrk="0" hangingPunct="1">
                        <a:lnSpc>
                          <a:spcPct val="107000"/>
                        </a:lnSpc>
                        <a:spcBef>
                          <a:spcPts val="0"/>
                        </a:spcBef>
                        <a:spcAft>
                          <a:spcPts val="0"/>
                        </a:spcAft>
                      </a:pPr>
                      <a:r>
                        <a:rPr lang="en-US" sz="1500" b="0" i="0" u="none" strike="noStrike" kern="1200" dirty="0">
                          <a:solidFill>
                            <a:schemeClr val="tx1"/>
                          </a:solidFill>
                          <a:effectLst/>
                          <a:latin typeface="Times New Roman" panose="02020603050405020304" pitchFamily="18" charset="0"/>
                          <a:cs typeface="Times New Roman" panose="02020603050405020304" pitchFamily="18" charset="0"/>
                        </a:rPr>
                        <a:t>6</a:t>
                      </a:r>
                      <a:endParaRPr lang="en-US" sz="1500" b="0" i="0" u="none" strike="noStrike" dirty="0">
                        <a:solidFill>
                          <a:schemeClr val="tx1"/>
                        </a:solidFill>
                        <a:effectLst/>
                        <a:latin typeface="Arial" panose="020B0604020202020204" pitchFamily="34" charset="0"/>
                      </a:endParaRPr>
                    </a:p>
                  </a:txBody>
                  <a:tcPr marL="26035" marR="26035"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l" fontAlgn="ctr">
                        <a:buNone/>
                      </a:pPr>
                      <a:r>
                        <a:rPr lang="en-US" sz="1500" b="0" i="0" u="none" strike="noStrike" dirty="0" err="1">
                          <a:solidFill>
                            <a:schemeClr val="tx1"/>
                          </a:solidFill>
                          <a:effectLst/>
                          <a:latin typeface="Times New Roman" panose="02020603050405020304" pitchFamily="18" charset="0"/>
                        </a:rPr>
                        <a:t>Kiểm</a:t>
                      </a:r>
                      <a:r>
                        <a:rPr lang="en-US" sz="1500" b="0" i="0" u="none" strike="noStrike" dirty="0">
                          <a:solidFill>
                            <a:schemeClr val="tx1"/>
                          </a:solidFill>
                          <a:effectLst/>
                          <a:latin typeface="Times New Roman" panose="02020603050405020304" pitchFamily="18" charset="0"/>
                        </a:rPr>
                        <a:t> </a:t>
                      </a:r>
                      <a:r>
                        <a:rPr lang="en-US" sz="1500" b="0" i="0" u="none" strike="noStrike" dirty="0" err="1">
                          <a:solidFill>
                            <a:schemeClr val="tx1"/>
                          </a:solidFill>
                          <a:effectLst/>
                          <a:latin typeface="Times New Roman" panose="02020603050405020304" pitchFamily="18" charset="0"/>
                        </a:rPr>
                        <a:t>định</a:t>
                      </a:r>
                      <a:r>
                        <a:rPr lang="en-US" sz="1500" b="0" i="0" u="none" strike="noStrike" dirty="0">
                          <a:solidFill>
                            <a:schemeClr val="tx1"/>
                          </a:solidFill>
                          <a:effectLst/>
                          <a:latin typeface="Times New Roman" panose="02020603050405020304" pitchFamily="18" charset="0"/>
                        </a:rPr>
                        <a:t> </a:t>
                      </a:r>
                      <a:r>
                        <a:rPr lang="en-US" sz="1500" b="0" i="0" u="none" strike="noStrike" dirty="0" err="1">
                          <a:solidFill>
                            <a:schemeClr val="tx1"/>
                          </a:solidFill>
                          <a:effectLst/>
                          <a:latin typeface="Times New Roman" panose="02020603050405020304" pitchFamily="18" charset="0"/>
                        </a:rPr>
                        <a:t>hệ</a:t>
                      </a:r>
                      <a:r>
                        <a:rPr lang="en-US" sz="1500" b="0" i="0" u="none" strike="noStrike" dirty="0">
                          <a:solidFill>
                            <a:schemeClr val="tx1"/>
                          </a:solidFill>
                          <a:effectLst/>
                          <a:latin typeface="Times New Roman" panose="02020603050405020304" pitchFamily="18" charset="0"/>
                        </a:rPr>
                        <a:t> </a:t>
                      </a:r>
                      <a:r>
                        <a:rPr lang="en-US" sz="1500" b="0" i="0" u="none" strike="noStrike" dirty="0" err="1">
                          <a:solidFill>
                            <a:schemeClr val="tx1"/>
                          </a:solidFill>
                          <a:effectLst/>
                          <a:latin typeface="Times New Roman" panose="02020603050405020304" pitchFamily="18" charset="0"/>
                        </a:rPr>
                        <a:t>thống</a:t>
                      </a:r>
                      <a:r>
                        <a:rPr lang="en-US" sz="1500" b="0" i="0" u="none" strike="noStrike" dirty="0">
                          <a:solidFill>
                            <a:schemeClr val="tx1"/>
                          </a:solidFill>
                          <a:effectLst/>
                          <a:latin typeface="Times New Roman" panose="02020603050405020304" pitchFamily="18" charset="0"/>
                        </a:rPr>
                        <a:t> </a:t>
                      </a:r>
                      <a:r>
                        <a:rPr lang="en-US" sz="1500" b="0" i="0" u="none" strike="noStrike" dirty="0" err="1">
                          <a:solidFill>
                            <a:schemeClr val="tx1"/>
                          </a:solidFill>
                          <a:effectLst/>
                          <a:latin typeface="Times New Roman" panose="02020603050405020304" pitchFamily="18" charset="0"/>
                        </a:rPr>
                        <a:t>đo</a:t>
                      </a:r>
                      <a:r>
                        <a:rPr lang="en-US" sz="1500" b="0" i="0" u="none" strike="noStrike" dirty="0">
                          <a:solidFill>
                            <a:schemeClr val="tx1"/>
                          </a:solidFill>
                          <a:effectLst/>
                          <a:latin typeface="Times New Roman" panose="02020603050405020304" pitchFamily="18" charset="0"/>
                        </a:rPr>
                        <a:t> </a:t>
                      </a:r>
                      <a:r>
                        <a:rPr lang="en-US" sz="1500" b="0" i="0" u="none" strike="noStrike" dirty="0" err="1">
                          <a:solidFill>
                            <a:schemeClr val="tx1"/>
                          </a:solidFill>
                          <a:effectLst/>
                          <a:latin typeface="Times New Roman" panose="02020603050405020304" pitchFamily="18" charset="0"/>
                        </a:rPr>
                        <a:t>đếm</a:t>
                      </a:r>
                      <a:r>
                        <a:rPr lang="en-US" sz="1500" b="0" i="0" u="none" strike="noStrike" dirty="0">
                          <a:solidFill>
                            <a:schemeClr val="tx1"/>
                          </a:solidFill>
                          <a:effectLst/>
                          <a:latin typeface="Times New Roman" panose="02020603050405020304" pitchFamily="18" charset="0"/>
                        </a:rPr>
                        <a:t> </a:t>
                      </a:r>
                      <a:r>
                        <a:rPr lang="en-US" sz="1500" b="0" i="0" u="none" strike="noStrike" dirty="0" err="1">
                          <a:solidFill>
                            <a:schemeClr val="tx1"/>
                          </a:solidFill>
                          <a:effectLst/>
                          <a:latin typeface="Times New Roman" panose="02020603050405020304" pitchFamily="18" charset="0"/>
                        </a:rPr>
                        <a:t>giàn</a:t>
                      </a:r>
                      <a:r>
                        <a:rPr lang="en-US" sz="1500" b="0" i="0" u="none" strike="noStrike" dirty="0">
                          <a:solidFill>
                            <a:schemeClr val="tx1"/>
                          </a:solidFill>
                          <a:effectLst/>
                          <a:latin typeface="Times New Roman" panose="02020603050405020304" pitchFamily="18" charset="0"/>
                        </a:rPr>
                        <a:t> </a:t>
                      </a:r>
                      <a:r>
                        <a:rPr lang="en-US" sz="1500" b="0" i="0" u="none" strike="noStrike" dirty="0" err="1">
                          <a:solidFill>
                            <a:schemeClr val="tx1"/>
                          </a:solidFill>
                          <a:effectLst/>
                          <a:latin typeface="Times New Roman" panose="02020603050405020304" pitchFamily="18" charset="0"/>
                        </a:rPr>
                        <a:t>Rồng</a:t>
                      </a:r>
                      <a:r>
                        <a:rPr lang="en-US" sz="1500" b="0" i="0" u="none" strike="noStrike" dirty="0">
                          <a:solidFill>
                            <a:schemeClr val="tx1"/>
                          </a:solidFill>
                          <a:effectLst/>
                          <a:latin typeface="Times New Roman" panose="02020603050405020304" pitchFamily="18" charset="0"/>
                        </a:rPr>
                        <a:t> </a:t>
                      </a:r>
                      <a:r>
                        <a:rPr lang="en-US" sz="1500" b="0" i="0" u="none" strike="noStrike" dirty="0" err="1">
                          <a:solidFill>
                            <a:schemeClr val="tx1"/>
                          </a:solidFill>
                          <a:effectLst/>
                          <a:latin typeface="Times New Roman" panose="02020603050405020304" pitchFamily="18" charset="0"/>
                        </a:rPr>
                        <a:t>và</a:t>
                      </a:r>
                      <a:r>
                        <a:rPr lang="en-US" sz="1500" b="0" i="0" u="none" strike="noStrike" dirty="0">
                          <a:solidFill>
                            <a:schemeClr val="tx1"/>
                          </a:solidFill>
                          <a:effectLst/>
                          <a:latin typeface="Times New Roman" panose="02020603050405020304" pitchFamily="18" charset="0"/>
                        </a:rPr>
                        <a:t> </a:t>
                      </a:r>
                      <a:r>
                        <a:rPr lang="en-US" sz="1500" b="0" i="0" u="none" strike="noStrike" dirty="0" err="1">
                          <a:solidFill>
                            <a:schemeClr val="tx1"/>
                          </a:solidFill>
                          <a:effectLst/>
                          <a:latin typeface="Times New Roman" panose="02020603050405020304" pitchFamily="18" charset="0"/>
                        </a:rPr>
                        <a:t>Rồng</a:t>
                      </a:r>
                      <a:r>
                        <a:rPr lang="en-US" sz="1500" b="0" i="0" u="none" strike="noStrike" dirty="0">
                          <a:solidFill>
                            <a:schemeClr val="tx1"/>
                          </a:solidFill>
                          <a:effectLst/>
                          <a:latin typeface="Times New Roman" panose="02020603050405020304" pitchFamily="18" charset="0"/>
                        </a:rPr>
                        <a:t> </a:t>
                      </a:r>
                      <a:r>
                        <a:rPr lang="en-US" sz="1500" b="0" i="0" u="none" strike="noStrike" dirty="0" err="1">
                          <a:solidFill>
                            <a:schemeClr val="tx1"/>
                          </a:solidFill>
                          <a:effectLst/>
                          <a:latin typeface="Times New Roman" panose="02020603050405020304" pitchFamily="18" charset="0"/>
                        </a:rPr>
                        <a:t>mở</a:t>
                      </a:r>
                      <a:r>
                        <a:rPr lang="en-US" sz="1500" b="0" i="0" u="none" strike="noStrike" dirty="0">
                          <a:solidFill>
                            <a:schemeClr val="tx1"/>
                          </a:solidFill>
                          <a:effectLst/>
                          <a:latin typeface="Times New Roman" panose="02020603050405020304" pitchFamily="18" charset="0"/>
                        </a:rPr>
                        <a:t> </a:t>
                      </a:r>
                      <a:r>
                        <a:rPr lang="en-US" sz="1500" b="0" i="0" u="none" strike="noStrike" dirty="0" err="1">
                          <a:solidFill>
                            <a:schemeClr val="tx1"/>
                          </a:solidFill>
                          <a:effectLst/>
                          <a:latin typeface="Times New Roman" panose="02020603050405020304" pitchFamily="18" charset="0"/>
                        </a:rPr>
                        <a:t>rộng</a:t>
                      </a:r>
                      <a:endParaRPr lang="en-US" sz="1500" b="0" i="0" u="none" strike="noStrike" dirty="0">
                        <a:solidFill>
                          <a:schemeClr val="tx1"/>
                        </a:solidFill>
                        <a:effectLst/>
                        <a:latin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171450" indent="-171450" algn="just">
                        <a:lnSpc>
                          <a:spcPct val="107000"/>
                        </a:lnSpc>
                        <a:spcAft>
                          <a:spcPts val="0"/>
                        </a:spcAft>
                        <a:buFont typeface="Times New Roman" panose="02020603050405020304" pitchFamily="18" charset="0"/>
                        <a:buChar char="‐"/>
                      </a:pPr>
                      <a:r>
                        <a:rPr lang="en-US" sz="1500" dirty="0" err="1">
                          <a:solidFill>
                            <a:schemeClr val="tx1"/>
                          </a:solidFill>
                          <a:effectLst/>
                          <a:latin typeface="Times New Roman" panose="02020603050405020304" pitchFamily="18" charset="0"/>
                          <a:cs typeface="Times New Roman" panose="02020603050405020304" pitchFamily="18" charset="0"/>
                        </a:rPr>
                        <a:t>Vật</a:t>
                      </a:r>
                      <a:r>
                        <a:rPr lang="en-US" sz="1500" dirty="0">
                          <a:solidFill>
                            <a:schemeClr val="tx1"/>
                          </a:solidFill>
                          <a:effectLst/>
                          <a:latin typeface="Times New Roman" panose="02020603050405020304" pitchFamily="18" charset="0"/>
                          <a:cs typeface="Times New Roman" panose="02020603050405020304" pitchFamily="18" charset="0"/>
                        </a:rPr>
                        <a:t> </a:t>
                      </a:r>
                      <a:r>
                        <a:rPr lang="en-US" sz="1500" dirty="0" err="1">
                          <a:solidFill>
                            <a:schemeClr val="tx1"/>
                          </a:solidFill>
                          <a:effectLst/>
                          <a:latin typeface="Times New Roman" panose="02020603050405020304" pitchFamily="18" charset="0"/>
                          <a:cs typeface="Times New Roman" panose="02020603050405020304" pitchFamily="18" charset="0"/>
                        </a:rPr>
                        <a:t>tư</a:t>
                      </a:r>
                      <a:r>
                        <a:rPr lang="en-US" sz="1500" dirty="0">
                          <a:solidFill>
                            <a:schemeClr val="tx1"/>
                          </a:solidFill>
                          <a:effectLst/>
                          <a:latin typeface="Times New Roman" panose="02020603050405020304" pitchFamily="18" charset="0"/>
                          <a:cs typeface="Times New Roman" panose="02020603050405020304" pitchFamily="18" charset="0"/>
                        </a:rPr>
                        <a:t>: </a:t>
                      </a:r>
                      <a:r>
                        <a:rPr lang="en-US" sz="1500" b="0" dirty="0" err="1">
                          <a:solidFill>
                            <a:schemeClr val="tx1"/>
                          </a:solidFill>
                          <a:effectLst/>
                          <a:latin typeface="Times New Roman" panose="02020603050405020304" pitchFamily="18" charset="0"/>
                          <a:cs typeface="Times New Roman" panose="02020603050405020304" pitchFamily="18" charset="0"/>
                        </a:rPr>
                        <a:t>Đã</a:t>
                      </a:r>
                      <a:r>
                        <a:rPr lang="en-US" sz="1500" b="0" dirty="0">
                          <a:solidFill>
                            <a:schemeClr val="tx1"/>
                          </a:solidFill>
                          <a:effectLst/>
                          <a:latin typeface="Times New Roman" panose="02020603050405020304" pitchFamily="18" charset="0"/>
                          <a:cs typeface="Times New Roman" panose="02020603050405020304" pitchFamily="18" charset="0"/>
                        </a:rPr>
                        <a:t> </a:t>
                      </a:r>
                      <a:r>
                        <a:rPr lang="en-US" sz="1500" b="0" dirty="0" err="1">
                          <a:solidFill>
                            <a:schemeClr val="tx1"/>
                          </a:solidFill>
                          <a:effectLst/>
                          <a:latin typeface="Times New Roman" panose="02020603050405020304" pitchFamily="18" charset="0"/>
                          <a:cs typeface="Times New Roman" panose="02020603050405020304" pitchFamily="18" charset="0"/>
                        </a:rPr>
                        <a:t>sẵn</a:t>
                      </a:r>
                      <a:r>
                        <a:rPr lang="en-US" sz="1500" b="0" dirty="0">
                          <a:solidFill>
                            <a:schemeClr val="tx1"/>
                          </a:solidFill>
                          <a:effectLst/>
                          <a:latin typeface="Times New Roman" panose="02020603050405020304" pitchFamily="18" charset="0"/>
                          <a:cs typeface="Times New Roman" panose="02020603050405020304" pitchFamily="18" charset="0"/>
                        </a:rPr>
                        <a:t> </a:t>
                      </a:r>
                      <a:r>
                        <a:rPr lang="en-US" sz="1500" b="0" dirty="0" err="1">
                          <a:solidFill>
                            <a:schemeClr val="tx1"/>
                          </a:solidFill>
                          <a:effectLst/>
                          <a:latin typeface="Times New Roman" panose="02020603050405020304" pitchFamily="18" charset="0"/>
                          <a:cs typeface="Times New Roman" panose="02020603050405020304" pitchFamily="18" charset="0"/>
                        </a:rPr>
                        <a:t>sàng</a:t>
                      </a:r>
                      <a:endParaRPr lang="en-US" sz="1500" b="0" dirty="0">
                        <a:solidFill>
                          <a:schemeClr val="tx1"/>
                        </a:solidFill>
                        <a:effectLst/>
                        <a:latin typeface="Times New Roman" panose="02020603050405020304" pitchFamily="18" charset="0"/>
                        <a:cs typeface="Times New Roman" panose="02020603050405020304" pitchFamily="18" charset="0"/>
                      </a:endParaRPr>
                    </a:p>
                    <a:p>
                      <a:pPr marL="171450" marR="0" lvl="0" indent="-171450" algn="just" defTabSz="914400" rtl="0" eaLnBrk="1" fontAlgn="auto" latinLnBrk="0" hangingPunct="1">
                        <a:lnSpc>
                          <a:spcPct val="107000"/>
                        </a:lnSpc>
                        <a:spcBef>
                          <a:spcPts val="0"/>
                        </a:spcBef>
                        <a:spcAft>
                          <a:spcPts val="0"/>
                        </a:spcAft>
                        <a:buClrTx/>
                        <a:buSzTx/>
                        <a:buFont typeface="Times New Roman" panose="02020603050405020304" pitchFamily="18" charset="0"/>
                        <a:buChar char="‐"/>
                        <a:tabLst/>
                        <a:defRPr/>
                      </a:pPr>
                      <a:r>
                        <a:rPr lang="en-US" sz="1500" dirty="0" err="1">
                          <a:solidFill>
                            <a:schemeClr val="tx1"/>
                          </a:solidFill>
                          <a:effectLst/>
                          <a:latin typeface="Times New Roman" panose="02020603050405020304" pitchFamily="18" charset="0"/>
                          <a:cs typeface="Times New Roman" panose="02020603050405020304" pitchFamily="18" charset="0"/>
                        </a:rPr>
                        <a:t>Nhân</a:t>
                      </a:r>
                      <a:r>
                        <a:rPr lang="en-US" sz="1500" dirty="0">
                          <a:solidFill>
                            <a:schemeClr val="tx1"/>
                          </a:solidFill>
                          <a:effectLst/>
                          <a:latin typeface="Times New Roman" panose="02020603050405020304" pitchFamily="18" charset="0"/>
                          <a:cs typeface="Times New Roman" panose="02020603050405020304" pitchFamily="18" charset="0"/>
                        </a:rPr>
                        <a:t> </a:t>
                      </a:r>
                      <a:r>
                        <a:rPr lang="en-US" sz="1500" dirty="0" err="1">
                          <a:solidFill>
                            <a:schemeClr val="tx1"/>
                          </a:solidFill>
                          <a:effectLst/>
                          <a:latin typeface="Times New Roman" panose="02020603050405020304" pitchFamily="18" charset="0"/>
                          <a:cs typeface="Times New Roman" panose="02020603050405020304" pitchFamily="18" charset="0"/>
                        </a:rPr>
                        <a:t>sự</a:t>
                      </a:r>
                      <a:r>
                        <a:rPr lang="en-US" sz="1500" dirty="0">
                          <a:solidFill>
                            <a:schemeClr val="tx1"/>
                          </a:solidFill>
                          <a:effectLst/>
                          <a:latin typeface="Times New Roman" panose="02020603050405020304" pitchFamily="18" charset="0"/>
                          <a:cs typeface="Times New Roman" panose="02020603050405020304" pitchFamily="18" charset="0"/>
                        </a:rPr>
                        <a:t>: </a:t>
                      </a:r>
                      <a:r>
                        <a:rPr lang="en-US" sz="1500" b="0" dirty="0" err="1">
                          <a:solidFill>
                            <a:schemeClr val="tx1"/>
                          </a:solidFill>
                          <a:effectLst/>
                          <a:latin typeface="Times New Roman" panose="02020603050405020304" pitchFamily="18" charset="0"/>
                          <a:cs typeface="Times New Roman" panose="02020603050405020304" pitchFamily="18" charset="0"/>
                        </a:rPr>
                        <a:t>Đã</a:t>
                      </a:r>
                      <a:r>
                        <a:rPr lang="en-US" sz="1500" b="0" dirty="0">
                          <a:solidFill>
                            <a:schemeClr val="tx1"/>
                          </a:solidFill>
                          <a:effectLst/>
                          <a:latin typeface="Times New Roman" panose="02020603050405020304" pitchFamily="18" charset="0"/>
                          <a:cs typeface="Times New Roman" panose="02020603050405020304" pitchFamily="18" charset="0"/>
                        </a:rPr>
                        <a:t> </a:t>
                      </a:r>
                      <a:r>
                        <a:rPr lang="en-US" sz="1500" b="0" dirty="0" err="1">
                          <a:solidFill>
                            <a:schemeClr val="tx1"/>
                          </a:solidFill>
                          <a:effectLst/>
                          <a:latin typeface="Times New Roman" panose="02020603050405020304" pitchFamily="18" charset="0"/>
                          <a:cs typeface="Times New Roman" panose="02020603050405020304" pitchFamily="18" charset="0"/>
                        </a:rPr>
                        <a:t>sẵn</a:t>
                      </a:r>
                      <a:r>
                        <a:rPr lang="en-US" sz="1500" b="0" dirty="0">
                          <a:solidFill>
                            <a:schemeClr val="tx1"/>
                          </a:solidFill>
                          <a:effectLst/>
                          <a:latin typeface="Times New Roman" panose="02020603050405020304" pitchFamily="18" charset="0"/>
                          <a:cs typeface="Times New Roman" panose="02020603050405020304" pitchFamily="18" charset="0"/>
                        </a:rPr>
                        <a:t> </a:t>
                      </a:r>
                      <a:r>
                        <a:rPr lang="en-US" sz="1500" b="0" dirty="0" err="1">
                          <a:solidFill>
                            <a:schemeClr val="tx1"/>
                          </a:solidFill>
                          <a:effectLst/>
                          <a:latin typeface="Times New Roman" panose="02020603050405020304" pitchFamily="18" charset="0"/>
                          <a:cs typeface="Times New Roman" panose="02020603050405020304" pitchFamily="18" charset="0"/>
                        </a:rPr>
                        <a:t>sàng</a:t>
                      </a:r>
                      <a:endParaRPr lang="en-US" sz="1500" b="0" dirty="0">
                        <a:solidFill>
                          <a:schemeClr val="tx1"/>
                        </a:solidFill>
                        <a:effectLst/>
                        <a:latin typeface="Times New Roman" panose="02020603050405020304" pitchFamily="18" charset="0"/>
                        <a:cs typeface="Times New Roman" panose="02020603050405020304" pitchFamily="18" charset="0"/>
                      </a:endParaRPr>
                    </a:p>
                  </a:txBody>
                  <a:tcPr marL="26035" marR="26035"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ctr" latinLnBrk="0" hangingPunct="1">
                        <a:lnSpc>
                          <a:spcPct val="107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DVK</a:t>
                      </a:r>
                      <a:endParaRPr kumimoji="0" lang="en-US" sz="1500" b="0" i="0" u="none" strike="noStrike" kern="1200" cap="none" spc="0" normalizeH="0" baseline="0" noProof="0" dirty="0">
                        <a:ln>
                          <a:noFill/>
                        </a:ln>
                        <a:solidFill>
                          <a:schemeClr val="tx1"/>
                        </a:solidFill>
                        <a:effectLst/>
                        <a:uLnTx/>
                        <a:uFillTx/>
                        <a:latin typeface="Arial" panose="020B0604020202020204" pitchFamily="34" charset="0"/>
                        <a:ea typeface="+mn-ea"/>
                        <a:cs typeface="+mn-cs"/>
                      </a:endParaRPr>
                    </a:p>
                  </a:txBody>
                  <a:tcPr marL="26035" marR="26035"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algn="ctr" defTabSz="914400" rtl="0" eaLnBrk="1" fontAlgn="ctr" latinLnBrk="0" hangingPunct="1">
                        <a:lnSpc>
                          <a:spcPct val="107000"/>
                        </a:lnSpc>
                        <a:spcBef>
                          <a:spcPts val="0"/>
                        </a:spcBef>
                        <a:spcAft>
                          <a:spcPts val="0"/>
                        </a:spcAft>
                      </a:pPr>
                      <a:r>
                        <a:rPr lang="en-US" sz="15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DVK + TT3</a:t>
                      </a:r>
                    </a:p>
                  </a:txBody>
                  <a:tcPr marL="26035" marR="26035"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algn="ctr" rtl="0" eaLnBrk="1" fontAlgn="ctr" latinLnBrk="0" hangingPunct="1">
                        <a:lnSpc>
                          <a:spcPct val="107000"/>
                        </a:lnSpc>
                        <a:spcBef>
                          <a:spcPts val="0"/>
                        </a:spcBef>
                        <a:spcAft>
                          <a:spcPts val="0"/>
                        </a:spcAft>
                      </a:pPr>
                      <a:r>
                        <a:rPr lang="en-US" sz="1500" b="0" i="0" u="none" strike="noStrike" kern="1200" dirty="0">
                          <a:solidFill>
                            <a:schemeClr val="tx1"/>
                          </a:solidFill>
                          <a:effectLst/>
                          <a:latin typeface="Times New Roman" panose="02020603050405020304" pitchFamily="18" charset="0"/>
                          <a:cs typeface="Times New Roman" panose="02020603050405020304" pitchFamily="18" charset="0"/>
                        </a:rPr>
                        <a:t>3</a:t>
                      </a:r>
                      <a:endParaRPr lang="en-US" sz="1500" b="0" i="0" u="none" strike="noStrike" dirty="0">
                        <a:solidFill>
                          <a:schemeClr val="tx1"/>
                        </a:solidFill>
                        <a:effectLst/>
                        <a:latin typeface="Arial" panose="020B0604020202020204" pitchFamily="34" charset="0"/>
                      </a:endParaRPr>
                    </a:p>
                  </a:txBody>
                  <a:tcPr marL="26035" marR="26035"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588721664"/>
                  </a:ext>
                </a:extLst>
              </a:tr>
            </a:tbl>
          </a:graphicData>
        </a:graphic>
      </p:graphicFrame>
      <p:sp>
        <p:nvSpPr>
          <p:cNvPr id="3" name="Slide Number Placeholder 2">
            <a:extLst>
              <a:ext uri="{FF2B5EF4-FFF2-40B4-BE49-F238E27FC236}">
                <a16:creationId xmlns:a16="http://schemas.microsoft.com/office/drawing/2014/main" id="{3399E9FC-80C2-407E-8699-4086C2648071}"/>
              </a:ext>
            </a:extLst>
          </p:cNvPr>
          <p:cNvSpPr>
            <a:spLocks noGrp="1"/>
          </p:cNvSpPr>
          <p:nvPr>
            <p:ph type="sldNum" sz="quarter" idx="4294967295"/>
          </p:nvPr>
        </p:nvSpPr>
        <p:spPr>
          <a:xfrm>
            <a:off x="9448800" y="6356350"/>
            <a:ext cx="2743200" cy="365125"/>
          </a:xfrm>
        </p:spPr>
        <p:txBody>
          <a:bodyPr/>
          <a:lstStyle/>
          <a:p>
            <a:fld id="{7D1F73D0-75E4-E44C-9793-91CFC617ABC9}" type="slidenum">
              <a:rPr lang="en-US" smtClean="0"/>
              <a:t>6</a:t>
            </a:fld>
            <a:endParaRPr lang="en-US"/>
          </a:p>
        </p:txBody>
      </p:sp>
      <p:sp>
        <p:nvSpPr>
          <p:cNvPr id="7" name="TextBox 6">
            <a:extLst>
              <a:ext uri="{FF2B5EF4-FFF2-40B4-BE49-F238E27FC236}">
                <a16:creationId xmlns:a16="http://schemas.microsoft.com/office/drawing/2014/main" id="{04C45298-02EA-48AB-953F-760ED51F08D4}"/>
              </a:ext>
            </a:extLst>
          </p:cNvPr>
          <p:cNvSpPr txBox="1"/>
          <p:nvPr/>
        </p:nvSpPr>
        <p:spPr>
          <a:xfrm>
            <a:off x="2648372" y="548680"/>
            <a:ext cx="6759996" cy="400110"/>
          </a:xfrm>
          <a:prstGeom prst="rect">
            <a:avLst/>
          </a:prstGeom>
          <a:noFill/>
        </p:spPr>
        <p:txBody>
          <a:bodyPr wrap="square" rtlCol="0">
            <a:spAutoFit/>
          </a:bodyPr>
          <a:lstStyle/>
          <a:p>
            <a:pPr algn="ctr" fontAlgn="base">
              <a:spcBef>
                <a:spcPct val="0"/>
              </a:spcBef>
              <a:spcAft>
                <a:spcPct val="0"/>
              </a:spcAft>
            </a:pPr>
            <a:r>
              <a:rPr lang="en-US" sz="2000" b="1" kern="0">
                <a:solidFill>
                  <a:schemeClr val="accent6">
                    <a:lumMod val="50000"/>
                  </a:schemeClr>
                </a:solidFill>
                <a:latin typeface="Times New Roman" pitchFamily="18" charset="0"/>
                <a:cs typeface="Times New Roman" pitchFamily="18" charset="0"/>
              </a:rPr>
              <a:t>1. KẾ HOẠCH  DỪNG GIÀN ĐỂ BDSC</a:t>
            </a:r>
            <a:endParaRPr lang="en-US" sz="2000" b="1" dirty="0">
              <a:solidFill>
                <a:schemeClr val="accent6">
                  <a:lumMod val="50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41417335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BBA440-24ED-4E56-A005-39199048D92F}"/>
              </a:ext>
            </a:extLst>
          </p:cNvPr>
          <p:cNvSpPr>
            <a:spLocks noGrp="1"/>
          </p:cNvSpPr>
          <p:nvPr>
            <p:ph type="sldNum" sz="quarter" idx="4294967295"/>
          </p:nvPr>
        </p:nvSpPr>
        <p:spPr>
          <a:xfrm>
            <a:off x="9448800" y="6356350"/>
            <a:ext cx="2743200" cy="365125"/>
          </a:xfrm>
        </p:spPr>
        <p:txBody>
          <a:bodyPr/>
          <a:lstStyle/>
          <a:p>
            <a:fld id="{7D1F73D0-75E4-E44C-9793-91CFC617ABC9}" type="slidenum">
              <a:rPr lang="en-US" smtClean="0"/>
              <a:t>7</a:t>
            </a:fld>
            <a:endParaRPr lang="en-US"/>
          </a:p>
        </p:txBody>
      </p:sp>
      <p:graphicFrame>
        <p:nvGraphicFramePr>
          <p:cNvPr id="2" name="Table 1">
            <a:extLst>
              <a:ext uri="{FF2B5EF4-FFF2-40B4-BE49-F238E27FC236}">
                <a16:creationId xmlns:a16="http://schemas.microsoft.com/office/drawing/2014/main" id="{7B6B904B-ED57-3AB5-730C-EB2CA7EACEE1}"/>
              </a:ext>
            </a:extLst>
          </p:cNvPr>
          <p:cNvGraphicFramePr>
            <a:graphicFrameLocks noGrp="1"/>
          </p:cNvGraphicFramePr>
          <p:nvPr>
            <p:extLst>
              <p:ext uri="{D42A27DB-BD31-4B8C-83A1-F6EECF244321}">
                <p14:modId xmlns:p14="http://schemas.microsoft.com/office/powerpoint/2010/main" val="1909279699"/>
              </p:ext>
            </p:extLst>
          </p:nvPr>
        </p:nvGraphicFramePr>
        <p:xfrm>
          <a:off x="407368" y="1412777"/>
          <a:ext cx="11521281" cy="4846321"/>
        </p:xfrm>
        <a:graphic>
          <a:graphicData uri="http://schemas.openxmlformats.org/drawingml/2006/table">
            <a:tbl>
              <a:tblPr/>
              <a:tblGrid>
                <a:gridCol w="606383">
                  <a:extLst>
                    <a:ext uri="{9D8B030D-6E8A-4147-A177-3AD203B41FA5}">
                      <a16:colId xmlns:a16="http://schemas.microsoft.com/office/drawing/2014/main" val="2463264985"/>
                    </a:ext>
                  </a:extLst>
                </a:gridCol>
                <a:gridCol w="5394284">
                  <a:extLst>
                    <a:ext uri="{9D8B030D-6E8A-4147-A177-3AD203B41FA5}">
                      <a16:colId xmlns:a16="http://schemas.microsoft.com/office/drawing/2014/main" val="194859285"/>
                    </a:ext>
                  </a:extLst>
                </a:gridCol>
                <a:gridCol w="2321178">
                  <a:extLst>
                    <a:ext uri="{9D8B030D-6E8A-4147-A177-3AD203B41FA5}">
                      <a16:colId xmlns:a16="http://schemas.microsoft.com/office/drawing/2014/main" val="4294709697"/>
                    </a:ext>
                  </a:extLst>
                </a:gridCol>
                <a:gridCol w="1044376">
                  <a:extLst>
                    <a:ext uri="{9D8B030D-6E8A-4147-A177-3AD203B41FA5}">
                      <a16:colId xmlns:a16="http://schemas.microsoft.com/office/drawing/2014/main" val="2015354170"/>
                    </a:ext>
                  </a:extLst>
                </a:gridCol>
                <a:gridCol w="1218955">
                  <a:extLst>
                    <a:ext uri="{9D8B030D-6E8A-4147-A177-3AD203B41FA5}">
                      <a16:colId xmlns:a16="http://schemas.microsoft.com/office/drawing/2014/main" val="3473895464"/>
                    </a:ext>
                  </a:extLst>
                </a:gridCol>
                <a:gridCol w="936105">
                  <a:extLst>
                    <a:ext uri="{9D8B030D-6E8A-4147-A177-3AD203B41FA5}">
                      <a16:colId xmlns:a16="http://schemas.microsoft.com/office/drawing/2014/main" val="3167296369"/>
                    </a:ext>
                  </a:extLst>
                </a:gridCol>
              </a:tblGrid>
              <a:tr h="478397">
                <a:tc>
                  <a:txBody>
                    <a:bodyPr/>
                    <a:lstStyle/>
                    <a:p>
                      <a:pPr algn="ctr" rtl="0" fontAlgn="ctr">
                        <a:buNone/>
                      </a:pPr>
                      <a:r>
                        <a:rPr lang="en-US" sz="1500" b="1" i="0" u="none" strike="noStrike" dirty="0">
                          <a:solidFill>
                            <a:srgbClr val="000000"/>
                          </a:solidFill>
                          <a:effectLst/>
                          <a:latin typeface="Times New Roman" panose="02020603050405020304" pitchFamily="18" charset="0"/>
                        </a:rPr>
                        <a:t>STT</a:t>
                      </a: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rtl="0" fontAlgn="ctr">
                        <a:buNone/>
                      </a:pPr>
                      <a:r>
                        <a:rPr lang="en-US" sz="1500" b="1" i="0" u="none" strike="noStrike" dirty="0" err="1">
                          <a:solidFill>
                            <a:srgbClr val="000000"/>
                          </a:solidFill>
                          <a:effectLst/>
                          <a:latin typeface="Times New Roman" panose="02020603050405020304" pitchFamily="18" charset="0"/>
                        </a:rPr>
                        <a:t>Nội</a:t>
                      </a:r>
                      <a:r>
                        <a:rPr lang="en-US" sz="1500" b="1" i="0" u="none" strike="noStrike" dirty="0">
                          <a:solidFill>
                            <a:srgbClr val="000000"/>
                          </a:solidFill>
                          <a:effectLst/>
                          <a:latin typeface="Times New Roman" panose="02020603050405020304" pitchFamily="18" charset="0"/>
                        </a:rPr>
                        <a:t> dung </a:t>
                      </a:r>
                      <a:r>
                        <a:rPr lang="en-US" sz="1500" b="1" i="0" u="none" strike="noStrike" dirty="0" err="1">
                          <a:solidFill>
                            <a:srgbClr val="000000"/>
                          </a:solidFill>
                          <a:effectLst/>
                          <a:latin typeface="Times New Roman" panose="02020603050405020304" pitchFamily="18" charset="0"/>
                        </a:rPr>
                        <a:t>đầu</a:t>
                      </a:r>
                      <a:r>
                        <a:rPr lang="en-US" sz="1500" b="1" i="0" u="none" strike="noStrike" dirty="0">
                          <a:solidFill>
                            <a:srgbClr val="000000"/>
                          </a:solidFill>
                          <a:effectLst/>
                          <a:latin typeface="Times New Roman" panose="02020603050405020304" pitchFamily="18" charset="0"/>
                        </a:rPr>
                        <a:t> </a:t>
                      </a:r>
                      <a:r>
                        <a:rPr lang="en-US" sz="1500" b="1" i="0" u="none" strike="noStrike" dirty="0" err="1">
                          <a:solidFill>
                            <a:srgbClr val="000000"/>
                          </a:solidFill>
                          <a:effectLst/>
                          <a:latin typeface="Times New Roman" panose="02020603050405020304" pitchFamily="18" charset="0"/>
                        </a:rPr>
                        <a:t>việc</a:t>
                      </a:r>
                      <a:r>
                        <a:rPr lang="en-US" sz="1500" b="1" i="0" u="none" strike="noStrike" dirty="0">
                          <a:solidFill>
                            <a:srgbClr val="000000"/>
                          </a:solidFill>
                          <a:effectLst/>
                          <a:latin typeface="Times New Roman" panose="02020603050405020304" pitchFamily="18" charset="0"/>
                        </a:rPr>
                        <a:t> </a:t>
                      </a:r>
                      <a:r>
                        <a:rPr lang="en-US" sz="1500" b="1" i="0" u="none" strike="noStrike" dirty="0" err="1">
                          <a:solidFill>
                            <a:srgbClr val="000000"/>
                          </a:solidFill>
                          <a:effectLst/>
                          <a:latin typeface="Times New Roman" panose="02020603050405020304" pitchFamily="18" charset="0"/>
                        </a:rPr>
                        <a:t>chính</a:t>
                      </a:r>
                      <a:endParaRPr lang="en-US" sz="1500" b="1" i="0" u="none" strike="noStrike" dirty="0">
                        <a:solidFill>
                          <a:srgbClr val="000000"/>
                        </a:solidFill>
                        <a:effectLst/>
                        <a:latin typeface="Times New Roman" panose="02020603050405020304" pitchFamily="18" charset="0"/>
                      </a:endParaRP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rtl="0" fontAlgn="ctr">
                        <a:buNone/>
                      </a:pPr>
                      <a:r>
                        <a:rPr lang="en-US" sz="1500" b="1" i="0" u="none" strike="noStrike">
                          <a:solidFill>
                            <a:srgbClr val="000000"/>
                          </a:solidFill>
                          <a:effectLst/>
                          <a:latin typeface="Times New Roman" panose="02020603050405020304" pitchFamily="18" charset="0"/>
                        </a:rPr>
                        <a:t>Tình trạng thực hiện</a:t>
                      </a: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rtl="0" fontAlgn="ctr">
                        <a:buNone/>
                      </a:pPr>
                      <a:r>
                        <a:rPr lang="en-US" sz="1500" b="1" i="0" u="none" strike="noStrike">
                          <a:solidFill>
                            <a:srgbClr val="000000"/>
                          </a:solidFill>
                          <a:effectLst/>
                          <a:latin typeface="Times New Roman" panose="02020603050405020304" pitchFamily="18" charset="0"/>
                        </a:rPr>
                        <a:t>Đơn vị TH</a:t>
                      </a: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rtl="0" fontAlgn="ctr">
                        <a:buNone/>
                      </a:pPr>
                      <a:r>
                        <a:rPr lang="en-US" sz="1500" b="1" i="0" u="none" strike="noStrike">
                          <a:solidFill>
                            <a:srgbClr val="000000"/>
                          </a:solidFill>
                          <a:effectLst/>
                          <a:latin typeface="Times New Roman" panose="02020603050405020304" pitchFamily="18" charset="0"/>
                        </a:rPr>
                        <a:t>Nhà thầu</a:t>
                      </a: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rtl="0" fontAlgn="ctr">
                        <a:buNone/>
                      </a:pPr>
                      <a:r>
                        <a:rPr lang="en-US" sz="1500" b="1" i="0" u="none" strike="noStrike">
                          <a:solidFill>
                            <a:srgbClr val="000000"/>
                          </a:solidFill>
                          <a:effectLst/>
                          <a:latin typeface="Times New Roman" panose="02020603050405020304" pitchFamily="18" charset="0"/>
                        </a:rPr>
                        <a:t>Nhân sự optimal</a:t>
                      </a: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2905646102"/>
                  </a:ext>
                </a:extLst>
              </a:tr>
              <a:tr h="298922">
                <a:tc rowSpan="2">
                  <a:txBody>
                    <a:bodyPr/>
                    <a:lstStyle/>
                    <a:p>
                      <a:pPr algn="ctr" rtl="0" fontAlgn="ctr">
                        <a:buNone/>
                      </a:pPr>
                      <a:r>
                        <a:rPr lang="en-US" sz="1500" b="0" i="0" u="none" strike="noStrike" dirty="0">
                          <a:solidFill>
                            <a:srgbClr val="000000"/>
                          </a:solidFill>
                          <a:effectLst/>
                          <a:latin typeface="Times New Roman" panose="02020603050405020304" pitchFamily="18" charset="0"/>
                        </a:rPr>
                        <a:t>7</a:t>
                      </a: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tc rowSpan="2">
                  <a:txBody>
                    <a:bodyPr/>
                    <a:lstStyle/>
                    <a:p>
                      <a:pPr algn="just" rtl="0" fontAlgn="ctr">
                        <a:buNone/>
                      </a:pPr>
                      <a:r>
                        <a:rPr lang="en-US" sz="1500" b="0" i="0" u="none" strike="noStrike" dirty="0">
                          <a:solidFill>
                            <a:srgbClr val="000000"/>
                          </a:solidFill>
                          <a:effectLst/>
                          <a:latin typeface="Times New Roman" panose="02020603050405020304" pitchFamily="18" charset="0"/>
                        </a:rPr>
                        <a:t>Thay valve </a:t>
                      </a:r>
                      <a:r>
                        <a:rPr lang="en-US" sz="1500" b="0" i="0" u="none" strike="noStrike" dirty="0" err="1">
                          <a:solidFill>
                            <a:srgbClr val="000000"/>
                          </a:solidFill>
                          <a:effectLst/>
                          <a:latin typeface="Times New Roman" panose="02020603050405020304" pitchFamily="18" charset="0"/>
                        </a:rPr>
                        <a:t>trên</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giàn</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Rồng</a:t>
                      </a:r>
                      <a:endParaRPr lang="en-US" sz="1500" b="0" i="0" u="none" strike="noStrike" dirty="0">
                        <a:solidFill>
                          <a:srgbClr val="000000"/>
                        </a:solidFill>
                        <a:effectLst/>
                        <a:latin typeface="Times New Roman" panose="02020603050405020304" pitchFamily="18" charset="0"/>
                      </a:endParaRP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tc>
                  <a:txBody>
                    <a:bodyPr/>
                    <a:lstStyle/>
                    <a:p>
                      <a:pPr algn="just" rtl="0" fontAlgn="ctr">
                        <a:buClr>
                          <a:srgbClr val="000000"/>
                        </a:buClr>
                        <a:buSzPts val="1500"/>
                        <a:buFont typeface="Times New Roman" panose="02020603050405020304" pitchFamily="18" charset="0"/>
                        <a:buChar char="‐"/>
                      </a:pPr>
                      <a:r>
                        <a:rPr lang="en-US" sz="1500" b="0" i="0" u="none" strike="noStrike">
                          <a:solidFill>
                            <a:srgbClr val="000000"/>
                          </a:solidFill>
                          <a:effectLst/>
                          <a:latin typeface="Times New Roman" panose="02020603050405020304" pitchFamily="18" charset="0"/>
                        </a:rPr>
                        <a:t>Vật tư: Đã sẵn sàng</a:t>
                      </a: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E2F0D9"/>
                    </a:solidFill>
                  </a:tcPr>
                </a:tc>
                <a:tc rowSpan="2">
                  <a:txBody>
                    <a:bodyPr/>
                    <a:lstStyle/>
                    <a:p>
                      <a:pPr algn="ctr" rtl="0" fontAlgn="ctr">
                        <a:buNone/>
                      </a:pPr>
                      <a:r>
                        <a:rPr lang="en-US" sz="1500" b="0" i="0" u="none" strike="noStrike">
                          <a:solidFill>
                            <a:srgbClr val="000000"/>
                          </a:solidFill>
                          <a:effectLst/>
                          <a:latin typeface="Times New Roman" panose="02020603050405020304" pitchFamily="18" charset="0"/>
                        </a:rPr>
                        <a:t>DVK</a:t>
                      </a: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tc rowSpan="2">
                  <a:txBody>
                    <a:bodyPr/>
                    <a:lstStyle/>
                    <a:p>
                      <a:pPr algn="ctr" rtl="0" fontAlgn="ctr">
                        <a:buNone/>
                      </a:pPr>
                      <a:r>
                        <a:rPr lang="en-US" sz="1500" b="0" i="0" u="none" strike="noStrike">
                          <a:solidFill>
                            <a:srgbClr val="000000"/>
                          </a:solidFill>
                          <a:effectLst/>
                          <a:latin typeface="Times New Roman" panose="02020603050405020304" pitchFamily="18" charset="0"/>
                        </a:rPr>
                        <a:t>DVK</a:t>
                      </a: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tc rowSpan="2">
                  <a:txBody>
                    <a:bodyPr/>
                    <a:lstStyle/>
                    <a:p>
                      <a:pPr algn="ctr" rtl="0" fontAlgn="ctr">
                        <a:buNone/>
                      </a:pPr>
                      <a:r>
                        <a:rPr lang="en-US" sz="1500" b="0" i="0" u="none" strike="noStrike">
                          <a:solidFill>
                            <a:srgbClr val="000000"/>
                          </a:solidFill>
                          <a:effectLst/>
                          <a:latin typeface="Times New Roman" panose="02020603050405020304" pitchFamily="18" charset="0"/>
                        </a:rPr>
                        <a:t>10</a:t>
                      </a: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extLst>
                  <a:ext uri="{0D108BD9-81ED-4DB2-BD59-A6C34878D82A}">
                    <a16:rowId xmlns:a16="http://schemas.microsoft.com/office/drawing/2014/main" val="4062836891"/>
                  </a:ext>
                </a:extLst>
              </a:tr>
              <a:tr h="298922">
                <a:tc vMerge="1">
                  <a:txBody>
                    <a:bodyPr/>
                    <a:lstStyle/>
                    <a:p>
                      <a:endParaRPr lang="en-US"/>
                    </a:p>
                  </a:txBody>
                  <a:tcPr/>
                </a:tc>
                <a:tc vMerge="1">
                  <a:txBody>
                    <a:bodyPr/>
                    <a:lstStyle/>
                    <a:p>
                      <a:endParaRPr lang="en-US"/>
                    </a:p>
                  </a:txBody>
                  <a:tcPr/>
                </a:tc>
                <a:tc>
                  <a:txBody>
                    <a:bodyPr/>
                    <a:lstStyle/>
                    <a:p>
                      <a:pPr algn="just" rtl="0" fontAlgn="ctr">
                        <a:buClr>
                          <a:srgbClr val="000000"/>
                        </a:buClr>
                        <a:buSzPts val="1500"/>
                        <a:buFont typeface="Times New Roman" panose="02020603050405020304" pitchFamily="18" charset="0"/>
                        <a:buChar char="‐"/>
                      </a:pPr>
                      <a:r>
                        <a:rPr lang="en-US" sz="1500" b="0" i="0" u="none" strike="noStrike">
                          <a:solidFill>
                            <a:srgbClr val="000000"/>
                          </a:solidFill>
                          <a:effectLst/>
                          <a:latin typeface="Times New Roman" panose="02020603050405020304" pitchFamily="18" charset="0"/>
                        </a:rPr>
                        <a:t>Nhân sự: Đã sẵn sàng</a:t>
                      </a: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E2F0D9"/>
                    </a:solidFill>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34568594"/>
                  </a:ext>
                </a:extLst>
              </a:tr>
              <a:tr h="298922">
                <a:tc rowSpan="2">
                  <a:txBody>
                    <a:bodyPr/>
                    <a:lstStyle/>
                    <a:p>
                      <a:pPr algn="ctr" rtl="0" fontAlgn="ctr">
                        <a:buNone/>
                      </a:pPr>
                      <a:r>
                        <a:rPr lang="en-US" sz="1500" b="0" i="0" u="none" strike="noStrike">
                          <a:solidFill>
                            <a:srgbClr val="000000"/>
                          </a:solidFill>
                          <a:effectLst/>
                          <a:latin typeface="Times New Roman" panose="02020603050405020304" pitchFamily="18" charset="0"/>
                        </a:rPr>
                        <a:t>8</a:t>
                      </a: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rowSpan="2">
                  <a:txBody>
                    <a:bodyPr/>
                    <a:lstStyle/>
                    <a:p>
                      <a:pPr algn="just" rtl="0" fontAlgn="ctr">
                        <a:buNone/>
                      </a:pPr>
                      <a:r>
                        <a:rPr lang="en-US" sz="1500" b="0" i="0" u="none" strike="noStrike" dirty="0" err="1">
                          <a:solidFill>
                            <a:srgbClr val="000000"/>
                          </a:solidFill>
                          <a:effectLst/>
                          <a:latin typeface="Times New Roman" panose="02020603050405020304" pitchFamily="18" charset="0"/>
                        </a:rPr>
                        <a:t>Kiểm</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định</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các</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thiết</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bị</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điện</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và</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hệ</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thống</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nối</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đất</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chống</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sét</a:t>
                      </a:r>
                      <a:r>
                        <a:rPr lang="en-US" sz="1500" b="0" i="0" u="none" strike="noStrike" dirty="0">
                          <a:solidFill>
                            <a:srgbClr val="000000"/>
                          </a:solidFill>
                          <a:effectLst/>
                          <a:latin typeface="Times New Roman" panose="02020603050405020304" pitchFamily="18" charset="0"/>
                        </a:rPr>
                        <a:t>…</a:t>
                      </a: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just" rtl="0" fontAlgn="ctr">
                        <a:buClr>
                          <a:srgbClr val="000000"/>
                        </a:buClr>
                        <a:buSzPts val="1500"/>
                        <a:buFont typeface="Times New Roman" panose="02020603050405020304" pitchFamily="18" charset="0"/>
                        <a:buChar char="‐"/>
                      </a:pPr>
                      <a:r>
                        <a:rPr lang="en-US" sz="1500" b="0" i="0" u="none" strike="noStrike">
                          <a:solidFill>
                            <a:srgbClr val="000000"/>
                          </a:solidFill>
                          <a:effectLst/>
                          <a:latin typeface="Times New Roman" panose="02020603050405020304" pitchFamily="18" charset="0"/>
                        </a:rPr>
                        <a:t>Vật tư: Đã sẵn sàng</a:t>
                      </a: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F2CC"/>
                    </a:solidFill>
                  </a:tcPr>
                </a:tc>
                <a:tc rowSpan="2">
                  <a:txBody>
                    <a:bodyPr/>
                    <a:lstStyle/>
                    <a:p>
                      <a:pPr algn="ctr" rtl="0" fontAlgn="ctr">
                        <a:buNone/>
                      </a:pPr>
                      <a:r>
                        <a:rPr lang="en-US" sz="1500" b="0" i="0" u="none" strike="noStrike">
                          <a:solidFill>
                            <a:srgbClr val="000000"/>
                          </a:solidFill>
                          <a:effectLst/>
                          <a:latin typeface="Times New Roman" panose="02020603050405020304" pitchFamily="18" charset="0"/>
                        </a:rPr>
                        <a:t>XNCĐ</a:t>
                      </a: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rowSpan="2">
                  <a:txBody>
                    <a:bodyPr/>
                    <a:lstStyle/>
                    <a:p>
                      <a:pPr algn="ctr" rtl="0" fontAlgn="ctr">
                        <a:buNone/>
                      </a:pPr>
                      <a:r>
                        <a:rPr lang="en-US" sz="1500" b="0" i="0" u="none" strike="noStrike">
                          <a:solidFill>
                            <a:srgbClr val="000000"/>
                          </a:solidFill>
                          <a:effectLst/>
                          <a:latin typeface="Times New Roman" panose="02020603050405020304" pitchFamily="18" charset="0"/>
                        </a:rPr>
                        <a:t>TNĐ - XNCĐ</a:t>
                      </a: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rowSpan="2">
                  <a:txBody>
                    <a:bodyPr/>
                    <a:lstStyle/>
                    <a:p>
                      <a:pPr algn="ctr" rtl="0" fontAlgn="ctr">
                        <a:buNone/>
                      </a:pPr>
                      <a:r>
                        <a:rPr lang="en-US" sz="1500" b="0" i="0" u="none" strike="noStrike">
                          <a:solidFill>
                            <a:srgbClr val="000000"/>
                          </a:solidFill>
                          <a:effectLst/>
                          <a:latin typeface="Times New Roman" panose="02020603050405020304" pitchFamily="18" charset="0"/>
                        </a:rPr>
                        <a:t>4</a:t>
                      </a: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1516784873"/>
                  </a:ext>
                </a:extLst>
              </a:tr>
              <a:tr h="298922">
                <a:tc vMerge="1">
                  <a:txBody>
                    <a:bodyPr/>
                    <a:lstStyle/>
                    <a:p>
                      <a:endParaRPr lang="en-US"/>
                    </a:p>
                  </a:txBody>
                  <a:tcPr/>
                </a:tc>
                <a:tc vMerge="1">
                  <a:txBody>
                    <a:bodyPr/>
                    <a:lstStyle/>
                    <a:p>
                      <a:endParaRPr lang="en-US"/>
                    </a:p>
                  </a:txBody>
                  <a:tcPr/>
                </a:tc>
                <a:tc>
                  <a:txBody>
                    <a:bodyPr/>
                    <a:lstStyle/>
                    <a:p>
                      <a:pPr algn="just" rtl="0" fontAlgn="ctr">
                        <a:buClr>
                          <a:srgbClr val="000000"/>
                        </a:buClr>
                        <a:buSzPts val="1500"/>
                        <a:buFont typeface="Times New Roman" panose="02020603050405020304" pitchFamily="18" charset="0"/>
                        <a:buChar char="‐"/>
                      </a:pPr>
                      <a:r>
                        <a:rPr lang="en-US" sz="1500" b="0" i="0" u="none" strike="noStrike">
                          <a:solidFill>
                            <a:srgbClr val="000000"/>
                          </a:solidFill>
                          <a:effectLst/>
                          <a:latin typeface="Times New Roman" panose="02020603050405020304" pitchFamily="18" charset="0"/>
                        </a:rPr>
                        <a:t>Nhân sự: Đã sẵn sàng</a:t>
                      </a: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2CC"/>
                    </a:solidFill>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731719300"/>
                  </a:ext>
                </a:extLst>
              </a:tr>
              <a:tr h="298922">
                <a:tc rowSpan="2">
                  <a:txBody>
                    <a:bodyPr/>
                    <a:lstStyle/>
                    <a:p>
                      <a:pPr algn="ctr" rtl="0" fontAlgn="ctr">
                        <a:buNone/>
                      </a:pPr>
                      <a:r>
                        <a:rPr lang="en-US" sz="1500" b="0" i="0" u="none" strike="noStrike">
                          <a:solidFill>
                            <a:srgbClr val="000000"/>
                          </a:solidFill>
                          <a:effectLst/>
                          <a:latin typeface="Times New Roman" panose="02020603050405020304" pitchFamily="18" charset="0"/>
                        </a:rPr>
                        <a:t>9</a:t>
                      </a: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tc rowSpan="2">
                  <a:txBody>
                    <a:bodyPr/>
                    <a:lstStyle/>
                    <a:p>
                      <a:pPr algn="just" rtl="0" fontAlgn="ctr">
                        <a:buNone/>
                      </a:pPr>
                      <a:r>
                        <a:rPr lang="en-US" sz="1500" b="0" i="0" u="none" strike="noStrike" dirty="0">
                          <a:solidFill>
                            <a:srgbClr val="000000"/>
                          </a:solidFill>
                          <a:effectLst/>
                          <a:latin typeface="Times New Roman" panose="02020603050405020304" pitchFamily="18" charset="0"/>
                        </a:rPr>
                        <a:t>Thay </a:t>
                      </a:r>
                      <a:r>
                        <a:rPr lang="en-US" sz="1500" b="0" i="0" u="none" strike="noStrike" dirty="0" err="1">
                          <a:solidFill>
                            <a:srgbClr val="000000"/>
                          </a:solidFill>
                          <a:effectLst/>
                          <a:latin typeface="Times New Roman" panose="02020603050405020304" pitchFamily="18" charset="0"/>
                        </a:rPr>
                        <a:t>thế</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định</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kỳ</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các</a:t>
                      </a:r>
                      <a:r>
                        <a:rPr lang="en-US" sz="1500" b="0" i="0" u="none" strike="noStrike" dirty="0">
                          <a:solidFill>
                            <a:srgbClr val="000000"/>
                          </a:solidFill>
                          <a:effectLst/>
                          <a:latin typeface="Times New Roman" panose="02020603050405020304" pitchFamily="18" charset="0"/>
                        </a:rPr>
                        <a:t> coupon </a:t>
                      </a:r>
                      <a:r>
                        <a:rPr lang="en-US" sz="1500" b="0" i="0" u="none" strike="noStrike" dirty="0" err="1">
                          <a:solidFill>
                            <a:srgbClr val="000000"/>
                          </a:solidFill>
                          <a:effectLst/>
                          <a:latin typeface="Times New Roman" panose="02020603050405020304" pitchFamily="18" charset="0"/>
                        </a:rPr>
                        <a:t>tại</a:t>
                      </a:r>
                      <a:r>
                        <a:rPr lang="en-US" sz="1500" b="0" i="0" u="none" strike="noStrike" dirty="0">
                          <a:solidFill>
                            <a:srgbClr val="000000"/>
                          </a:solidFill>
                          <a:effectLst/>
                          <a:latin typeface="Times New Roman" panose="02020603050405020304" pitchFamily="18" charset="0"/>
                        </a:rPr>
                        <a:t> 06 </a:t>
                      </a:r>
                      <a:r>
                        <a:rPr lang="en-US" sz="1500" b="0" i="0" u="none" strike="noStrike" dirty="0" err="1">
                          <a:solidFill>
                            <a:srgbClr val="000000"/>
                          </a:solidFill>
                          <a:effectLst/>
                          <a:latin typeface="Times New Roman" panose="02020603050405020304" pitchFamily="18" charset="0"/>
                        </a:rPr>
                        <a:t>vị</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trí</a:t>
                      </a:r>
                      <a:r>
                        <a:rPr lang="en-US" sz="1500" b="0" i="0" u="none" strike="noStrike" dirty="0">
                          <a:solidFill>
                            <a:srgbClr val="000000"/>
                          </a:solidFill>
                          <a:effectLst/>
                          <a:latin typeface="Times New Roman" panose="02020603050405020304" pitchFamily="18" charset="0"/>
                        </a:rPr>
                        <a:t> CC, CP </a:t>
                      </a: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tc>
                  <a:txBody>
                    <a:bodyPr/>
                    <a:lstStyle/>
                    <a:p>
                      <a:pPr algn="just" rtl="0" fontAlgn="ctr">
                        <a:buClr>
                          <a:srgbClr val="000000"/>
                        </a:buClr>
                        <a:buSzPts val="1500"/>
                        <a:buFont typeface="Times New Roman" panose="02020603050405020304" pitchFamily="18" charset="0"/>
                        <a:buChar char="‐"/>
                      </a:pPr>
                      <a:r>
                        <a:rPr lang="en-US" sz="1500" b="0" i="0" u="none" strike="noStrike">
                          <a:solidFill>
                            <a:srgbClr val="000000"/>
                          </a:solidFill>
                          <a:effectLst/>
                          <a:latin typeface="Times New Roman" panose="02020603050405020304" pitchFamily="18" charset="0"/>
                        </a:rPr>
                        <a:t>Vật tư: Đã sẵn sàng</a:t>
                      </a: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E2F0D9"/>
                    </a:solidFill>
                  </a:tcPr>
                </a:tc>
                <a:tc rowSpan="2">
                  <a:txBody>
                    <a:bodyPr/>
                    <a:lstStyle/>
                    <a:p>
                      <a:pPr algn="ctr" rtl="0" fontAlgn="ctr">
                        <a:buNone/>
                      </a:pPr>
                      <a:r>
                        <a:rPr lang="en-US" sz="1500" b="0" i="0" u="none" strike="noStrike">
                          <a:solidFill>
                            <a:srgbClr val="000000"/>
                          </a:solidFill>
                          <a:effectLst/>
                          <a:latin typeface="Times New Roman" panose="02020603050405020304" pitchFamily="18" charset="0"/>
                        </a:rPr>
                        <a:t>VSP</a:t>
                      </a: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tc rowSpan="2">
                  <a:txBody>
                    <a:bodyPr/>
                    <a:lstStyle/>
                    <a:p>
                      <a:pPr algn="ctr" rtl="0" fontAlgn="ctr">
                        <a:buNone/>
                      </a:pPr>
                      <a:r>
                        <a:rPr lang="en-US" sz="1500" b="0" i="0" u="none" strike="noStrike">
                          <a:solidFill>
                            <a:srgbClr val="000000"/>
                          </a:solidFill>
                          <a:effectLst/>
                          <a:latin typeface="Times New Roman" panose="02020603050405020304" pitchFamily="18" charset="0"/>
                        </a:rPr>
                        <a:t>GNR</a:t>
                      </a: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tc rowSpan="2">
                  <a:txBody>
                    <a:bodyPr/>
                    <a:lstStyle/>
                    <a:p>
                      <a:pPr algn="ctr" rtl="0" fontAlgn="ctr">
                        <a:buNone/>
                      </a:pPr>
                      <a:r>
                        <a:rPr lang="en-US" sz="1500" b="0" i="0" u="none" strike="noStrike" dirty="0">
                          <a:solidFill>
                            <a:srgbClr val="000000"/>
                          </a:solidFill>
                          <a:effectLst/>
                          <a:latin typeface="Times New Roman" panose="02020603050405020304" pitchFamily="18" charset="0"/>
                        </a:rPr>
                        <a:t>GNR</a:t>
                      </a: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extLst>
                  <a:ext uri="{0D108BD9-81ED-4DB2-BD59-A6C34878D82A}">
                    <a16:rowId xmlns:a16="http://schemas.microsoft.com/office/drawing/2014/main" val="345406831"/>
                  </a:ext>
                </a:extLst>
              </a:tr>
              <a:tr h="298922">
                <a:tc vMerge="1">
                  <a:txBody>
                    <a:bodyPr/>
                    <a:lstStyle/>
                    <a:p>
                      <a:endParaRPr lang="en-US"/>
                    </a:p>
                  </a:txBody>
                  <a:tcPr/>
                </a:tc>
                <a:tc vMerge="1">
                  <a:txBody>
                    <a:bodyPr/>
                    <a:lstStyle/>
                    <a:p>
                      <a:endParaRPr lang="en-US"/>
                    </a:p>
                  </a:txBody>
                  <a:tcPr/>
                </a:tc>
                <a:tc>
                  <a:txBody>
                    <a:bodyPr/>
                    <a:lstStyle/>
                    <a:p>
                      <a:pPr algn="just" rtl="0" fontAlgn="ctr">
                        <a:buClr>
                          <a:srgbClr val="000000"/>
                        </a:buClr>
                        <a:buSzPts val="1500"/>
                        <a:buFont typeface="Times New Roman" panose="02020603050405020304" pitchFamily="18" charset="0"/>
                        <a:buChar char="‐"/>
                      </a:pPr>
                      <a:r>
                        <a:rPr lang="en-US" sz="1500" b="0" i="0" u="none" strike="noStrike" dirty="0" err="1">
                          <a:solidFill>
                            <a:srgbClr val="000000"/>
                          </a:solidFill>
                          <a:effectLst/>
                          <a:latin typeface="Times New Roman" panose="02020603050405020304" pitchFamily="18" charset="0"/>
                        </a:rPr>
                        <a:t>Nhân</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sự</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Đã</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sẵn</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sàng</a:t>
                      </a:r>
                      <a:endParaRPr lang="en-US" sz="1500" b="0" i="0" u="none" strike="noStrike" dirty="0">
                        <a:solidFill>
                          <a:srgbClr val="000000"/>
                        </a:solidFill>
                        <a:effectLst/>
                        <a:latin typeface="Times New Roman" panose="02020603050405020304" pitchFamily="18" charset="0"/>
                      </a:endParaRP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E2F0D9"/>
                    </a:solidFill>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4275157343"/>
                  </a:ext>
                </a:extLst>
              </a:tr>
              <a:tr h="298922">
                <a:tc rowSpan="2">
                  <a:txBody>
                    <a:bodyPr/>
                    <a:lstStyle/>
                    <a:p>
                      <a:pPr algn="ctr" rtl="0" fontAlgn="ctr">
                        <a:buNone/>
                      </a:pPr>
                      <a:r>
                        <a:rPr lang="en-US" sz="1500" b="0" i="0" u="none" strike="noStrike">
                          <a:solidFill>
                            <a:srgbClr val="000000"/>
                          </a:solidFill>
                          <a:effectLst/>
                          <a:latin typeface="Times New Roman" panose="02020603050405020304" pitchFamily="18" charset="0"/>
                        </a:rPr>
                        <a:t>10</a:t>
                      </a: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rowSpan="2">
                  <a:txBody>
                    <a:bodyPr/>
                    <a:lstStyle/>
                    <a:p>
                      <a:pPr algn="just" rtl="0" fontAlgn="ctr">
                        <a:buNone/>
                      </a:pPr>
                      <a:r>
                        <a:rPr lang="en-US" sz="1500" b="0" i="0" u="none" strike="noStrike" dirty="0" err="1">
                          <a:solidFill>
                            <a:srgbClr val="000000"/>
                          </a:solidFill>
                          <a:effectLst/>
                          <a:latin typeface="Times New Roman" panose="02020603050405020304" pitchFamily="18" charset="0"/>
                        </a:rPr>
                        <a:t>Khảo</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sát</a:t>
                      </a:r>
                      <a:r>
                        <a:rPr lang="en-US" sz="1500" b="0" i="0" u="none" strike="noStrike" dirty="0">
                          <a:solidFill>
                            <a:srgbClr val="000000"/>
                          </a:solidFill>
                          <a:effectLst/>
                          <a:latin typeface="Times New Roman" panose="02020603050405020304" pitchFamily="18" charset="0"/>
                        </a:rPr>
                        <a:t> Air-In (</a:t>
                      </a:r>
                      <a:r>
                        <a:rPr lang="en-US" sz="1500" b="0" i="1" u="none" strike="noStrike" dirty="0" err="1">
                          <a:solidFill>
                            <a:srgbClr val="000000"/>
                          </a:solidFill>
                          <a:effectLst/>
                          <a:latin typeface="Times New Roman" panose="02020603050405020304" pitchFamily="18" charset="0"/>
                        </a:rPr>
                        <a:t>giảm</a:t>
                      </a:r>
                      <a:r>
                        <a:rPr lang="en-US" sz="1500" b="0" i="1" u="none" strike="noStrike" dirty="0">
                          <a:solidFill>
                            <a:srgbClr val="000000"/>
                          </a:solidFill>
                          <a:effectLst/>
                          <a:latin typeface="Times New Roman" panose="02020603050405020304" pitchFamily="18" charset="0"/>
                        </a:rPr>
                        <a:t> 1 ng</a:t>
                      </a:r>
                      <a:r>
                        <a:rPr lang="vi-VN" sz="1500" b="0" i="1" u="none" strike="noStrike" dirty="0">
                          <a:solidFill>
                            <a:srgbClr val="000000"/>
                          </a:solidFill>
                          <a:effectLst/>
                          <a:latin typeface="Times New Roman" panose="02020603050405020304" pitchFamily="18" charset="0"/>
                        </a:rPr>
                        <a:t>ư</a:t>
                      </a:r>
                      <a:r>
                        <a:rPr lang="en-US" sz="1500" b="0" i="1" u="none" strike="noStrike" dirty="0" err="1">
                          <a:solidFill>
                            <a:srgbClr val="000000"/>
                          </a:solidFill>
                          <a:effectLst/>
                          <a:latin typeface="Times New Roman" panose="02020603050405020304" pitchFamily="18" charset="0"/>
                        </a:rPr>
                        <a:t>ời</a:t>
                      </a:r>
                      <a:r>
                        <a:rPr lang="en-US" sz="1500" b="0" i="1" u="none" strike="noStrike" dirty="0">
                          <a:solidFill>
                            <a:srgbClr val="000000"/>
                          </a:solidFill>
                          <a:effectLst/>
                          <a:latin typeface="Times New Roman" panose="02020603050405020304" pitchFamily="18" charset="0"/>
                        </a:rPr>
                        <a:t> so </a:t>
                      </a:r>
                      <a:r>
                        <a:rPr lang="en-US" sz="1500" b="0" i="1" u="none" strike="noStrike" dirty="0" err="1">
                          <a:solidFill>
                            <a:srgbClr val="000000"/>
                          </a:solidFill>
                          <a:effectLst/>
                          <a:latin typeface="Times New Roman" panose="02020603050405020304" pitchFamily="18" charset="0"/>
                        </a:rPr>
                        <a:t>với</a:t>
                      </a:r>
                      <a:r>
                        <a:rPr lang="en-US" sz="1500" b="0" i="1" u="none" strike="noStrike" dirty="0">
                          <a:solidFill>
                            <a:srgbClr val="000000"/>
                          </a:solidFill>
                          <a:effectLst/>
                          <a:latin typeface="Times New Roman" panose="02020603050405020304" pitchFamily="18" charset="0"/>
                        </a:rPr>
                        <a:t> plan do </a:t>
                      </a:r>
                      <a:r>
                        <a:rPr lang="en-US" sz="1500" b="0" i="1" u="none" strike="noStrike" dirty="0" err="1">
                          <a:solidFill>
                            <a:srgbClr val="000000"/>
                          </a:solidFill>
                          <a:effectLst/>
                          <a:latin typeface="Times New Roman" panose="02020603050405020304" pitchFamily="18" charset="0"/>
                        </a:rPr>
                        <a:t>nhân</a:t>
                      </a:r>
                      <a:r>
                        <a:rPr lang="en-US" sz="1500" b="0" i="1" u="none" strike="noStrike" dirty="0">
                          <a:solidFill>
                            <a:srgbClr val="000000"/>
                          </a:solidFill>
                          <a:effectLst/>
                          <a:latin typeface="Times New Roman" panose="02020603050405020304" pitchFamily="18" charset="0"/>
                        </a:rPr>
                        <a:t> </a:t>
                      </a:r>
                      <a:r>
                        <a:rPr lang="en-US" sz="1500" b="0" i="1" u="none" strike="noStrike" dirty="0" err="1">
                          <a:solidFill>
                            <a:srgbClr val="000000"/>
                          </a:solidFill>
                          <a:effectLst/>
                          <a:latin typeface="Times New Roman" panose="02020603050405020304" pitchFamily="18" charset="0"/>
                        </a:rPr>
                        <a:t>sự</a:t>
                      </a:r>
                      <a:r>
                        <a:rPr lang="en-US" sz="1500" b="0" i="1" u="none" strike="noStrike" dirty="0">
                          <a:solidFill>
                            <a:srgbClr val="000000"/>
                          </a:solidFill>
                          <a:effectLst/>
                          <a:latin typeface="Times New Roman" panose="02020603050405020304" pitchFamily="18" charset="0"/>
                        </a:rPr>
                        <a:t> E&amp;I </a:t>
                      </a:r>
                      <a:r>
                        <a:rPr lang="en-US" sz="1500" b="0" i="1" u="none" strike="noStrike" dirty="0" err="1">
                          <a:solidFill>
                            <a:srgbClr val="000000"/>
                          </a:solidFill>
                          <a:effectLst/>
                          <a:latin typeface="Times New Roman" panose="02020603050405020304" pitchFamily="18" charset="0"/>
                        </a:rPr>
                        <a:t>đã</a:t>
                      </a:r>
                      <a:r>
                        <a:rPr lang="en-US" sz="1500" b="0" i="1" u="none" strike="noStrike" dirty="0">
                          <a:solidFill>
                            <a:srgbClr val="000000"/>
                          </a:solidFill>
                          <a:effectLst/>
                          <a:latin typeface="Times New Roman" panose="02020603050405020304" pitchFamily="18" charset="0"/>
                        </a:rPr>
                        <a:t> ra </a:t>
                      </a:r>
                      <a:r>
                        <a:rPr lang="en-US" sz="1500" b="0" i="1" u="none" strike="noStrike" dirty="0" err="1">
                          <a:solidFill>
                            <a:srgbClr val="000000"/>
                          </a:solidFill>
                          <a:effectLst/>
                          <a:latin typeface="Times New Roman" panose="02020603050405020304" pitchFamily="18" charset="0"/>
                        </a:rPr>
                        <a:t>giàn</a:t>
                      </a:r>
                      <a:r>
                        <a:rPr lang="en-US" sz="1500" b="0" i="1" u="none" strike="noStrike" dirty="0">
                          <a:solidFill>
                            <a:srgbClr val="000000"/>
                          </a:solidFill>
                          <a:effectLst/>
                          <a:latin typeface="Times New Roman" panose="02020603050405020304" pitchFamily="18" charset="0"/>
                        </a:rPr>
                        <a:t> </a:t>
                      </a:r>
                      <a:r>
                        <a:rPr lang="en-US" sz="1500" b="0" i="1" u="none" strike="noStrike" dirty="0" err="1">
                          <a:solidFill>
                            <a:srgbClr val="000000"/>
                          </a:solidFill>
                          <a:effectLst/>
                          <a:latin typeface="Times New Roman" panose="02020603050405020304" pitchFamily="18" charset="0"/>
                        </a:rPr>
                        <a:t>làm</a:t>
                      </a:r>
                      <a:r>
                        <a:rPr lang="en-US" sz="1500" b="0" i="1" u="none" strike="noStrike" dirty="0">
                          <a:solidFill>
                            <a:srgbClr val="000000"/>
                          </a:solidFill>
                          <a:effectLst/>
                          <a:latin typeface="Times New Roman" panose="02020603050405020304" pitchFamily="18" charset="0"/>
                        </a:rPr>
                        <a:t> </a:t>
                      </a:r>
                      <a:r>
                        <a:rPr lang="en-US" sz="1500" b="0" i="1" u="none" strike="noStrike" dirty="0" err="1">
                          <a:solidFill>
                            <a:srgbClr val="000000"/>
                          </a:solidFill>
                          <a:effectLst/>
                          <a:latin typeface="Times New Roman" panose="02020603050405020304" pitchFamily="18" charset="0"/>
                        </a:rPr>
                        <a:t>việc</a:t>
                      </a:r>
                      <a:r>
                        <a:rPr lang="en-US" sz="1500" b="0" i="1" u="none" strike="noStrike" dirty="0">
                          <a:solidFill>
                            <a:srgbClr val="000000"/>
                          </a:solidFill>
                          <a:effectLst/>
                          <a:latin typeface="Times New Roman" panose="02020603050405020304" pitchFamily="18" charset="0"/>
                        </a:rPr>
                        <a:t> </a:t>
                      </a:r>
                      <a:r>
                        <a:rPr lang="en-US" sz="1500" b="0" i="1" u="none" strike="noStrike" dirty="0" err="1">
                          <a:solidFill>
                            <a:srgbClr val="000000"/>
                          </a:solidFill>
                          <a:effectLst/>
                          <a:latin typeface="Times New Roman" panose="02020603050405020304" pitchFamily="18" charset="0"/>
                        </a:rPr>
                        <a:t>và</a:t>
                      </a:r>
                      <a:r>
                        <a:rPr lang="en-US" sz="1500" b="0" i="1" u="none" strike="noStrike" dirty="0">
                          <a:solidFill>
                            <a:srgbClr val="000000"/>
                          </a:solidFill>
                          <a:effectLst/>
                          <a:latin typeface="Times New Roman" panose="02020603050405020304" pitchFamily="18" charset="0"/>
                        </a:rPr>
                        <a:t> </a:t>
                      </a:r>
                      <a:r>
                        <a:rPr lang="en-US" sz="1500" b="0" i="1" u="none" strike="noStrike" dirty="0" err="1">
                          <a:solidFill>
                            <a:srgbClr val="000000"/>
                          </a:solidFill>
                          <a:effectLst/>
                          <a:latin typeface="Times New Roman" panose="02020603050405020304" pitchFamily="18" charset="0"/>
                        </a:rPr>
                        <a:t>không</a:t>
                      </a:r>
                      <a:r>
                        <a:rPr lang="en-US" sz="1500" b="0" i="1" u="none" strike="noStrike" dirty="0">
                          <a:solidFill>
                            <a:srgbClr val="000000"/>
                          </a:solidFill>
                          <a:effectLst/>
                          <a:latin typeface="Times New Roman" panose="02020603050405020304" pitchFamily="18" charset="0"/>
                        </a:rPr>
                        <a:t> ở </a:t>
                      </a:r>
                      <a:r>
                        <a:rPr lang="en-US" sz="1500" b="0" i="1" u="none" strike="noStrike" dirty="0" err="1">
                          <a:solidFill>
                            <a:srgbClr val="000000"/>
                          </a:solidFill>
                          <a:effectLst/>
                          <a:latin typeface="Times New Roman" panose="02020603050405020304" pitchFamily="18" charset="0"/>
                        </a:rPr>
                        <a:t>lại</a:t>
                      </a:r>
                      <a:r>
                        <a:rPr lang="en-US" sz="1500" b="0" i="1" u="none" strike="noStrike" dirty="0">
                          <a:solidFill>
                            <a:srgbClr val="000000"/>
                          </a:solidFill>
                          <a:effectLst/>
                          <a:latin typeface="Times New Roman" panose="02020603050405020304" pitchFamily="18" charset="0"/>
                        </a:rPr>
                        <a:t> </a:t>
                      </a:r>
                      <a:r>
                        <a:rPr lang="en-US" sz="1500" b="0" i="1" u="none" strike="noStrike" dirty="0" err="1">
                          <a:solidFill>
                            <a:srgbClr val="000000"/>
                          </a:solidFill>
                          <a:effectLst/>
                          <a:latin typeface="Times New Roman" panose="02020603050405020304" pitchFamily="18" charset="0"/>
                        </a:rPr>
                        <a:t>trong</a:t>
                      </a:r>
                      <a:r>
                        <a:rPr lang="en-US" sz="1500" b="0" i="1" u="none" strike="noStrike" dirty="0">
                          <a:solidFill>
                            <a:srgbClr val="000000"/>
                          </a:solidFill>
                          <a:effectLst/>
                          <a:latin typeface="Times New Roman" panose="02020603050405020304" pitchFamily="18" charset="0"/>
                        </a:rPr>
                        <a:t> </a:t>
                      </a:r>
                      <a:r>
                        <a:rPr lang="en-US" sz="1500" b="0" i="1" u="none" strike="noStrike" dirty="0" err="1">
                          <a:solidFill>
                            <a:srgbClr val="000000"/>
                          </a:solidFill>
                          <a:effectLst/>
                          <a:latin typeface="Times New Roman" panose="02020603050405020304" pitchFamily="18" charset="0"/>
                        </a:rPr>
                        <a:t>dừng</a:t>
                      </a:r>
                      <a:r>
                        <a:rPr lang="en-US" sz="1500" b="0" i="1" u="none" strike="noStrike" dirty="0">
                          <a:solidFill>
                            <a:srgbClr val="000000"/>
                          </a:solidFill>
                          <a:effectLst/>
                          <a:latin typeface="Times New Roman" panose="02020603050405020304" pitchFamily="18" charset="0"/>
                        </a:rPr>
                        <a:t> </a:t>
                      </a:r>
                      <a:r>
                        <a:rPr lang="en-US" sz="1500" b="0" i="1" u="none" strike="noStrike" dirty="0" err="1">
                          <a:solidFill>
                            <a:srgbClr val="000000"/>
                          </a:solidFill>
                          <a:effectLst/>
                          <a:latin typeface="Times New Roman" panose="02020603050405020304" pitchFamily="18" charset="0"/>
                        </a:rPr>
                        <a:t>giàn</a:t>
                      </a:r>
                      <a:r>
                        <a:rPr lang="en-US" sz="1500" b="0" i="0" u="none" strike="noStrike" dirty="0">
                          <a:solidFill>
                            <a:srgbClr val="000000"/>
                          </a:solidFill>
                          <a:effectLst/>
                          <a:latin typeface="Times New Roman" panose="02020603050405020304" pitchFamily="18" charset="0"/>
                        </a:rPr>
                        <a:t>)</a:t>
                      </a: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just" rtl="0" fontAlgn="ctr">
                        <a:buClr>
                          <a:srgbClr val="000000"/>
                        </a:buClr>
                        <a:buSzPts val="1500"/>
                        <a:buFont typeface="Times New Roman" panose="02020603050405020304" pitchFamily="18" charset="0"/>
                        <a:buChar char="‐"/>
                      </a:pPr>
                      <a:r>
                        <a:rPr lang="en-US" sz="1500" b="0" i="0" u="none" strike="noStrike" dirty="0" err="1">
                          <a:solidFill>
                            <a:srgbClr val="000000"/>
                          </a:solidFill>
                          <a:effectLst/>
                          <a:latin typeface="Times New Roman" panose="02020603050405020304" pitchFamily="18" charset="0"/>
                        </a:rPr>
                        <a:t>Vật</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tư</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Đã</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sẵn</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sàng</a:t>
                      </a:r>
                      <a:endParaRPr lang="en-US" sz="1500" b="0" i="0" u="none" strike="noStrike" dirty="0">
                        <a:solidFill>
                          <a:srgbClr val="000000"/>
                        </a:solidFill>
                        <a:effectLst/>
                        <a:latin typeface="Times New Roman" panose="02020603050405020304" pitchFamily="18" charset="0"/>
                      </a:endParaRP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F2CC"/>
                    </a:solidFill>
                  </a:tcPr>
                </a:tc>
                <a:tc rowSpan="2">
                  <a:txBody>
                    <a:bodyPr/>
                    <a:lstStyle/>
                    <a:p>
                      <a:pPr algn="ctr" rtl="0" fontAlgn="ctr">
                        <a:buNone/>
                      </a:pPr>
                      <a:r>
                        <a:rPr lang="en-US" sz="1500" b="0" i="0" u="none" strike="noStrike">
                          <a:solidFill>
                            <a:srgbClr val="000000"/>
                          </a:solidFill>
                          <a:effectLst/>
                          <a:latin typeface="Times New Roman" panose="02020603050405020304" pitchFamily="18" charset="0"/>
                        </a:rPr>
                        <a:t>DVK</a:t>
                      </a: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rowSpan="2">
                  <a:txBody>
                    <a:bodyPr/>
                    <a:lstStyle/>
                    <a:p>
                      <a:pPr algn="ctr" rtl="0" fontAlgn="ctr">
                        <a:buNone/>
                      </a:pPr>
                      <a:r>
                        <a:rPr lang="en-US" sz="1500" b="0" i="0" u="none" strike="noStrike">
                          <a:solidFill>
                            <a:srgbClr val="000000"/>
                          </a:solidFill>
                          <a:effectLst/>
                          <a:latin typeface="Times New Roman" panose="02020603050405020304" pitchFamily="18" charset="0"/>
                        </a:rPr>
                        <a:t>Lục Nam</a:t>
                      </a: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rowSpan="2">
                  <a:txBody>
                    <a:bodyPr/>
                    <a:lstStyle/>
                    <a:p>
                      <a:pPr algn="ctr" rtl="0" fontAlgn="ctr">
                        <a:buNone/>
                      </a:pPr>
                      <a:r>
                        <a:rPr lang="en-US" sz="1500" b="0" i="0" u="none" strike="noStrike" dirty="0">
                          <a:solidFill>
                            <a:srgbClr val="000000"/>
                          </a:solidFill>
                          <a:effectLst/>
                          <a:latin typeface="Times New Roman" panose="02020603050405020304" pitchFamily="18" charset="0"/>
                        </a:rPr>
                        <a:t>2</a:t>
                      </a: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2745343728"/>
                  </a:ext>
                </a:extLst>
              </a:tr>
              <a:tr h="298922">
                <a:tc vMerge="1">
                  <a:txBody>
                    <a:bodyPr/>
                    <a:lstStyle/>
                    <a:p>
                      <a:endParaRPr lang="en-US"/>
                    </a:p>
                  </a:txBody>
                  <a:tcPr/>
                </a:tc>
                <a:tc vMerge="1">
                  <a:txBody>
                    <a:bodyPr/>
                    <a:lstStyle/>
                    <a:p>
                      <a:endParaRPr lang="en-US"/>
                    </a:p>
                  </a:txBody>
                  <a:tcPr/>
                </a:tc>
                <a:tc>
                  <a:txBody>
                    <a:bodyPr/>
                    <a:lstStyle/>
                    <a:p>
                      <a:pPr algn="just" rtl="0" fontAlgn="ctr">
                        <a:buClr>
                          <a:srgbClr val="000000"/>
                        </a:buClr>
                        <a:buSzPts val="1500"/>
                        <a:buFont typeface="Times New Roman" panose="02020603050405020304" pitchFamily="18" charset="0"/>
                        <a:buChar char="‐"/>
                      </a:pPr>
                      <a:r>
                        <a:rPr lang="en-US" sz="1500" b="0" i="0" u="none" strike="noStrike" dirty="0" err="1">
                          <a:solidFill>
                            <a:srgbClr val="000000"/>
                          </a:solidFill>
                          <a:effectLst/>
                          <a:latin typeface="Times New Roman" panose="02020603050405020304" pitchFamily="18" charset="0"/>
                        </a:rPr>
                        <a:t>Nhân</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sự</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Đã</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sẵn</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sàng</a:t>
                      </a:r>
                      <a:endParaRPr lang="en-US" sz="1500" b="0" i="0" u="none" strike="noStrike" dirty="0">
                        <a:solidFill>
                          <a:srgbClr val="000000"/>
                        </a:solidFill>
                        <a:effectLst/>
                        <a:latin typeface="Times New Roman" panose="02020603050405020304" pitchFamily="18" charset="0"/>
                      </a:endParaRP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2CC"/>
                    </a:solidFill>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754273215"/>
                  </a:ext>
                </a:extLst>
              </a:tr>
              <a:tr h="298922">
                <a:tc rowSpan="2">
                  <a:txBody>
                    <a:bodyPr/>
                    <a:lstStyle/>
                    <a:p>
                      <a:pPr algn="ctr" rtl="0" fontAlgn="ctr">
                        <a:buNone/>
                      </a:pPr>
                      <a:r>
                        <a:rPr lang="en-US" sz="1500" b="0" i="0" u="none" strike="noStrike">
                          <a:solidFill>
                            <a:srgbClr val="000000"/>
                          </a:solidFill>
                          <a:effectLst/>
                          <a:latin typeface="Times New Roman" panose="02020603050405020304" pitchFamily="18" charset="0"/>
                        </a:rPr>
                        <a:t>11</a:t>
                      </a: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tc rowSpan="2">
                  <a:txBody>
                    <a:bodyPr/>
                    <a:lstStyle/>
                    <a:p>
                      <a:pPr algn="just" rtl="0" fontAlgn="ctr">
                        <a:buNone/>
                      </a:pPr>
                      <a:r>
                        <a:rPr lang="en-US" sz="1500" b="0" i="0" u="none" strike="noStrike" dirty="0">
                          <a:solidFill>
                            <a:srgbClr val="000000"/>
                          </a:solidFill>
                          <a:effectLst/>
                          <a:latin typeface="Times New Roman" panose="02020603050405020304" pitchFamily="18" charset="0"/>
                        </a:rPr>
                        <a:t>Bảo </a:t>
                      </a:r>
                      <a:r>
                        <a:rPr lang="en-US" sz="1500" b="0" i="0" u="none" strike="noStrike" dirty="0" err="1">
                          <a:solidFill>
                            <a:srgbClr val="000000"/>
                          </a:solidFill>
                          <a:effectLst/>
                          <a:latin typeface="Times New Roman" panose="02020603050405020304" pitchFamily="18" charset="0"/>
                        </a:rPr>
                        <a:t>dưỡng</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hệ</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thống</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điều</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khiển</a:t>
                      </a:r>
                      <a:r>
                        <a:rPr lang="en-US" sz="1500" b="0" i="0" u="none" strike="noStrike" dirty="0">
                          <a:solidFill>
                            <a:srgbClr val="000000"/>
                          </a:solidFill>
                          <a:effectLst/>
                          <a:latin typeface="Times New Roman" panose="02020603050405020304" pitchFamily="18" charset="0"/>
                        </a:rPr>
                        <a:t> Yokokawa </a:t>
                      </a:r>
                      <a:r>
                        <a:rPr lang="en-US" sz="1500" b="0" i="0" u="none" strike="noStrike" dirty="0" err="1">
                          <a:solidFill>
                            <a:srgbClr val="000000"/>
                          </a:solidFill>
                          <a:effectLst/>
                          <a:latin typeface="Times New Roman" panose="02020603050405020304" pitchFamily="18" charset="0"/>
                        </a:rPr>
                        <a:t>trên</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giàn</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Rồng</a:t>
                      </a:r>
                      <a:endParaRPr lang="en-US" sz="1500" b="0" i="0" u="none" strike="noStrike" dirty="0">
                        <a:solidFill>
                          <a:srgbClr val="000000"/>
                        </a:solidFill>
                        <a:effectLst/>
                        <a:latin typeface="Times New Roman" panose="02020603050405020304" pitchFamily="18" charset="0"/>
                      </a:endParaRP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tc>
                  <a:txBody>
                    <a:bodyPr/>
                    <a:lstStyle/>
                    <a:p>
                      <a:pPr algn="just" rtl="0" fontAlgn="ctr">
                        <a:buClr>
                          <a:srgbClr val="000000"/>
                        </a:buClr>
                        <a:buSzPts val="1500"/>
                        <a:buFont typeface="Times New Roman" panose="02020603050405020304" pitchFamily="18" charset="0"/>
                        <a:buChar char="‐"/>
                      </a:pPr>
                      <a:r>
                        <a:rPr lang="en-US" sz="1500" b="0" i="0" u="none" strike="noStrike" dirty="0" err="1">
                          <a:solidFill>
                            <a:srgbClr val="000000"/>
                          </a:solidFill>
                          <a:effectLst/>
                          <a:latin typeface="Times New Roman" panose="02020603050405020304" pitchFamily="18" charset="0"/>
                        </a:rPr>
                        <a:t>Vật</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tư</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Đã</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sẵn</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sàng</a:t>
                      </a:r>
                      <a:endParaRPr lang="en-US" sz="1500" b="0" i="0" u="none" strike="noStrike" dirty="0">
                        <a:solidFill>
                          <a:srgbClr val="000000"/>
                        </a:solidFill>
                        <a:effectLst/>
                        <a:latin typeface="Times New Roman" panose="02020603050405020304" pitchFamily="18" charset="0"/>
                      </a:endParaRP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E2F0D9"/>
                    </a:solidFill>
                  </a:tcPr>
                </a:tc>
                <a:tc rowSpan="2">
                  <a:txBody>
                    <a:bodyPr/>
                    <a:lstStyle/>
                    <a:p>
                      <a:pPr algn="ctr" rtl="0" fontAlgn="ctr">
                        <a:buNone/>
                      </a:pPr>
                      <a:r>
                        <a:rPr lang="en-US" sz="1500" b="0" i="0" u="none" strike="noStrike">
                          <a:solidFill>
                            <a:srgbClr val="000000"/>
                          </a:solidFill>
                          <a:effectLst/>
                          <a:latin typeface="Times New Roman" panose="02020603050405020304" pitchFamily="18" charset="0"/>
                        </a:rPr>
                        <a:t>DVK</a:t>
                      </a: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tc rowSpan="2">
                  <a:txBody>
                    <a:bodyPr/>
                    <a:lstStyle/>
                    <a:p>
                      <a:pPr algn="ctr" rtl="0" fontAlgn="ctr">
                        <a:buNone/>
                      </a:pPr>
                      <a:r>
                        <a:rPr lang="en-US" sz="1500" b="0" i="0" u="none" strike="noStrike">
                          <a:solidFill>
                            <a:srgbClr val="000000"/>
                          </a:solidFill>
                          <a:effectLst/>
                          <a:latin typeface="Times New Roman" panose="02020603050405020304" pitchFamily="18" charset="0"/>
                        </a:rPr>
                        <a:t>Yokogawa</a:t>
                      </a: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tc rowSpan="2">
                  <a:txBody>
                    <a:bodyPr/>
                    <a:lstStyle/>
                    <a:p>
                      <a:pPr algn="ctr" rtl="0" fontAlgn="ctr">
                        <a:buNone/>
                      </a:pPr>
                      <a:r>
                        <a:rPr lang="en-US" sz="1500" b="0" i="0" u="none" strike="noStrike">
                          <a:solidFill>
                            <a:srgbClr val="000000"/>
                          </a:solidFill>
                          <a:effectLst/>
                          <a:latin typeface="Times New Roman" panose="02020603050405020304" pitchFamily="18" charset="0"/>
                        </a:rPr>
                        <a:t>3</a:t>
                      </a: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extLst>
                  <a:ext uri="{0D108BD9-81ED-4DB2-BD59-A6C34878D82A}">
                    <a16:rowId xmlns:a16="http://schemas.microsoft.com/office/drawing/2014/main" val="404780377"/>
                  </a:ext>
                </a:extLst>
              </a:tr>
              <a:tr h="298922">
                <a:tc vMerge="1">
                  <a:txBody>
                    <a:bodyPr/>
                    <a:lstStyle/>
                    <a:p>
                      <a:endParaRPr lang="en-US"/>
                    </a:p>
                  </a:txBody>
                  <a:tcPr/>
                </a:tc>
                <a:tc vMerge="1">
                  <a:txBody>
                    <a:bodyPr/>
                    <a:lstStyle/>
                    <a:p>
                      <a:endParaRPr lang="en-US"/>
                    </a:p>
                  </a:txBody>
                  <a:tcPr/>
                </a:tc>
                <a:tc>
                  <a:txBody>
                    <a:bodyPr/>
                    <a:lstStyle/>
                    <a:p>
                      <a:pPr algn="just" rtl="0" fontAlgn="ctr">
                        <a:buClr>
                          <a:srgbClr val="000000"/>
                        </a:buClr>
                        <a:buSzPts val="1500"/>
                        <a:buFont typeface="Times New Roman" panose="02020603050405020304" pitchFamily="18" charset="0"/>
                        <a:buChar char="‐"/>
                      </a:pPr>
                      <a:r>
                        <a:rPr lang="en-US" sz="1500" b="0" i="0" u="none" strike="noStrike" dirty="0" err="1">
                          <a:solidFill>
                            <a:srgbClr val="000000"/>
                          </a:solidFill>
                          <a:effectLst/>
                          <a:latin typeface="Times New Roman" panose="02020603050405020304" pitchFamily="18" charset="0"/>
                        </a:rPr>
                        <a:t>Nhân</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sự</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Đã</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sẵn</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sàng</a:t>
                      </a:r>
                      <a:endParaRPr lang="en-US" sz="1500" b="0" i="0" u="none" strike="noStrike" dirty="0">
                        <a:solidFill>
                          <a:srgbClr val="000000"/>
                        </a:solidFill>
                        <a:effectLst/>
                        <a:latin typeface="Times New Roman" panose="02020603050405020304" pitchFamily="18" charset="0"/>
                      </a:endParaRP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E2F0D9"/>
                    </a:solidFill>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4223743152"/>
                  </a:ext>
                </a:extLst>
              </a:tr>
              <a:tr h="298922">
                <a:tc rowSpan="2">
                  <a:txBody>
                    <a:bodyPr/>
                    <a:lstStyle/>
                    <a:p>
                      <a:pPr algn="ctr" rtl="0" fontAlgn="ctr">
                        <a:buNone/>
                      </a:pPr>
                      <a:r>
                        <a:rPr lang="en-US" sz="1500" b="0" i="0" u="none" strike="noStrike">
                          <a:solidFill>
                            <a:srgbClr val="000000"/>
                          </a:solidFill>
                          <a:effectLst/>
                          <a:latin typeface="Times New Roman" panose="02020603050405020304" pitchFamily="18" charset="0"/>
                        </a:rPr>
                        <a:t>12</a:t>
                      </a: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tc rowSpan="2">
                  <a:txBody>
                    <a:bodyPr/>
                    <a:lstStyle/>
                    <a:p>
                      <a:pPr algn="l" rtl="0" fontAlgn="ctr">
                        <a:buNone/>
                      </a:pPr>
                      <a:r>
                        <a:rPr lang="en-US" sz="1500" b="0" i="0" u="none" strike="noStrike">
                          <a:solidFill>
                            <a:srgbClr val="000000"/>
                          </a:solidFill>
                          <a:effectLst/>
                          <a:latin typeface="Times New Roman" panose="02020603050405020304" pitchFamily="18" charset="0"/>
                        </a:rPr>
                        <a:t>Đăng kiểm hàng năm giàn DGCP</a:t>
                      </a: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tc>
                  <a:txBody>
                    <a:bodyPr/>
                    <a:lstStyle/>
                    <a:p>
                      <a:pPr algn="just" rtl="0" fontAlgn="ctr">
                        <a:buClr>
                          <a:srgbClr val="000000"/>
                        </a:buClr>
                        <a:buSzPts val="1500"/>
                        <a:buFont typeface="Times New Roman" panose="02020603050405020304" pitchFamily="18" charset="0"/>
                        <a:buChar char="‐"/>
                      </a:pPr>
                      <a:r>
                        <a:rPr lang="en-US" sz="1500" b="0" i="0" u="none" strike="noStrike" dirty="0" err="1">
                          <a:solidFill>
                            <a:srgbClr val="000000"/>
                          </a:solidFill>
                          <a:effectLst/>
                          <a:latin typeface="Times New Roman" panose="02020603050405020304" pitchFamily="18" charset="0"/>
                        </a:rPr>
                        <a:t>Vật</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tư</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Đã</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sẵn</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sàng</a:t>
                      </a:r>
                      <a:endParaRPr lang="en-US" sz="1500" b="0" i="0" u="none" strike="noStrike" dirty="0">
                        <a:solidFill>
                          <a:srgbClr val="000000"/>
                        </a:solidFill>
                        <a:effectLst/>
                        <a:latin typeface="Times New Roman" panose="02020603050405020304" pitchFamily="18" charset="0"/>
                      </a:endParaRP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E2F0D9"/>
                    </a:solidFill>
                  </a:tcPr>
                </a:tc>
                <a:tc rowSpan="2">
                  <a:txBody>
                    <a:bodyPr/>
                    <a:lstStyle/>
                    <a:p>
                      <a:pPr algn="ctr" rtl="0" fontAlgn="ctr">
                        <a:buNone/>
                      </a:pPr>
                      <a:r>
                        <a:rPr lang="en-US" sz="1500" b="0" i="0" u="none" strike="noStrike" dirty="0">
                          <a:solidFill>
                            <a:srgbClr val="000000"/>
                          </a:solidFill>
                          <a:effectLst/>
                          <a:latin typeface="Times New Roman" panose="02020603050405020304" pitchFamily="18" charset="0"/>
                        </a:rPr>
                        <a:t>KĐN</a:t>
                      </a: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tc rowSpan="2">
                  <a:txBody>
                    <a:bodyPr/>
                    <a:lstStyle/>
                    <a:p>
                      <a:pPr algn="ctr" rtl="0" fontAlgn="ctr">
                        <a:buNone/>
                      </a:pPr>
                      <a:r>
                        <a:rPr lang="en-US" sz="1500" b="0" i="0" u="none" strike="noStrike">
                          <a:solidFill>
                            <a:srgbClr val="000000"/>
                          </a:solidFill>
                          <a:effectLst/>
                          <a:latin typeface="Times New Roman" panose="02020603050405020304" pitchFamily="18" charset="0"/>
                        </a:rPr>
                        <a:t>VR và DNV</a:t>
                      </a: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tc rowSpan="2">
                  <a:txBody>
                    <a:bodyPr/>
                    <a:lstStyle/>
                    <a:p>
                      <a:pPr algn="ctr" rtl="0" fontAlgn="ctr">
                        <a:buNone/>
                      </a:pPr>
                      <a:r>
                        <a:rPr lang="en-US" sz="1500" b="0" i="0" u="none" strike="noStrike">
                          <a:solidFill>
                            <a:srgbClr val="000000"/>
                          </a:solidFill>
                          <a:effectLst/>
                          <a:latin typeface="Times New Roman" panose="02020603050405020304" pitchFamily="18" charset="0"/>
                        </a:rPr>
                        <a:t>2</a:t>
                      </a: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extLst>
                  <a:ext uri="{0D108BD9-81ED-4DB2-BD59-A6C34878D82A}">
                    <a16:rowId xmlns:a16="http://schemas.microsoft.com/office/drawing/2014/main" val="591414798"/>
                  </a:ext>
                </a:extLst>
              </a:tr>
              <a:tr h="298922">
                <a:tc vMerge="1">
                  <a:txBody>
                    <a:bodyPr/>
                    <a:lstStyle/>
                    <a:p>
                      <a:endParaRPr lang="en-US"/>
                    </a:p>
                  </a:txBody>
                  <a:tcPr/>
                </a:tc>
                <a:tc vMerge="1">
                  <a:txBody>
                    <a:bodyPr/>
                    <a:lstStyle/>
                    <a:p>
                      <a:endParaRPr lang="en-US"/>
                    </a:p>
                  </a:txBody>
                  <a:tcPr/>
                </a:tc>
                <a:tc>
                  <a:txBody>
                    <a:bodyPr/>
                    <a:lstStyle/>
                    <a:p>
                      <a:pPr algn="just" rtl="0" fontAlgn="ctr">
                        <a:buClr>
                          <a:srgbClr val="000000"/>
                        </a:buClr>
                        <a:buSzPts val="1500"/>
                        <a:buFont typeface="Times New Roman" panose="02020603050405020304" pitchFamily="18" charset="0"/>
                        <a:buChar char="‐"/>
                      </a:pPr>
                      <a:r>
                        <a:rPr lang="en-US" sz="1500" b="0" i="0" u="none" strike="noStrike" dirty="0" err="1">
                          <a:solidFill>
                            <a:srgbClr val="000000"/>
                          </a:solidFill>
                          <a:effectLst/>
                          <a:latin typeface="Times New Roman" panose="02020603050405020304" pitchFamily="18" charset="0"/>
                        </a:rPr>
                        <a:t>Nhân</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sự</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Đã</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sẵn</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sàng</a:t>
                      </a:r>
                      <a:endParaRPr lang="en-US" sz="1500" b="0" i="0" u="none" strike="noStrike" dirty="0">
                        <a:solidFill>
                          <a:srgbClr val="000000"/>
                        </a:solidFill>
                        <a:effectLst/>
                        <a:latin typeface="Times New Roman" panose="02020603050405020304" pitchFamily="18" charset="0"/>
                      </a:endParaRP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E2F0D9"/>
                    </a:solidFill>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257163384"/>
                  </a:ext>
                </a:extLst>
              </a:tr>
              <a:tr h="390430">
                <a:tc rowSpan="2">
                  <a:txBody>
                    <a:bodyPr/>
                    <a:lstStyle/>
                    <a:p>
                      <a:pPr algn="ctr" rtl="0" fontAlgn="ctr">
                        <a:buNone/>
                      </a:pPr>
                      <a:r>
                        <a:rPr lang="en-US" sz="1500" b="0" i="0" u="none" strike="noStrike" dirty="0">
                          <a:solidFill>
                            <a:srgbClr val="000000"/>
                          </a:solidFill>
                          <a:effectLst/>
                          <a:latin typeface="Times New Roman" panose="02020603050405020304" pitchFamily="18" charset="0"/>
                        </a:rPr>
                        <a:t>13</a:t>
                      </a: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tc rowSpan="2">
                  <a:txBody>
                    <a:bodyPr/>
                    <a:lstStyle/>
                    <a:p>
                      <a:pPr algn="l" rtl="0" fontAlgn="ctr">
                        <a:buNone/>
                      </a:pPr>
                      <a:r>
                        <a:rPr lang="en-US" sz="1500" b="0" i="0" u="none" strike="noStrike" dirty="0" err="1">
                          <a:solidFill>
                            <a:srgbClr val="000000"/>
                          </a:solidFill>
                          <a:effectLst/>
                          <a:latin typeface="Times New Roman" panose="02020603050405020304" pitchFamily="18" charset="0"/>
                        </a:rPr>
                        <a:t>Tháo</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đầu</a:t>
                      </a:r>
                      <a:r>
                        <a:rPr lang="en-US" sz="1500" b="0" i="0" u="none" strike="noStrike" dirty="0">
                          <a:solidFill>
                            <a:srgbClr val="000000"/>
                          </a:solidFill>
                          <a:effectLst/>
                          <a:latin typeface="Times New Roman" panose="02020603050405020304" pitchFamily="18" charset="0"/>
                        </a:rPr>
                        <a:t> end cap </a:t>
                      </a:r>
                      <a:r>
                        <a:rPr lang="en-US" sz="1500" b="0" i="0" u="none" strike="noStrike" dirty="0" err="1">
                          <a:solidFill>
                            <a:srgbClr val="000000"/>
                          </a:solidFill>
                          <a:effectLst/>
                          <a:latin typeface="Times New Roman" panose="02020603050405020304" pitchFamily="18" charset="0"/>
                        </a:rPr>
                        <a:t>phía</a:t>
                      </a:r>
                      <a:r>
                        <a:rPr lang="en-US" sz="1500" b="0" i="0" u="none" strike="noStrike" dirty="0">
                          <a:solidFill>
                            <a:srgbClr val="000000"/>
                          </a:solidFill>
                          <a:effectLst/>
                          <a:latin typeface="Times New Roman" panose="02020603050405020304" pitchFamily="18" charset="0"/>
                        </a:rPr>
                        <a:t> DE </a:t>
                      </a:r>
                      <a:r>
                        <a:rPr lang="en-US" sz="1500" b="0" i="0" u="none" strike="noStrike" dirty="0" err="1">
                          <a:solidFill>
                            <a:srgbClr val="000000"/>
                          </a:solidFill>
                          <a:effectLst/>
                          <a:latin typeface="Times New Roman" panose="02020603050405020304" pitchFamily="18" charset="0"/>
                        </a:rPr>
                        <a:t>kiểm</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tra</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tình</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trạng</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mỡ</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bôi</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trơn</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và</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làm</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sạch</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khoang</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chứa</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mỡ</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cho</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các</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vòng</a:t>
                      </a:r>
                      <a:r>
                        <a:rPr lang="en-US" sz="1500" b="0" i="0" u="none" strike="noStrike" dirty="0">
                          <a:solidFill>
                            <a:srgbClr val="000000"/>
                          </a:solidFill>
                          <a:effectLst/>
                          <a:latin typeface="Times New Roman" panose="02020603050405020304" pitchFamily="18" charset="0"/>
                        </a:rPr>
                        <a:t> bi </a:t>
                      </a:r>
                      <a:r>
                        <a:rPr lang="en-US" sz="1500" b="0" i="0" u="none" strike="noStrike" dirty="0" err="1">
                          <a:solidFill>
                            <a:srgbClr val="000000"/>
                          </a:solidFill>
                          <a:effectLst/>
                          <a:latin typeface="Times New Roman" panose="02020603050405020304" pitchFamily="18" charset="0"/>
                        </a:rPr>
                        <a:t>phía</a:t>
                      </a:r>
                      <a:r>
                        <a:rPr lang="en-US" sz="1500" b="0" i="0" u="none" strike="noStrike" dirty="0">
                          <a:solidFill>
                            <a:srgbClr val="000000"/>
                          </a:solidFill>
                          <a:effectLst/>
                          <a:latin typeface="Times New Roman" panose="02020603050405020304" pitchFamily="18" charset="0"/>
                        </a:rPr>
                        <a:t> DE </a:t>
                      </a:r>
                      <a:r>
                        <a:rPr lang="en-US" sz="1500" b="0" i="0" u="none" strike="noStrike" dirty="0" err="1">
                          <a:solidFill>
                            <a:srgbClr val="000000"/>
                          </a:solidFill>
                          <a:effectLst/>
                          <a:latin typeface="Times New Roman" panose="02020603050405020304" pitchFamily="18" charset="0"/>
                        </a:rPr>
                        <a:t>của</a:t>
                      </a:r>
                      <a:r>
                        <a:rPr lang="en-US" sz="1500" b="0" i="0" u="none" strike="noStrike" dirty="0">
                          <a:solidFill>
                            <a:srgbClr val="000000"/>
                          </a:solidFill>
                          <a:effectLst/>
                          <a:latin typeface="Times New Roman" panose="02020603050405020304" pitchFamily="18" charset="0"/>
                        </a:rPr>
                        <a:t> main motor BCP</a:t>
                      </a: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tc>
                  <a:txBody>
                    <a:bodyPr/>
                    <a:lstStyle/>
                    <a:p>
                      <a:pPr algn="just" rtl="0" fontAlgn="ctr">
                        <a:buClr>
                          <a:srgbClr val="000000"/>
                        </a:buClr>
                        <a:buSzPts val="1500"/>
                        <a:buFont typeface="Times New Roman" panose="02020603050405020304" pitchFamily="18" charset="0"/>
                        <a:buNone/>
                      </a:pPr>
                      <a:r>
                        <a:rPr lang="en-US" sz="1500" b="0" i="0" u="none" strike="noStrike" dirty="0">
                          <a:solidFill>
                            <a:srgbClr val="000000"/>
                          </a:solidFill>
                          <a:effectLst/>
                          <a:latin typeface="Times New Roman" panose="02020603050405020304" pitchFamily="18" charset="0"/>
                        </a:rPr>
                        <a:t>-</a:t>
                      </a:r>
                      <a:r>
                        <a:rPr lang="en-US" sz="1500" b="0" i="0" u="none" strike="noStrike" dirty="0" err="1">
                          <a:solidFill>
                            <a:srgbClr val="000000"/>
                          </a:solidFill>
                          <a:effectLst/>
                          <a:latin typeface="Times New Roman" panose="02020603050405020304" pitchFamily="18" charset="0"/>
                        </a:rPr>
                        <a:t>Vật</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tư</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Đã</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sẵn</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sàng</a:t>
                      </a:r>
                      <a:endParaRPr lang="en-US" sz="1500" b="0" i="0" u="none" strike="noStrike" dirty="0">
                        <a:solidFill>
                          <a:srgbClr val="000000"/>
                        </a:solidFill>
                        <a:effectLst/>
                        <a:latin typeface="Times New Roman" panose="02020603050405020304" pitchFamily="18" charset="0"/>
                      </a:endParaRP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E2F0D9"/>
                    </a:solidFill>
                  </a:tcPr>
                </a:tc>
                <a:tc rowSpan="2">
                  <a:txBody>
                    <a:bodyPr/>
                    <a:lstStyle/>
                    <a:p>
                      <a:pPr algn="ctr" rtl="0" fontAlgn="ctr">
                        <a:buNone/>
                      </a:pPr>
                      <a:r>
                        <a:rPr lang="en-US" sz="1500" b="0" i="0" u="none" strike="noStrike" dirty="0">
                          <a:solidFill>
                            <a:srgbClr val="000000"/>
                          </a:solidFill>
                          <a:effectLst/>
                          <a:latin typeface="Times New Roman" panose="02020603050405020304" pitchFamily="18" charset="0"/>
                        </a:rPr>
                        <a:t>DVK</a:t>
                      </a: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tc rowSpan="2">
                  <a:txBody>
                    <a:bodyPr/>
                    <a:lstStyle/>
                    <a:p>
                      <a:pPr algn="ctr" rtl="0" fontAlgn="ctr">
                        <a:buNone/>
                      </a:pPr>
                      <a:r>
                        <a:rPr lang="en-US" sz="1500" b="0" i="0" u="none" strike="noStrike" dirty="0">
                          <a:solidFill>
                            <a:srgbClr val="000000"/>
                          </a:solidFill>
                          <a:effectLst/>
                          <a:latin typeface="Times New Roman" panose="02020603050405020304" pitchFamily="18" charset="0"/>
                        </a:rPr>
                        <a:t>DVK</a:t>
                      </a: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tc rowSpan="2">
                  <a:txBody>
                    <a:bodyPr/>
                    <a:lstStyle/>
                    <a:p>
                      <a:pPr algn="ctr" rtl="0" fontAlgn="ctr">
                        <a:buNone/>
                      </a:pPr>
                      <a:r>
                        <a:rPr lang="en-US" sz="1500" b="0" i="0" u="none" strike="noStrike" dirty="0">
                          <a:solidFill>
                            <a:srgbClr val="000000"/>
                          </a:solidFill>
                          <a:effectLst/>
                          <a:latin typeface="Times New Roman" panose="02020603050405020304" pitchFamily="18" charset="0"/>
                        </a:rPr>
                        <a:t>3</a:t>
                      </a: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extLst>
                  <a:ext uri="{0D108BD9-81ED-4DB2-BD59-A6C34878D82A}">
                    <a16:rowId xmlns:a16="http://schemas.microsoft.com/office/drawing/2014/main" val="3911203194"/>
                  </a:ext>
                </a:extLst>
              </a:tr>
              <a:tr h="390430">
                <a:tc vMerge="1">
                  <a:txBody>
                    <a:bodyPr/>
                    <a:lstStyle/>
                    <a:p>
                      <a:endParaRPr lang="en-US"/>
                    </a:p>
                  </a:txBody>
                  <a:tcPr/>
                </a:tc>
                <a:tc vMerge="1">
                  <a:txBody>
                    <a:bodyPr/>
                    <a:lstStyle/>
                    <a:p>
                      <a:endParaRPr lang="en-US"/>
                    </a:p>
                  </a:txBody>
                  <a:tcPr/>
                </a:tc>
                <a:tc>
                  <a:txBody>
                    <a:bodyPr/>
                    <a:lstStyle/>
                    <a:p>
                      <a:pPr algn="just" rtl="0" fontAlgn="ctr">
                        <a:buClr>
                          <a:srgbClr val="000000"/>
                        </a:buClr>
                        <a:buSzPts val="1500"/>
                        <a:buFont typeface="Times New Roman" panose="02020603050405020304" pitchFamily="18" charset="0"/>
                        <a:buChar char="‐"/>
                      </a:pPr>
                      <a:r>
                        <a:rPr lang="en-US" sz="1500" b="0" i="0" u="none" strike="noStrike" dirty="0">
                          <a:solidFill>
                            <a:srgbClr val="000000"/>
                          </a:solidFill>
                          <a:effectLst/>
                          <a:latin typeface="Times New Roman" panose="02020603050405020304" pitchFamily="18" charset="0"/>
                        </a:rPr>
                        <a:t>Nhân </a:t>
                      </a:r>
                      <a:r>
                        <a:rPr lang="en-US" sz="1500" b="0" i="0" u="none" strike="noStrike" dirty="0" err="1">
                          <a:solidFill>
                            <a:srgbClr val="000000"/>
                          </a:solidFill>
                          <a:effectLst/>
                          <a:latin typeface="Times New Roman" panose="02020603050405020304" pitchFamily="18" charset="0"/>
                        </a:rPr>
                        <a:t>sự</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Đã</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sẵn</a:t>
                      </a:r>
                      <a:r>
                        <a:rPr lang="en-US" sz="1500" b="0" i="0" u="none" strike="noStrike" dirty="0">
                          <a:solidFill>
                            <a:srgbClr val="000000"/>
                          </a:solidFill>
                          <a:effectLst/>
                          <a:latin typeface="Times New Roman" panose="02020603050405020304" pitchFamily="18" charset="0"/>
                        </a:rPr>
                        <a:t> </a:t>
                      </a:r>
                      <a:r>
                        <a:rPr lang="en-US" sz="1500" b="0" i="0" u="none" strike="noStrike" dirty="0" err="1">
                          <a:solidFill>
                            <a:srgbClr val="000000"/>
                          </a:solidFill>
                          <a:effectLst/>
                          <a:latin typeface="Times New Roman" panose="02020603050405020304" pitchFamily="18" charset="0"/>
                        </a:rPr>
                        <a:t>sàng</a:t>
                      </a:r>
                      <a:endParaRPr lang="en-US" sz="1500" b="0" i="0" u="none" strike="noStrike" dirty="0">
                        <a:solidFill>
                          <a:srgbClr val="000000"/>
                        </a:solidFill>
                        <a:effectLst/>
                        <a:latin typeface="Times New Roman" panose="02020603050405020304" pitchFamily="18" charset="0"/>
                      </a:endParaRPr>
                    </a:p>
                  </a:txBody>
                  <a:tcPr marL="4028" marR="4028" marT="40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E2F0D9"/>
                    </a:solidFill>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82568562"/>
                  </a:ext>
                </a:extLst>
              </a:tr>
            </a:tbl>
          </a:graphicData>
        </a:graphic>
      </p:graphicFrame>
      <p:sp>
        <p:nvSpPr>
          <p:cNvPr id="5" name="TextBox 4">
            <a:extLst>
              <a:ext uri="{FF2B5EF4-FFF2-40B4-BE49-F238E27FC236}">
                <a16:creationId xmlns:a16="http://schemas.microsoft.com/office/drawing/2014/main" id="{2E683185-FF6D-42A8-8964-00E3261D7282}"/>
              </a:ext>
            </a:extLst>
          </p:cNvPr>
          <p:cNvSpPr txBox="1"/>
          <p:nvPr/>
        </p:nvSpPr>
        <p:spPr>
          <a:xfrm>
            <a:off x="2648372" y="548680"/>
            <a:ext cx="6759996" cy="400110"/>
          </a:xfrm>
          <a:prstGeom prst="rect">
            <a:avLst/>
          </a:prstGeom>
          <a:noFill/>
        </p:spPr>
        <p:txBody>
          <a:bodyPr wrap="square" rtlCol="0">
            <a:spAutoFit/>
          </a:bodyPr>
          <a:lstStyle/>
          <a:p>
            <a:pPr algn="ctr" fontAlgn="base">
              <a:spcBef>
                <a:spcPct val="0"/>
              </a:spcBef>
              <a:spcAft>
                <a:spcPct val="0"/>
              </a:spcAft>
            </a:pPr>
            <a:r>
              <a:rPr lang="en-US" sz="2000" b="1" kern="0">
                <a:solidFill>
                  <a:schemeClr val="accent6">
                    <a:lumMod val="50000"/>
                  </a:schemeClr>
                </a:solidFill>
                <a:latin typeface="Times New Roman" pitchFamily="18" charset="0"/>
                <a:cs typeface="Times New Roman" pitchFamily="18" charset="0"/>
              </a:rPr>
              <a:t>1. KẾ HOẠCH  DỪNG GIÀN ĐỂ BDSC</a:t>
            </a:r>
            <a:endParaRPr lang="en-US" sz="2000" b="1" dirty="0">
              <a:solidFill>
                <a:schemeClr val="accent6">
                  <a:lumMod val="50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34239470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B86EF9C6-0CEC-42E7-B799-1FC5A310D6B4}"/>
              </a:ext>
            </a:extLst>
          </p:cNvPr>
          <p:cNvGraphicFramePr>
            <a:graphicFrameLocks noGrp="1"/>
          </p:cNvGraphicFramePr>
          <p:nvPr>
            <p:extLst>
              <p:ext uri="{D42A27DB-BD31-4B8C-83A1-F6EECF244321}">
                <p14:modId xmlns:p14="http://schemas.microsoft.com/office/powerpoint/2010/main" val="1763627970"/>
              </p:ext>
            </p:extLst>
          </p:nvPr>
        </p:nvGraphicFramePr>
        <p:xfrm>
          <a:off x="551384" y="1484784"/>
          <a:ext cx="11377263" cy="5184572"/>
        </p:xfrm>
        <a:graphic>
          <a:graphicData uri="http://schemas.openxmlformats.org/drawingml/2006/table">
            <a:tbl>
              <a:tblPr firstRow="1" bandRow="1">
                <a:tableStyleId>{912C8C85-51F0-491E-9774-3900AFEF0FD7}</a:tableStyleId>
              </a:tblPr>
              <a:tblGrid>
                <a:gridCol w="707879">
                  <a:extLst>
                    <a:ext uri="{9D8B030D-6E8A-4147-A177-3AD203B41FA5}">
                      <a16:colId xmlns:a16="http://schemas.microsoft.com/office/drawing/2014/main" val="2896689848"/>
                    </a:ext>
                  </a:extLst>
                </a:gridCol>
                <a:gridCol w="7275253">
                  <a:extLst>
                    <a:ext uri="{9D8B030D-6E8A-4147-A177-3AD203B41FA5}">
                      <a16:colId xmlns:a16="http://schemas.microsoft.com/office/drawing/2014/main" val="2028596564"/>
                    </a:ext>
                  </a:extLst>
                </a:gridCol>
                <a:gridCol w="3394131">
                  <a:extLst>
                    <a:ext uri="{9D8B030D-6E8A-4147-A177-3AD203B41FA5}">
                      <a16:colId xmlns:a16="http://schemas.microsoft.com/office/drawing/2014/main" val="4182745002"/>
                    </a:ext>
                  </a:extLst>
                </a:gridCol>
              </a:tblGrid>
              <a:tr h="445028">
                <a:tc>
                  <a:txBody>
                    <a:bodyPr/>
                    <a:lstStyle/>
                    <a:p>
                      <a:pPr algn="ctr"/>
                      <a:r>
                        <a:rPr lang="en-US" sz="2200">
                          <a:latin typeface="Times New Roman" panose="02020603050405020304" pitchFamily="18" charset="0"/>
                          <a:cs typeface="Times New Roman" panose="02020603050405020304" pitchFamily="18" charset="0"/>
                        </a:rPr>
                        <a:t>TT</a:t>
                      </a:r>
                      <a:endParaRPr lang="LID4096" sz="2200" b="1" dirty="0">
                        <a:latin typeface="Times New Roman" panose="02020603050405020304" pitchFamily="18" charset="0"/>
                        <a:cs typeface="Times New Roman" panose="02020603050405020304" pitchFamily="18" charset="0"/>
                      </a:endParaRPr>
                    </a:p>
                  </a:txBody>
                  <a:tcPr/>
                </a:tc>
                <a:tc>
                  <a:txBody>
                    <a:bodyPr/>
                    <a:lstStyle/>
                    <a:p>
                      <a:pPr algn="ctr"/>
                      <a:r>
                        <a:rPr lang="en-US" sz="2200" dirty="0" err="1">
                          <a:latin typeface="Times New Roman" panose="02020603050405020304" pitchFamily="18" charset="0"/>
                          <a:cs typeface="Times New Roman" panose="02020603050405020304" pitchFamily="18" charset="0"/>
                        </a:rPr>
                        <a:t>Công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việc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thực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hiện</a:t>
                      </a:r>
                      <a:endParaRPr lang="LID4096" sz="2200" b="1" dirty="0">
                        <a:latin typeface="Times New Roman" panose="02020603050405020304" pitchFamily="18" charset="0"/>
                        <a:cs typeface="Times New Roman" panose="02020603050405020304" pitchFamily="18" charset="0"/>
                      </a:endParaRPr>
                    </a:p>
                  </a:txBody>
                  <a:tcPr/>
                </a:tc>
                <a:tc>
                  <a:txBody>
                    <a:bodyPr/>
                    <a:lstStyle/>
                    <a:p>
                      <a:pPr algn="ctr"/>
                      <a:r>
                        <a:rPr lang="en-US" sz="2200" dirty="0" err="1">
                          <a:latin typeface="Times New Roman" panose="02020603050405020304" pitchFamily="18" charset="0"/>
                          <a:cs typeface="Times New Roman" panose="02020603050405020304" pitchFamily="18" charset="0"/>
                        </a:rPr>
                        <a:t>Thời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điểm</a:t>
                      </a:r>
                      <a:endParaRPr lang="LID4096" sz="22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72111460"/>
                  </a:ext>
                </a:extLst>
              </a:tr>
              <a:tr h="526616">
                <a:tc>
                  <a:txBody>
                    <a:bodyPr/>
                    <a:lstStyle/>
                    <a:p>
                      <a:pPr algn="ctr"/>
                      <a:r>
                        <a:rPr lang="en-US" b="0" dirty="0">
                          <a:solidFill>
                            <a:schemeClr val="accent6">
                              <a:lumMod val="50000"/>
                            </a:schemeClr>
                          </a:solidFill>
                          <a:latin typeface="Times New Roman" panose="02020603050405020304" pitchFamily="18" charset="0"/>
                          <a:cs typeface="Times New Roman" panose="02020603050405020304" pitchFamily="18" charset="0"/>
                        </a:rPr>
                        <a:t>1</a:t>
                      </a:r>
                    </a:p>
                  </a:txBody>
                  <a:tcPr/>
                </a:tc>
                <a:tc>
                  <a:txBody>
                    <a:bodyPr/>
                    <a:lstStyle/>
                    <a:p>
                      <a:r>
                        <a:rPr lang="en-US" b="0" strike="noStrike" dirty="0">
                          <a:solidFill>
                            <a:schemeClr val="accent6">
                              <a:lumMod val="50000"/>
                            </a:schemeClr>
                          </a:solidFill>
                          <a:latin typeface="Times New Roman" panose="02020603050405020304" pitchFamily="18" charset="0"/>
                          <a:cs typeface="Times New Roman" panose="02020603050405020304" pitchFamily="18" charset="0"/>
                        </a:rPr>
                        <a:t>Thông </a:t>
                      </a:r>
                      <a:r>
                        <a:rPr lang="en-US" b="0" strike="noStrike" dirty="0" err="1">
                          <a:solidFill>
                            <a:schemeClr val="accent6">
                              <a:lumMod val="50000"/>
                            </a:schemeClr>
                          </a:solidFill>
                          <a:latin typeface="Times New Roman" panose="02020603050405020304" pitchFamily="18" charset="0"/>
                          <a:cs typeface="Times New Roman" panose="02020603050405020304" pitchFamily="18" charset="0"/>
                        </a:rPr>
                        <a:t>báo</a:t>
                      </a:r>
                      <a:r>
                        <a:rPr lang="en-US" b="0" strike="noStrike" dirty="0">
                          <a:solidFill>
                            <a:schemeClr val="accent6">
                              <a:lumMod val="50000"/>
                            </a:schemeClr>
                          </a:solidFill>
                          <a:latin typeface="Times New Roman" panose="02020603050405020304" pitchFamily="18" charset="0"/>
                          <a:cs typeface="Times New Roman" panose="02020603050405020304" pitchFamily="18" charset="0"/>
                        </a:rPr>
                        <a:t> </a:t>
                      </a:r>
                      <a:r>
                        <a:rPr lang="en-US" b="0" strike="noStrike" dirty="0" err="1">
                          <a:solidFill>
                            <a:schemeClr val="accent6">
                              <a:lumMod val="50000"/>
                            </a:schemeClr>
                          </a:solidFill>
                          <a:latin typeface="Times New Roman" panose="02020603050405020304" pitchFamily="18" charset="0"/>
                          <a:cs typeface="Times New Roman" panose="02020603050405020304" pitchFamily="18" charset="0"/>
                        </a:rPr>
                        <a:t>dừng</a:t>
                      </a:r>
                      <a:r>
                        <a:rPr lang="en-US" b="0" strike="noStrike" dirty="0">
                          <a:solidFill>
                            <a:schemeClr val="accent6">
                              <a:lumMod val="50000"/>
                            </a:schemeClr>
                          </a:solidFill>
                          <a:latin typeface="Times New Roman" panose="02020603050405020304" pitchFamily="18" charset="0"/>
                          <a:cs typeface="Times New Roman" panose="02020603050405020304" pitchFamily="18" charset="0"/>
                        </a:rPr>
                        <a:t> </a:t>
                      </a:r>
                      <a:r>
                        <a:rPr lang="en-US" b="0" strike="noStrike" dirty="0" err="1">
                          <a:solidFill>
                            <a:schemeClr val="accent6">
                              <a:lumMod val="50000"/>
                            </a:schemeClr>
                          </a:solidFill>
                          <a:latin typeface="Times New Roman" panose="02020603050405020304" pitchFamily="18" charset="0"/>
                          <a:cs typeface="Times New Roman" panose="02020603050405020304" pitchFamily="18" charset="0"/>
                        </a:rPr>
                        <a:t>giàn</a:t>
                      </a:r>
                      <a:endParaRPr lang="LID4096" b="0" strike="noStrike" dirty="0">
                        <a:solidFill>
                          <a:schemeClr val="accent6">
                            <a:lumMod val="50000"/>
                          </a:schemeClr>
                        </a:solidFill>
                        <a:latin typeface="Times New Roman" panose="02020603050405020304" pitchFamily="18" charset="0"/>
                        <a:cs typeface="Times New Roman" panose="02020603050405020304" pitchFamily="18" charset="0"/>
                      </a:endParaRPr>
                    </a:p>
                  </a:txBody>
                  <a:tcPr/>
                </a:tc>
                <a:tc>
                  <a:txBody>
                    <a:bodyPr/>
                    <a:lstStyle/>
                    <a:p>
                      <a:pPr algn="ctr"/>
                      <a:r>
                        <a:rPr lang="en-US" b="0" strike="noStrike" dirty="0">
                          <a:solidFill>
                            <a:schemeClr val="accent6">
                              <a:lumMod val="50000"/>
                            </a:schemeClr>
                          </a:solidFill>
                          <a:latin typeface="Times New Roman" panose="02020603050405020304" pitchFamily="18" charset="0"/>
                          <a:cs typeface="Times New Roman" panose="02020603050405020304" pitchFamily="18" charset="0"/>
                        </a:rPr>
                        <a:t>4h </a:t>
                      </a:r>
                      <a:r>
                        <a:rPr lang="en-US" b="0" strike="noStrike" dirty="0" err="1">
                          <a:solidFill>
                            <a:schemeClr val="accent6">
                              <a:lumMod val="50000"/>
                            </a:schemeClr>
                          </a:solidFill>
                          <a:latin typeface="Times New Roman" panose="02020603050405020304" pitchFamily="18" charset="0"/>
                          <a:cs typeface="Times New Roman" panose="02020603050405020304" pitchFamily="18" charset="0"/>
                        </a:rPr>
                        <a:t>sáng</a:t>
                      </a:r>
                      <a:r>
                        <a:rPr lang="en-US" b="0" strike="noStrike" dirty="0">
                          <a:solidFill>
                            <a:schemeClr val="accent6">
                              <a:lumMod val="50000"/>
                            </a:schemeClr>
                          </a:solidFill>
                          <a:latin typeface="Times New Roman" panose="02020603050405020304" pitchFamily="18" charset="0"/>
                          <a:cs typeface="Times New Roman" panose="02020603050405020304" pitchFamily="18" charset="0"/>
                        </a:rPr>
                        <a:t> 15/10/26</a:t>
                      </a:r>
                      <a:endParaRPr lang="LID4096" b="0" strike="noStrike" dirty="0">
                        <a:solidFill>
                          <a:schemeClr val="accent6">
                            <a:lumMod val="50000"/>
                          </a:schemeClr>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18361259"/>
                  </a:ext>
                </a:extLst>
              </a:tr>
              <a:tr h="526616">
                <a:tc>
                  <a:txBody>
                    <a:bodyPr/>
                    <a:lstStyle/>
                    <a:p>
                      <a:pPr algn="ctr"/>
                      <a:r>
                        <a:rPr lang="en-US" b="0" dirty="0">
                          <a:solidFill>
                            <a:schemeClr val="accent6">
                              <a:lumMod val="50000"/>
                            </a:schemeClr>
                          </a:solidFill>
                          <a:latin typeface="Times New Roman" panose="02020603050405020304" pitchFamily="18" charset="0"/>
                          <a:cs typeface="Times New Roman" panose="02020603050405020304" pitchFamily="18" charset="0"/>
                        </a:rPr>
                        <a:t>2</a:t>
                      </a:r>
                    </a:p>
                  </a:txBody>
                  <a:tcPr/>
                </a:tc>
                <a:tc>
                  <a:txBody>
                    <a:bodyPr/>
                    <a:lstStyle/>
                    <a:p>
                      <a:r>
                        <a:rPr lang="en-US" b="0" strike="noStrike" dirty="0">
                          <a:solidFill>
                            <a:schemeClr val="accent6">
                              <a:lumMod val="50000"/>
                            </a:schemeClr>
                          </a:solidFill>
                          <a:latin typeface="Times New Roman" panose="02020603050405020304" pitchFamily="18" charset="0"/>
                          <a:cs typeface="Times New Roman" panose="02020603050405020304" pitchFamily="18" charset="0"/>
                        </a:rPr>
                        <a:t>Ra </a:t>
                      </a:r>
                      <a:r>
                        <a:rPr lang="en-US" b="0" strike="noStrike" dirty="0" err="1">
                          <a:solidFill>
                            <a:schemeClr val="accent6">
                              <a:lumMod val="50000"/>
                            </a:schemeClr>
                          </a:solidFill>
                          <a:latin typeface="Times New Roman" panose="02020603050405020304" pitchFamily="18" charset="0"/>
                          <a:cs typeface="Times New Roman" panose="02020603050405020304" pitchFamily="18" charset="0"/>
                        </a:rPr>
                        <a:t>tải</a:t>
                      </a:r>
                      <a:r>
                        <a:rPr lang="en-US" b="0" strike="noStrike" dirty="0">
                          <a:solidFill>
                            <a:schemeClr val="accent6">
                              <a:lumMod val="50000"/>
                            </a:schemeClr>
                          </a:solidFill>
                          <a:latin typeface="Times New Roman" panose="02020603050405020304" pitchFamily="18" charset="0"/>
                          <a:cs typeface="Times New Roman" panose="02020603050405020304" pitchFamily="18" charset="0"/>
                        </a:rPr>
                        <a:t> </a:t>
                      </a:r>
                      <a:r>
                        <a:rPr lang="en-US" b="0" strike="noStrike" dirty="0" err="1">
                          <a:solidFill>
                            <a:schemeClr val="accent6">
                              <a:lumMod val="50000"/>
                            </a:schemeClr>
                          </a:solidFill>
                          <a:latin typeface="Times New Roman" panose="02020603050405020304" pitchFamily="18" charset="0"/>
                          <a:cs typeface="Times New Roman" panose="02020603050405020304" pitchFamily="18" charset="0"/>
                        </a:rPr>
                        <a:t>các</a:t>
                      </a:r>
                      <a:r>
                        <a:rPr lang="en-US" b="0" strike="noStrike" dirty="0">
                          <a:solidFill>
                            <a:schemeClr val="accent6">
                              <a:lumMod val="50000"/>
                            </a:schemeClr>
                          </a:solidFill>
                          <a:latin typeface="Times New Roman" panose="02020603050405020304" pitchFamily="18" charset="0"/>
                          <a:cs typeface="Times New Roman" panose="02020603050405020304" pitchFamily="18" charset="0"/>
                        </a:rPr>
                        <a:t> </a:t>
                      </a:r>
                      <a:r>
                        <a:rPr lang="en-US" b="0" strike="noStrike" dirty="0" err="1">
                          <a:solidFill>
                            <a:schemeClr val="accent6">
                              <a:lumMod val="50000"/>
                            </a:schemeClr>
                          </a:solidFill>
                          <a:latin typeface="Times New Roman" panose="02020603050405020304" pitchFamily="18" charset="0"/>
                          <a:cs typeface="Times New Roman" panose="02020603050405020304" pitchFamily="18" charset="0"/>
                        </a:rPr>
                        <a:t>máy</a:t>
                      </a:r>
                      <a:r>
                        <a:rPr lang="en-US" b="0" strike="noStrike" dirty="0">
                          <a:solidFill>
                            <a:schemeClr val="accent6">
                              <a:lumMod val="50000"/>
                            </a:schemeClr>
                          </a:solidFill>
                          <a:latin typeface="Times New Roman" panose="02020603050405020304" pitchFamily="18" charset="0"/>
                          <a:cs typeface="Times New Roman" panose="02020603050405020304" pitchFamily="18" charset="0"/>
                        </a:rPr>
                        <a:t>, </a:t>
                      </a:r>
                      <a:r>
                        <a:rPr lang="en-US" b="0" strike="noStrike" dirty="0" err="1">
                          <a:solidFill>
                            <a:schemeClr val="accent6">
                              <a:lumMod val="50000"/>
                            </a:schemeClr>
                          </a:solidFill>
                          <a:latin typeface="Times New Roman" panose="02020603050405020304" pitchFamily="18" charset="0"/>
                          <a:cs typeface="Times New Roman" panose="02020603050405020304" pitchFamily="18" charset="0"/>
                        </a:rPr>
                        <a:t>xả</a:t>
                      </a:r>
                      <a:r>
                        <a:rPr lang="en-US" b="0" strike="noStrike" dirty="0">
                          <a:solidFill>
                            <a:schemeClr val="accent6">
                              <a:lumMod val="50000"/>
                            </a:schemeClr>
                          </a:solidFill>
                          <a:latin typeface="Times New Roman" panose="02020603050405020304" pitchFamily="18" charset="0"/>
                          <a:cs typeface="Times New Roman" panose="02020603050405020304" pitchFamily="18" charset="0"/>
                        </a:rPr>
                        <a:t> </a:t>
                      </a:r>
                      <a:r>
                        <a:rPr lang="en-US" b="0" strike="noStrike" dirty="0" err="1">
                          <a:solidFill>
                            <a:schemeClr val="accent6">
                              <a:lumMod val="50000"/>
                            </a:schemeClr>
                          </a:solidFill>
                          <a:latin typeface="Times New Roman" panose="02020603050405020304" pitchFamily="18" charset="0"/>
                          <a:cs typeface="Times New Roman" panose="02020603050405020304" pitchFamily="18" charset="0"/>
                        </a:rPr>
                        <a:t>lỏng</a:t>
                      </a:r>
                      <a:r>
                        <a:rPr lang="en-US" b="0" strike="noStrike" dirty="0">
                          <a:solidFill>
                            <a:schemeClr val="accent6">
                              <a:lumMod val="50000"/>
                            </a:schemeClr>
                          </a:solidFill>
                          <a:latin typeface="Times New Roman" panose="02020603050405020304" pitchFamily="18" charset="0"/>
                          <a:cs typeface="Times New Roman" panose="02020603050405020304" pitchFamily="18" charset="0"/>
                        </a:rPr>
                        <a:t>, </a:t>
                      </a:r>
                      <a:r>
                        <a:rPr lang="en-US" b="0" strike="noStrike" dirty="0" err="1">
                          <a:solidFill>
                            <a:schemeClr val="accent6">
                              <a:lumMod val="50000"/>
                            </a:schemeClr>
                          </a:solidFill>
                          <a:latin typeface="Times New Roman" panose="02020603050405020304" pitchFamily="18" charset="0"/>
                          <a:cs typeface="Times New Roman" panose="02020603050405020304" pitchFamily="18" charset="0"/>
                        </a:rPr>
                        <a:t>xả</a:t>
                      </a:r>
                      <a:r>
                        <a:rPr lang="en-US" b="0" strike="noStrike" dirty="0">
                          <a:solidFill>
                            <a:schemeClr val="accent6">
                              <a:lumMod val="50000"/>
                            </a:schemeClr>
                          </a:solidFill>
                          <a:latin typeface="Times New Roman" panose="02020603050405020304" pitchFamily="18" charset="0"/>
                          <a:cs typeface="Times New Roman" panose="02020603050405020304" pitchFamily="18" charset="0"/>
                        </a:rPr>
                        <a:t> </a:t>
                      </a:r>
                      <a:r>
                        <a:rPr lang="en-US" b="0" strike="noStrike" dirty="0" err="1">
                          <a:solidFill>
                            <a:schemeClr val="accent6">
                              <a:lumMod val="50000"/>
                            </a:schemeClr>
                          </a:solidFill>
                          <a:latin typeface="Times New Roman" panose="02020603050405020304" pitchFamily="18" charset="0"/>
                          <a:cs typeface="Times New Roman" panose="02020603050405020304" pitchFamily="18" charset="0"/>
                        </a:rPr>
                        <a:t>áp</a:t>
                      </a:r>
                      <a:endParaRPr lang="LID4096" b="0" strike="noStrike" dirty="0">
                        <a:solidFill>
                          <a:schemeClr val="accent6">
                            <a:lumMod val="50000"/>
                          </a:schemeClr>
                        </a:solidFill>
                        <a:latin typeface="Times New Roman" panose="02020603050405020304" pitchFamily="18" charset="0"/>
                        <a:cs typeface="Times New Roman" panose="02020603050405020304" pitchFamily="18" charset="0"/>
                      </a:endParaRPr>
                    </a:p>
                  </a:txBody>
                  <a:tcPr/>
                </a:tc>
                <a:tc>
                  <a:txBody>
                    <a:bodyPr/>
                    <a:lstStyle/>
                    <a:p>
                      <a:pPr algn="ctr"/>
                      <a:r>
                        <a:rPr lang="en-US" b="0" strike="noStrike" dirty="0" err="1">
                          <a:solidFill>
                            <a:schemeClr val="accent6">
                              <a:lumMod val="50000"/>
                            </a:schemeClr>
                          </a:solidFill>
                          <a:latin typeface="Times New Roman" panose="02020603050405020304" pitchFamily="18" charset="0"/>
                          <a:cs typeface="Times New Roman" panose="02020603050405020304" pitchFamily="18" charset="0"/>
                        </a:rPr>
                        <a:t>5h</a:t>
                      </a:r>
                      <a:r>
                        <a:rPr lang="en-US" b="0" strike="noStrike" dirty="0">
                          <a:solidFill>
                            <a:schemeClr val="accent6">
                              <a:lumMod val="50000"/>
                            </a:schemeClr>
                          </a:solidFill>
                          <a:latin typeface="Times New Roman" panose="02020603050405020304" pitchFamily="18" charset="0"/>
                          <a:cs typeface="Times New Roman" panose="02020603050405020304" pitchFamily="18" charset="0"/>
                        </a:rPr>
                        <a:t> </a:t>
                      </a:r>
                      <a:r>
                        <a:rPr lang="en-US" b="0" strike="noStrike" dirty="0" err="1">
                          <a:solidFill>
                            <a:schemeClr val="accent6">
                              <a:lumMod val="50000"/>
                            </a:schemeClr>
                          </a:solidFill>
                          <a:latin typeface="Times New Roman" panose="02020603050405020304" pitchFamily="18" charset="0"/>
                          <a:cs typeface="Times New Roman" panose="02020603050405020304" pitchFamily="18" charset="0"/>
                        </a:rPr>
                        <a:t>sáng</a:t>
                      </a:r>
                      <a:r>
                        <a:rPr lang="en-US" b="0" strike="noStrike" dirty="0">
                          <a:solidFill>
                            <a:schemeClr val="accent6">
                              <a:lumMod val="50000"/>
                            </a:schemeClr>
                          </a:solidFill>
                          <a:latin typeface="Times New Roman" panose="02020603050405020304" pitchFamily="18" charset="0"/>
                          <a:cs typeface="Times New Roman" panose="02020603050405020304" pitchFamily="18" charset="0"/>
                        </a:rPr>
                        <a:t> 15/10/26</a:t>
                      </a:r>
                      <a:endParaRPr lang="LID4096" b="0" strike="noStrike" dirty="0">
                        <a:solidFill>
                          <a:schemeClr val="accent6">
                            <a:lumMod val="50000"/>
                          </a:schemeClr>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8253907"/>
                  </a:ext>
                </a:extLst>
              </a:tr>
              <a:tr h="526616">
                <a:tc>
                  <a:txBody>
                    <a:bodyPr/>
                    <a:lstStyle/>
                    <a:p>
                      <a:pPr algn="ctr"/>
                      <a:r>
                        <a:rPr lang="en-US" b="0" dirty="0">
                          <a:solidFill>
                            <a:schemeClr val="accent6">
                              <a:lumMod val="50000"/>
                            </a:schemeClr>
                          </a:solidFill>
                          <a:latin typeface="Times New Roman" panose="02020603050405020304" pitchFamily="18" charset="0"/>
                          <a:cs typeface="Times New Roman" panose="02020603050405020304" pitchFamily="18" charset="0"/>
                        </a:rPr>
                        <a:t>2</a:t>
                      </a:r>
                      <a:endParaRPr lang="LID4096" b="0" dirty="0">
                        <a:solidFill>
                          <a:schemeClr val="accent6">
                            <a:lumMod val="50000"/>
                          </a:schemeClr>
                        </a:solidFill>
                        <a:latin typeface="Times New Roman" panose="02020603050405020304" pitchFamily="18" charset="0"/>
                        <a:cs typeface="Times New Roman" panose="02020603050405020304" pitchFamily="18" charset="0"/>
                      </a:endParaRPr>
                    </a:p>
                  </a:txBody>
                  <a:tcPr/>
                </a:tc>
                <a:tc>
                  <a:txBody>
                    <a:bodyPr/>
                    <a:lstStyle/>
                    <a:p>
                      <a:r>
                        <a:rPr lang="en-US" b="0" strike="noStrike" dirty="0" err="1">
                          <a:solidFill>
                            <a:schemeClr val="accent6">
                              <a:lumMod val="50000"/>
                            </a:schemeClr>
                          </a:solidFill>
                          <a:latin typeface="Times New Roman" panose="02020603050405020304" pitchFamily="18" charset="0"/>
                          <a:cs typeface="Times New Roman" panose="02020603050405020304" pitchFamily="18" charset="0"/>
                        </a:rPr>
                        <a:t>Đặt</a:t>
                      </a:r>
                      <a:r>
                        <a:rPr lang="en-US" b="0" strike="noStrike" dirty="0">
                          <a:solidFill>
                            <a:schemeClr val="accent6">
                              <a:lumMod val="50000"/>
                            </a:schemeClr>
                          </a:solidFill>
                          <a:latin typeface="Times New Roman" panose="02020603050405020304" pitchFamily="18" charset="0"/>
                          <a:cs typeface="Times New Roman" panose="02020603050405020304" pitchFamily="18" charset="0"/>
                        </a:rPr>
                        <a:t> </a:t>
                      </a:r>
                      <a:r>
                        <a:rPr lang="en-US" b="0" strike="noStrike" dirty="0" err="1">
                          <a:solidFill>
                            <a:schemeClr val="accent6">
                              <a:lumMod val="50000"/>
                            </a:schemeClr>
                          </a:solidFill>
                          <a:latin typeface="Times New Roman" panose="02020603050405020304" pitchFamily="18" charset="0"/>
                          <a:cs typeface="Times New Roman" panose="02020603050405020304" pitchFamily="18" charset="0"/>
                        </a:rPr>
                        <a:t>mặt</a:t>
                      </a:r>
                      <a:r>
                        <a:rPr lang="en-US" b="0" strike="noStrike" baseline="0" dirty="0">
                          <a:solidFill>
                            <a:schemeClr val="accent6">
                              <a:lumMod val="50000"/>
                            </a:schemeClr>
                          </a:solidFill>
                          <a:latin typeface="Times New Roman" panose="02020603050405020304" pitchFamily="18" charset="0"/>
                          <a:cs typeface="Times New Roman" panose="02020603050405020304" pitchFamily="18" charset="0"/>
                        </a:rPr>
                        <a:t> </a:t>
                      </a:r>
                      <a:r>
                        <a:rPr lang="en-US" b="0" strike="noStrike" dirty="0" err="1">
                          <a:solidFill>
                            <a:schemeClr val="accent6">
                              <a:lumMod val="50000"/>
                            </a:schemeClr>
                          </a:solidFill>
                          <a:latin typeface="Times New Roman" panose="02020603050405020304" pitchFamily="18" charset="0"/>
                          <a:cs typeface="Times New Roman" panose="02020603050405020304" pitchFamily="18" charset="0"/>
                        </a:rPr>
                        <a:t>chặn</a:t>
                      </a:r>
                      <a:r>
                        <a:rPr lang="en-US" b="0" strike="noStrike" dirty="0">
                          <a:solidFill>
                            <a:schemeClr val="accent6">
                              <a:lumMod val="50000"/>
                            </a:schemeClr>
                          </a:solidFill>
                          <a:latin typeface="Times New Roman" panose="02020603050405020304" pitchFamily="18" charset="0"/>
                          <a:cs typeface="Times New Roman" panose="02020603050405020304" pitchFamily="18" charset="0"/>
                        </a:rPr>
                        <a:t> </a:t>
                      </a:r>
                      <a:endParaRPr lang="LID4096" b="0" strike="noStrike" dirty="0">
                        <a:solidFill>
                          <a:schemeClr val="accent6">
                            <a:lumMod val="50000"/>
                          </a:schemeClr>
                        </a:solidFill>
                        <a:latin typeface="Times New Roman" panose="02020603050405020304" pitchFamily="18" charset="0"/>
                        <a:cs typeface="Times New Roman" panose="02020603050405020304" pitchFamily="18" charset="0"/>
                      </a:endParaRPr>
                    </a:p>
                  </a:txBody>
                  <a:tcPr/>
                </a:tc>
                <a:tc>
                  <a:txBody>
                    <a:bodyPr/>
                    <a:lstStyle/>
                    <a:p>
                      <a:pPr algn="ctr"/>
                      <a:r>
                        <a:rPr lang="en-US" b="0" strike="noStrike" dirty="0" err="1">
                          <a:solidFill>
                            <a:schemeClr val="accent6">
                              <a:lumMod val="50000"/>
                            </a:schemeClr>
                          </a:solidFill>
                          <a:latin typeface="Times New Roman" panose="02020603050405020304" pitchFamily="18" charset="0"/>
                          <a:cs typeface="Times New Roman" panose="02020603050405020304" pitchFamily="18" charset="0"/>
                        </a:rPr>
                        <a:t>7h00</a:t>
                      </a:r>
                      <a:r>
                        <a:rPr lang="en-US" b="0" strike="noStrike" dirty="0">
                          <a:solidFill>
                            <a:schemeClr val="accent6">
                              <a:lumMod val="50000"/>
                            </a:schemeClr>
                          </a:solidFill>
                          <a:latin typeface="Times New Roman" panose="02020603050405020304" pitchFamily="18" charset="0"/>
                          <a:cs typeface="Times New Roman" panose="02020603050405020304" pitchFamily="18" charset="0"/>
                        </a:rPr>
                        <a:t> </a:t>
                      </a:r>
                      <a:r>
                        <a:rPr lang="en-US" b="0" strike="noStrike" dirty="0" err="1">
                          <a:solidFill>
                            <a:schemeClr val="accent6">
                              <a:lumMod val="50000"/>
                            </a:schemeClr>
                          </a:solidFill>
                          <a:latin typeface="Times New Roman" panose="02020603050405020304" pitchFamily="18" charset="0"/>
                          <a:cs typeface="Times New Roman" panose="02020603050405020304" pitchFamily="18" charset="0"/>
                        </a:rPr>
                        <a:t>sáng</a:t>
                      </a:r>
                      <a:r>
                        <a:rPr lang="en-US" b="0" strike="noStrike" dirty="0">
                          <a:solidFill>
                            <a:schemeClr val="accent6">
                              <a:lumMod val="50000"/>
                            </a:schemeClr>
                          </a:solidFill>
                          <a:latin typeface="Times New Roman" panose="02020603050405020304" pitchFamily="18" charset="0"/>
                          <a:cs typeface="Times New Roman" panose="02020603050405020304" pitchFamily="18" charset="0"/>
                        </a:rPr>
                        <a:t> 15/10/26</a:t>
                      </a:r>
                      <a:endParaRPr lang="LID4096" b="0" strike="noStrike" dirty="0">
                        <a:solidFill>
                          <a:schemeClr val="accent6">
                            <a:lumMod val="50000"/>
                          </a:schemeClr>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72913091"/>
                  </a:ext>
                </a:extLst>
              </a:tr>
              <a:tr h="526616">
                <a:tc>
                  <a:txBody>
                    <a:bodyPr/>
                    <a:lstStyle/>
                    <a:p>
                      <a:pPr algn="ctr"/>
                      <a:r>
                        <a:rPr lang="en-US" b="0" dirty="0">
                          <a:solidFill>
                            <a:schemeClr val="accent6">
                              <a:lumMod val="50000"/>
                            </a:schemeClr>
                          </a:solidFill>
                          <a:latin typeface="Times New Roman" panose="02020603050405020304" pitchFamily="18" charset="0"/>
                          <a:cs typeface="Times New Roman" panose="02020603050405020304" pitchFamily="18" charset="0"/>
                        </a:rPr>
                        <a:t>4</a:t>
                      </a:r>
                      <a:endParaRPr lang="LID4096" b="0" dirty="0">
                        <a:solidFill>
                          <a:schemeClr val="accent6">
                            <a:lumMod val="50000"/>
                          </a:schemeClr>
                        </a:solidFill>
                        <a:latin typeface="Times New Roman" panose="02020603050405020304" pitchFamily="18" charset="0"/>
                        <a:cs typeface="Times New Roman" panose="02020603050405020304" pitchFamily="18" charset="0"/>
                      </a:endParaRPr>
                    </a:p>
                  </a:txBody>
                  <a:tcPr/>
                </a:tc>
                <a:tc>
                  <a:txBody>
                    <a:bodyPr/>
                    <a:lstStyle/>
                    <a:p>
                      <a:r>
                        <a:rPr lang="en-US" b="0" strike="noStrike" dirty="0" err="1">
                          <a:solidFill>
                            <a:schemeClr val="accent6">
                              <a:lumMod val="50000"/>
                            </a:schemeClr>
                          </a:solidFill>
                          <a:latin typeface="Times New Roman" panose="02020603050405020304" pitchFamily="18" charset="0"/>
                          <a:cs typeface="Times New Roman" panose="02020603050405020304" pitchFamily="18" charset="0"/>
                        </a:rPr>
                        <a:t>Bàn</a:t>
                      </a:r>
                      <a:r>
                        <a:rPr lang="en-US" b="0" strike="noStrike" dirty="0">
                          <a:solidFill>
                            <a:schemeClr val="accent6">
                              <a:lumMod val="50000"/>
                            </a:schemeClr>
                          </a:solidFill>
                          <a:latin typeface="Times New Roman" panose="02020603050405020304" pitchFamily="18" charset="0"/>
                          <a:cs typeface="Times New Roman" panose="02020603050405020304" pitchFamily="18" charset="0"/>
                        </a:rPr>
                        <a:t> </a:t>
                      </a:r>
                      <a:r>
                        <a:rPr lang="en-US" b="0" strike="noStrike" dirty="0" err="1">
                          <a:solidFill>
                            <a:schemeClr val="accent6">
                              <a:lumMod val="50000"/>
                            </a:schemeClr>
                          </a:solidFill>
                          <a:latin typeface="Times New Roman" panose="02020603050405020304" pitchFamily="18" charset="0"/>
                          <a:cs typeface="Times New Roman" panose="02020603050405020304" pitchFamily="18" charset="0"/>
                        </a:rPr>
                        <a:t>giao</a:t>
                      </a:r>
                      <a:r>
                        <a:rPr lang="en-US" b="0" strike="noStrike" dirty="0">
                          <a:solidFill>
                            <a:schemeClr val="accent6">
                              <a:lumMod val="50000"/>
                            </a:schemeClr>
                          </a:solidFill>
                          <a:latin typeface="Times New Roman" panose="02020603050405020304" pitchFamily="18" charset="0"/>
                          <a:cs typeface="Times New Roman" panose="02020603050405020304" pitchFamily="18" charset="0"/>
                        </a:rPr>
                        <a:t> </a:t>
                      </a:r>
                      <a:r>
                        <a:rPr lang="en-US" b="0" strike="noStrike" dirty="0" err="1">
                          <a:solidFill>
                            <a:schemeClr val="accent6">
                              <a:lumMod val="50000"/>
                            </a:schemeClr>
                          </a:solidFill>
                          <a:latin typeface="Times New Roman" panose="02020603050405020304" pitchFamily="18" charset="0"/>
                          <a:cs typeface="Times New Roman" panose="02020603050405020304" pitchFamily="18" charset="0"/>
                        </a:rPr>
                        <a:t>các</a:t>
                      </a:r>
                      <a:r>
                        <a:rPr lang="en-US" b="0" strike="noStrike" dirty="0">
                          <a:solidFill>
                            <a:schemeClr val="accent6">
                              <a:lumMod val="50000"/>
                            </a:schemeClr>
                          </a:solidFill>
                          <a:latin typeface="Times New Roman" panose="02020603050405020304" pitchFamily="18" charset="0"/>
                          <a:cs typeface="Times New Roman" panose="02020603050405020304" pitchFamily="18" charset="0"/>
                        </a:rPr>
                        <a:t> </a:t>
                      </a:r>
                      <a:r>
                        <a:rPr lang="en-US" b="0" strike="noStrike" dirty="0" err="1">
                          <a:solidFill>
                            <a:schemeClr val="accent6">
                              <a:lumMod val="50000"/>
                            </a:schemeClr>
                          </a:solidFill>
                          <a:latin typeface="Times New Roman" panose="02020603050405020304" pitchFamily="18" charset="0"/>
                          <a:cs typeface="Times New Roman" panose="02020603050405020304" pitchFamily="18" charset="0"/>
                        </a:rPr>
                        <a:t>thiết</a:t>
                      </a:r>
                      <a:r>
                        <a:rPr lang="en-US" b="0" strike="noStrike" dirty="0">
                          <a:solidFill>
                            <a:schemeClr val="accent6">
                              <a:lumMod val="50000"/>
                            </a:schemeClr>
                          </a:solidFill>
                          <a:latin typeface="Times New Roman" panose="02020603050405020304" pitchFamily="18" charset="0"/>
                          <a:cs typeface="Times New Roman" panose="02020603050405020304" pitchFamily="18" charset="0"/>
                        </a:rPr>
                        <a:t> </a:t>
                      </a:r>
                      <a:r>
                        <a:rPr lang="en-US" b="0" strike="noStrike" dirty="0" err="1">
                          <a:solidFill>
                            <a:schemeClr val="accent6">
                              <a:lumMod val="50000"/>
                            </a:schemeClr>
                          </a:solidFill>
                          <a:latin typeface="Times New Roman" panose="02020603050405020304" pitchFamily="18" charset="0"/>
                          <a:cs typeface="Times New Roman" panose="02020603050405020304" pitchFamily="18" charset="0"/>
                        </a:rPr>
                        <a:t>bị</a:t>
                      </a:r>
                      <a:r>
                        <a:rPr lang="en-US" b="0" strike="noStrike" dirty="0">
                          <a:solidFill>
                            <a:schemeClr val="accent6">
                              <a:lumMod val="50000"/>
                            </a:schemeClr>
                          </a:solidFill>
                          <a:latin typeface="Times New Roman" panose="02020603050405020304" pitchFamily="18" charset="0"/>
                          <a:cs typeface="Times New Roman" panose="02020603050405020304" pitchFamily="18" charset="0"/>
                        </a:rPr>
                        <a:t> </a:t>
                      </a:r>
                      <a:r>
                        <a:rPr lang="en-US" b="0" strike="noStrike" dirty="0" err="1">
                          <a:solidFill>
                            <a:schemeClr val="accent6">
                              <a:lumMod val="50000"/>
                            </a:schemeClr>
                          </a:solidFill>
                          <a:latin typeface="Times New Roman" panose="02020603050405020304" pitchFamily="18" charset="0"/>
                          <a:cs typeface="Times New Roman" panose="02020603050405020304" pitchFamily="18" charset="0"/>
                        </a:rPr>
                        <a:t>cụm</a:t>
                      </a:r>
                      <a:r>
                        <a:rPr lang="en-US" b="0" strike="noStrike" dirty="0">
                          <a:solidFill>
                            <a:schemeClr val="accent6">
                              <a:lumMod val="50000"/>
                            </a:schemeClr>
                          </a:solidFill>
                          <a:latin typeface="Times New Roman" panose="02020603050405020304" pitchFamily="18" charset="0"/>
                          <a:cs typeface="Times New Roman" panose="02020603050405020304" pitchFamily="18" charset="0"/>
                        </a:rPr>
                        <a:t> </a:t>
                      </a:r>
                      <a:r>
                        <a:rPr lang="en-US" b="0" strike="noStrike" dirty="0" err="1">
                          <a:solidFill>
                            <a:schemeClr val="accent6">
                              <a:lumMod val="50000"/>
                            </a:schemeClr>
                          </a:solidFill>
                          <a:latin typeface="Times New Roman" panose="02020603050405020304" pitchFamily="18" charset="0"/>
                          <a:cs typeface="Times New Roman" panose="02020603050405020304" pitchFamily="18" charset="0"/>
                        </a:rPr>
                        <a:t>công</a:t>
                      </a:r>
                      <a:r>
                        <a:rPr lang="en-US" b="0" strike="noStrike" dirty="0">
                          <a:solidFill>
                            <a:schemeClr val="accent6">
                              <a:lumMod val="50000"/>
                            </a:schemeClr>
                          </a:solidFill>
                          <a:latin typeface="Times New Roman" panose="02020603050405020304" pitchFamily="18" charset="0"/>
                          <a:cs typeface="Times New Roman" panose="02020603050405020304" pitchFamily="18" charset="0"/>
                        </a:rPr>
                        <a:t> </a:t>
                      </a:r>
                      <a:r>
                        <a:rPr lang="en-US" b="0" strike="noStrike" dirty="0" err="1">
                          <a:solidFill>
                            <a:schemeClr val="accent6">
                              <a:lumMod val="50000"/>
                            </a:schemeClr>
                          </a:solidFill>
                          <a:latin typeface="Times New Roman" panose="02020603050405020304" pitchFamily="18" charset="0"/>
                          <a:cs typeface="Times New Roman" panose="02020603050405020304" pitchFamily="18" charset="0"/>
                        </a:rPr>
                        <a:t>nghệ</a:t>
                      </a:r>
                      <a:r>
                        <a:rPr lang="en-US" b="0" strike="noStrike" dirty="0">
                          <a:solidFill>
                            <a:schemeClr val="accent6">
                              <a:lumMod val="50000"/>
                            </a:schemeClr>
                          </a:solidFill>
                          <a:latin typeface="Times New Roman" panose="02020603050405020304" pitchFamily="18" charset="0"/>
                          <a:cs typeface="Times New Roman" panose="02020603050405020304" pitchFamily="18" charset="0"/>
                        </a:rPr>
                        <a:t>, </a:t>
                      </a:r>
                      <a:r>
                        <a:rPr lang="en-US" b="0" strike="noStrike" dirty="0" err="1">
                          <a:solidFill>
                            <a:schemeClr val="accent6">
                              <a:lumMod val="50000"/>
                            </a:schemeClr>
                          </a:solidFill>
                          <a:latin typeface="Times New Roman" panose="02020603050405020304" pitchFamily="18" charset="0"/>
                          <a:cs typeface="Times New Roman" panose="02020603050405020304" pitchFamily="18" charset="0"/>
                        </a:rPr>
                        <a:t>thiết</a:t>
                      </a:r>
                      <a:r>
                        <a:rPr lang="en-US" b="0" strike="noStrike" dirty="0">
                          <a:solidFill>
                            <a:schemeClr val="accent6">
                              <a:lumMod val="50000"/>
                            </a:schemeClr>
                          </a:solidFill>
                          <a:latin typeface="Times New Roman" panose="02020603050405020304" pitchFamily="18" charset="0"/>
                          <a:cs typeface="Times New Roman" panose="02020603050405020304" pitchFamily="18" charset="0"/>
                        </a:rPr>
                        <a:t> </a:t>
                      </a:r>
                      <a:r>
                        <a:rPr lang="en-US" b="0" strike="noStrike" dirty="0" err="1">
                          <a:solidFill>
                            <a:schemeClr val="accent6">
                              <a:lumMod val="50000"/>
                            </a:schemeClr>
                          </a:solidFill>
                          <a:latin typeface="Times New Roman" panose="02020603050405020304" pitchFamily="18" charset="0"/>
                          <a:cs typeface="Times New Roman" panose="02020603050405020304" pitchFamily="18" charset="0"/>
                        </a:rPr>
                        <a:t>bị</a:t>
                      </a:r>
                      <a:r>
                        <a:rPr lang="en-US" b="0" strike="noStrike" dirty="0">
                          <a:solidFill>
                            <a:schemeClr val="accent6">
                              <a:lumMod val="50000"/>
                            </a:schemeClr>
                          </a:solidFill>
                          <a:latin typeface="Times New Roman" panose="02020603050405020304" pitchFamily="18" charset="0"/>
                          <a:cs typeface="Times New Roman" panose="02020603050405020304" pitchFamily="18" charset="0"/>
                        </a:rPr>
                        <a:t>, </a:t>
                      </a:r>
                      <a:r>
                        <a:rPr lang="en-US" b="0" strike="noStrike" dirty="0" err="1">
                          <a:solidFill>
                            <a:schemeClr val="accent6">
                              <a:lumMod val="50000"/>
                            </a:schemeClr>
                          </a:solidFill>
                          <a:latin typeface="Times New Roman" panose="02020603050405020304" pitchFamily="18" charset="0"/>
                          <a:cs typeface="Times New Roman" panose="02020603050405020304" pitchFamily="18" charset="0"/>
                        </a:rPr>
                        <a:t>hê</a:t>
                      </a:r>
                      <a:r>
                        <a:rPr lang="en-US" b="0" strike="noStrike" dirty="0">
                          <a:solidFill>
                            <a:schemeClr val="accent6">
                              <a:lumMod val="50000"/>
                            </a:schemeClr>
                          </a:solidFill>
                          <a:latin typeface="Times New Roman" panose="02020603050405020304" pitchFamily="18" charset="0"/>
                          <a:cs typeface="Times New Roman" panose="02020603050405020304" pitchFamily="18" charset="0"/>
                        </a:rPr>
                        <a:t> </a:t>
                      </a:r>
                      <a:r>
                        <a:rPr lang="en-US" b="0" strike="noStrike" dirty="0" err="1">
                          <a:solidFill>
                            <a:schemeClr val="accent6">
                              <a:lumMod val="50000"/>
                            </a:schemeClr>
                          </a:solidFill>
                          <a:latin typeface="Times New Roman" panose="02020603050405020304" pitchFamily="18" charset="0"/>
                          <a:cs typeface="Times New Roman" panose="02020603050405020304" pitchFamily="18" charset="0"/>
                        </a:rPr>
                        <a:t>thống</a:t>
                      </a:r>
                      <a:r>
                        <a:rPr lang="en-US" b="0" strike="noStrike" dirty="0">
                          <a:solidFill>
                            <a:schemeClr val="accent6">
                              <a:lumMod val="50000"/>
                            </a:schemeClr>
                          </a:solidFill>
                          <a:latin typeface="Times New Roman" panose="02020603050405020304" pitchFamily="18" charset="0"/>
                          <a:cs typeface="Times New Roman" panose="02020603050405020304" pitchFamily="18" charset="0"/>
                        </a:rPr>
                        <a:t> </a:t>
                      </a:r>
                      <a:r>
                        <a:rPr lang="en-US" b="0" strike="noStrike" dirty="0" err="1">
                          <a:solidFill>
                            <a:schemeClr val="accent6">
                              <a:lumMod val="50000"/>
                            </a:schemeClr>
                          </a:solidFill>
                          <a:latin typeface="Times New Roman" panose="02020603050405020304" pitchFamily="18" charset="0"/>
                          <a:cs typeface="Times New Roman" panose="02020603050405020304" pitchFamily="18" charset="0"/>
                        </a:rPr>
                        <a:t>khác</a:t>
                      </a:r>
                      <a:r>
                        <a:rPr lang="en-US" b="0" strike="noStrike" dirty="0">
                          <a:solidFill>
                            <a:schemeClr val="accent6">
                              <a:lumMod val="50000"/>
                            </a:schemeClr>
                          </a:solidFill>
                          <a:latin typeface="Times New Roman" panose="02020603050405020304" pitchFamily="18" charset="0"/>
                          <a:cs typeface="Times New Roman" panose="02020603050405020304" pitchFamily="18" charset="0"/>
                        </a:rPr>
                        <a:t>…</a:t>
                      </a:r>
                      <a:endParaRPr lang="LID4096" b="0" strike="noStrike" dirty="0">
                        <a:solidFill>
                          <a:schemeClr val="accent6">
                            <a:lumMod val="50000"/>
                          </a:schemeClr>
                        </a:solidFill>
                        <a:latin typeface="Times New Roman" panose="02020603050405020304" pitchFamily="18" charset="0"/>
                        <a:cs typeface="Times New Roman" panose="02020603050405020304" pitchFamily="18" charset="0"/>
                      </a:endParaRPr>
                    </a:p>
                  </a:txBody>
                  <a:tcPr/>
                </a:tc>
                <a:tc>
                  <a:txBody>
                    <a:bodyPr/>
                    <a:lstStyle/>
                    <a:p>
                      <a:pPr algn="ctr"/>
                      <a:r>
                        <a:rPr lang="en-US" b="0" strike="noStrike" dirty="0" err="1">
                          <a:solidFill>
                            <a:schemeClr val="accent6">
                              <a:lumMod val="50000"/>
                            </a:schemeClr>
                          </a:solidFill>
                          <a:latin typeface="Times New Roman" panose="02020603050405020304" pitchFamily="18" charset="0"/>
                          <a:cs typeface="Times New Roman" panose="02020603050405020304" pitchFamily="18" charset="0"/>
                        </a:rPr>
                        <a:t>9h30</a:t>
                      </a:r>
                      <a:r>
                        <a:rPr lang="en-US" b="0" strike="noStrike" dirty="0">
                          <a:solidFill>
                            <a:schemeClr val="accent6">
                              <a:lumMod val="50000"/>
                            </a:schemeClr>
                          </a:solidFill>
                          <a:latin typeface="Times New Roman" panose="02020603050405020304" pitchFamily="18" charset="0"/>
                          <a:cs typeface="Times New Roman" panose="02020603050405020304" pitchFamily="18" charset="0"/>
                        </a:rPr>
                        <a:t> </a:t>
                      </a:r>
                      <a:r>
                        <a:rPr lang="en-US" b="0" strike="noStrike" dirty="0" err="1">
                          <a:solidFill>
                            <a:schemeClr val="accent6">
                              <a:lumMod val="50000"/>
                            </a:schemeClr>
                          </a:solidFill>
                          <a:latin typeface="Times New Roman" panose="02020603050405020304" pitchFamily="18" charset="0"/>
                          <a:cs typeface="Times New Roman" panose="02020603050405020304" pitchFamily="18" charset="0"/>
                        </a:rPr>
                        <a:t>sáng</a:t>
                      </a:r>
                      <a:r>
                        <a:rPr lang="en-US" b="0" strike="noStrike" dirty="0">
                          <a:solidFill>
                            <a:schemeClr val="accent6">
                              <a:lumMod val="50000"/>
                            </a:schemeClr>
                          </a:solidFill>
                          <a:latin typeface="Times New Roman" panose="02020603050405020304" pitchFamily="18" charset="0"/>
                          <a:cs typeface="Times New Roman" panose="02020603050405020304" pitchFamily="18" charset="0"/>
                        </a:rPr>
                        <a:t> 15/10/26</a:t>
                      </a:r>
                      <a:endParaRPr lang="LID4096" b="0" strike="noStrike" dirty="0">
                        <a:solidFill>
                          <a:schemeClr val="accent6">
                            <a:lumMod val="50000"/>
                          </a:schemeClr>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98453947"/>
                  </a:ext>
                </a:extLst>
              </a:tr>
              <a:tr h="526616">
                <a:tc>
                  <a:txBody>
                    <a:bodyPr/>
                    <a:lstStyle/>
                    <a:p>
                      <a:pPr algn="ctr"/>
                      <a:r>
                        <a:rPr lang="en-US" b="0" dirty="0">
                          <a:solidFill>
                            <a:schemeClr val="accent6">
                              <a:lumMod val="50000"/>
                            </a:schemeClr>
                          </a:solidFill>
                          <a:latin typeface="Times New Roman" panose="02020603050405020304" pitchFamily="18" charset="0"/>
                          <a:cs typeface="Times New Roman" panose="02020603050405020304" pitchFamily="18" charset="0"/>
                        </a:rPr>
                        <a:t>5</a:t>
                      </a:r>
                      <a:endParaRPr lang="LID4096" b="0" dirty="0">
                        <a:solidFill>
                          <a:schemeClr val="accent6">
                            <a:lumMod val="50000"/>
                          </a:schemeClr>
                        </a:solidFill>
                        <a:latin typeface="Times New Roman" panose="02020603050405020304" pitchFamily="18" charset="0"/>
                        <a:cs typeface="Times New Roman" panose="02020603050405020304" pitchFamily="18" charset="0"/>
                      </a:endParaRPr>
                    </a:p>
                  </a:txBody>
                  <a:tcPr/>
                </a:tc>
                <a:tc>
                  <a:txBody>
                    <a:bodyPr/>
                    <a:lstStyle/>
                    <a:p>
                      <a:r>
                        <a:rPr lang="en-US" b="0" strike="noStrike" dirty="0">
                          <a:solidFill>
                            <a:schemeClr val="accent6">
                              <a:lumMod val="50000"/>
                            </a:schemeClr>
                          </a:solidFill>
                          <a:latin typeface="Times New Roman" panose="02020603050405020304" pitchFamily="18" charset="0"/>
                          <a:cs typeface="Times New Roman" panose="02020603050405020304" pitchFamily="18" charset="0"/>
                        </a:rPr>
                        <a:t>BDSC</a:t>
                      </a:r>
                      <a:endParaRPr lang="LID4096" b="0" strike="noStrike" dirty="0">
                        <a:solidFill>
                          <a:schemeClr val="accent6">
                            <a:lumMod val="50000"/>
                          </a:schemeClr>
                        </a:solidFill>
                        <a:latin typeface="Times New Roman" panose="02020603050405020304" pitchFamily="18" charset="0"/>
                        <a:cs typeface="Times New Roman" panose="02020603050405020304" pitchFamily="18" charset="0"/>
                      </a:endParaRPr>
                    </a:p>
                  </a:txBody>
                  <a:tcPr/>
                </a:tc>
                <a:tc>
                  <a:txBody>
                    <a:bodyPr/>
                    <a:lstStyle/>
                    <a:p>
                      <a:pPr algn="ctr"/>
                      <a:r>
                        <a:rPr lang="en-US" b="0" strike="noStrike" dirty="0">
                          <a:solidFill>
                            <a:schemeClr val="accent6">
                              <a:lumMod val="50000"/>
                            </a:schemeClr>
                          </a:solidFill>
                          <a:latin typeface="Times New Roman" panose="02020603050405020304" pitchFamily="18" charset="0"/>
                          <a:cs typeface="Times New Roman" panose="02020603050405020304" pitchFamily="18" charset="0"/>
                        </a:rPr>
                        <a:t>9h30 15/10 </a:t>
                      </a:r>
                      <a:r>
                        <a:rPr lang="en-US" b="0" strike="noStrike" dirty="0" err="1">
                          <a:solidFill>
                            <a:schemeClr val="accent6">
                              <a:lumMod val="50000"/>
                            </a:schemeClr>
                          </a:solidFill>
                          <a:latin typeface="Times New Roman" panose="02020603050405020304" pitchFamily="18" charset="0"/>
                          <a:cs typeface="Times New Roman" panose="02020603050405020304" pitchFamily="18" charset="0"/>
                        </a:rPr>
                        <a:t>đến</a:t>
                      </a:r>
                      <a:r>
                        <a:rPr lang="en-US" b="0" strike="noStrike" dirty="0">
                          <a:solidFill>
                            <a:schemeClr val="accent6">
                              <a:lumMod val="50000"/>
                            </a:schemeClr>
                          </a:solidFill>
                          <a:latin typeface="Times New Roman" panose="02020603050405020304" pitchFamily="18" charset="0"/>
                          <a:cs typeface="Times New Roman" panose="02020603050405020304" pitchFamily="18" charset="0"/>
                        </a:rPr>
                        <a:t> 10h 18/10</a:t>
                      </a:r>
                      <a:endParaRPr lang="LID4096" b="0" strike="noStrike" dirty="0">
                        <a:solidFill>
                          <a:schemeClr val="accent6">
                            <a:lumMod val="50000"/>
                          </a:schemeClr>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27179713"/>
                  </a:ext>
                </a:extLst>
              </a:tr>
              <a:tr h="526616">
                <a:tc>
                  <a:txBody>
                    <a:bodyPr/>
                    <a:lstStyle/>
                    <a:p>
                      <a:pPr algn="ctr"/>
                      <a:r>
                        <a:rPr lang="en-US" b="0" dirty="0">
                          <a:solidFill>
                            <a:schemeClr val="accent6">
                              <a:lumMod val="50000"/>
                            </a:schemeClr>
                          </a:solidFill>
                          <a:latin typeface="Times New Roman" panose="02020603050405020304" pitchFamily="18" charset="0"/>
                          <a:cs typeface="Times New Roman" panose="02020603050405020304" pitchFamily="18" charset="0"/>
                        </a:rPr>
                        <a:t>6</a:t>
                      </a:r>
                      <a:endParaRPr lang="LID4096" b="0" dirty="0">
                        <a:solidFill>
                          <a:schemeClr val="accent6">
                            <a:lumMod val="50000"/>
                          </a:schemeClr>
                        </a:solidFill>
                        <a:latin typeface="Times New Roman" panose="02020603050405020304" pitchFamily="18" charset="0"/>
                        <a:cs typeface="Times New Roman" panose="02020603050405020304" pitchFamily="18" charset="0"/>
                      </a:endParaRPr>
                    </a:p>
                  </a:txBody>
                  <a:tcPr/>
                </a:tc>
                <a:tc>
                  <a:txBody>
                    <a:bodyPr/>
                    <a:lstStyle/>
                    <a:p>
                      <a:r>
                        <a:rPr lang="en-US" b="0" strike="noStrike" dirty="0">
                          <a:solidFill>
                            <a:schemeClr val="accent6">
                              <a:lumMod val="50000"/>
                            </a:schemeClr>
                          </a:solidFill>
                          <a:latin typeface="Times New Roman" panose="02020603050405020304" pitchFamily="18" charset="0"/>
                          <a:cs typeface="Times New Roman" panose="02020603050405020304" pitchFamily="18" charset="0"/>
                        </a:rPr>
                        <a:t>Các </a:t>
                      </a:r>
                      <a:r>
                        <a:rPr lang="en-US" b="0" strike="noStrike" dirty="0" err="1">
                          <a:solidFill>
                            <a:schemeClr val="accent6">
                              <a:lumMod val="50000"/>
                            </a:schemeClr>
                          </a:solidFill>
                          <a:latin typeface="Times New Roman" panose="02020603050405020304" pitchFamily="18" charset="0"/>
                          <a:cs typeface="Times New Roman" panose="02020603050405020304" pitchFamily="18" charset="0"/>
                        </a:rPr>
                        <a:t>nhóm</a:t>
                      </a:r>
                      <a:r>
                        <a:rPr lang="en-US" b="0" strike="noStrike" dirty="0">
                          <a:solidFill>
                            <a:schemeClr val="accent6">
                              <a:lumMod val="50000"/>
                            </a:schemeClr>
                          </a:solidFill>
                          <a:latin typeface="Times New Roman" panose="02020603050405020304" pitchFamily="18" charset="0"/>
                          <a:cs typeface="Times New Roman" panose="02020603050405020304" pitchFamily="18" charset="0"/>
                        </a:rPr>
                        <a:t> </a:t>
                      </a:r>
                      <a:r>
                        <a:rPr lang="en-US" b="0" strike="noStrike" dirty="0" err="1">
                          <a:solidFill>
                            <a:schemeClr val="accent6">
                              <a:lumMod val="50000"/>
                            </a:schemeClr>
                          </a:solidFill>
                          <a:latin typeface="Times New Roman" panose="02020603050405020304" pitchFamily="18" charset="0"/>
                          <a:cs typeface="Times New Roman" panose="02020603050405020304" pitchFamily="18" charset="0"/>
                        </a:rPr>
                        <a:t>xem</a:t>
                      </a:r>
                      <a:r>
                        <a:rPr lang="en-US" b="0" strike="noStrike" dirty="0">
                          <a:solidFill>
                            <a:schemeClr val="accent6">
                              <a:lumMod val="50000"/>
                            </a:schemeClr>
                          </a:solidFill>
                          <a:latin typeface="Times New Roman" panose="02020603050405020304" pitchFamily="18" charset="0"/>
                          <a:cs typeface="Times New Roman" panose="02020603050405020304" pitchFamily="18" charset="0"/>
                        </a:rPr>
                        <a:t> </a:t>
                      </a:r>
                      <a:r>
                        <a:rPr lang="en-US" b="0" strike="noStrike" dirty="0" err="1">
                          <a:solidFill>
                            <a:schemeClr val="accent6">
                              <a:lumMod val="50000"/>
                            </a:schemeClr>
                          </a:solidFill>
                          <a:latin typeface="Times New Roman" panose="02020603050405020304" pitchFamily="18" charset="0"/>
                          <a:cs typeface="Times New Roman" panose="02020603050405020304" pitchFamily="18" charset="0"/>
                        </a:rPr>
                        <a:t>bàn</a:t>
                      </a:r>
                      <a:r>
                        <a:rPr lang="en-US" b="0" strike="noStrike" dirty="0">
                          <a:solidFill>
                            <a:schemeClr val="accent6">
                              <a:lumMod val="50000"/>
                            </a:schemeClr>
                          </a:solidFill>
                          <a:latin typeface="Times New Roman" panose="02020603050405020304" pitchFamily="18" charset="0"/>
                          <a:cs typeface="Times New Roman" panose="02020603050405020304" pitchFamily="18" charset="0"/>
                        </a:rPr>
                        <a:t> </a:t>
                      </a:r>
                      <a:r>
                        <a:rPr lang="en-US" b="0" strike="noStrike" dirty="0" err="1">
                          <a:solidFill>
                            <a:schemeClr val="accent6">
                              <a:lumMod val="50000"/>
                            </a:schemeClr>
                          </a:solidFill>
                          <a:latin typeface="Times New Roman" panose="02020603050405020304" pitchFamily="18" charset="0"/>
                          <a:cs typeface="Times New Roman" panose="02020603050405020304" pitchFamily="18" charset="0"/>
                        </a:rPr>
                        <a:t>giao</a:t>
                      </a:r>
                      <a:r>
                        <a:rPr lang="en-US" b="0" strike="noStrike" dirty="0">
                          <a:solidFill>
                            <a:schemeClr val="accent6">
                              <a:lumMod val="50000"/>
                            </a:schemeClr>
                          </a:solidFill>
                          <a:latin typeface="Times New Roman" panose="02020603050405020304" pitchFamily="18" charset="0"/>
                          <a:cs typeface="Times New Roman" panose="02020603050405020304" pitchFamily="18" charset="0"/>
                        </a:rPr>
                        <a:t> </a:t>
                      </a:r>
                      <a:r>
                        <a:rPr lang="en-US" b="0" strike="noStrike" dirty="0" err="1">
                          <a:solidFill>
                            <a:schemeClr val="accent6">
                              <a:lumMod val="50000"/>
                            </a:schemeClr>
                          </a:solidFill>
                          <a:latin typeface="Times New Roman" panose="02020603050405020304" pitchFamily="18" charset="0"/>
                          <a:cs typeface="Times New Roman" panose="02020603050405020304" pitchFamily="18" charset="0"/>
                        </a:rPr>
                        <a:t>hệ</a:t>
                      </a:r>
                      <a:r>
                        <a:rPr lang="en-US" b="0" strike="noStrike" dirty="0">
                          <a:solidFill>
                            <a:schemeClr val="accent6">
                              <a:lumMod val="50000"/>
                            </a:schemeClr>
                          </a:solidFill>
                          <a:latin typeface="Times New Roman" panose="02020603050405020304" pitchFamily="18" charset="0"/>
                          <a:cs typeface="Times New Roman" panose="02020603050405020304" pitchFamily="18" charset="0"/>
                        </a:rPr>
                        <a:t> </a:t>
                      </a:r>
                      <a:r>
                        <a:rPr lang="en-US" b="0" strike="noStrike" dirty="0" err="1">
                          <a:solidFill>
                            <a:schemeClr val="accent6">
                              <a:lumMod val="50000"/>
                            </a:schemeClr>
                          </a:solidFill>
                          <a:latin typeface="Times New Roman" panose="02020603050405020304" pitchFamily="18" charset="0"/>
                          <a:cs typeface="Times New Roman" panose="02020603050405020304" pitchFamily="18" charset="0"/>
                        </a:rPr>
                        <a:t>thống</a:t>
                      </a:r>
                      <a:endParaRPr lang="LID4096" b="0" strike="noStrike" dirty="0">
                        <a:solidFill>
                          <a:schemeClr val="accent6">
                            <a:lumMod val="50000"/>
                          </a:schemeClr>
                        </a:solidFill>
                        <a:latin typeface="Times New Roman" panose="02020603050405020304" pitchFamily="18" charset="0"/>
                        <a:cs typeface="Times New Roman" panose="02020603050405020304" pitchFamily="18" charset="0"/>
                      </a:endParaRPr>
                    </a:p>
                  </a:txBody>
                  <a:tcPr/>
                </a:tc>
                <a:tc>
                  <a:txBody>
                    <a:bodyPr/>
                    <a:lstStyle/>
                    <a:p>
                      <a:pPr algn="ctr"/>
                      <a:r>
                        <a:rPr lang="en-US" b="0" strike="noStrike" dirty="0">
                          <a:solidFill>
                            <a:schemeClr val="accent6">
                              <a:lumMod val="50000"/>
                            </a:schemeClr>
                          </a:solidFill>
                          <a:latin typeface="Times New Roman" panose="02020603050405020304" pitchFamily="18" charset="0"/>
                          <a:cs typeface="Times New Roman" panose="02020603050405020304" pitchFamily="18" charset="0"/>
                        </a:rPr>
                        <a:t>10h00 18/10/2026</a:t>
                      </a:r>
                    </a:p>
                  </a:txBody>
                  <a:tcPr/>
                </a:tc>
                <a:extLst>
                  <a:ext uri="{0D108BD9-81ED-4DB2-BD59-A6C34878D82A}">
                    <a16:rowId xmlns:a16="http://schemas.microsoft.com/office/drawing/2014/main" val="2623469101"/>
                  </a:ext>
                </a:extLst>
              </a:tr>
              <a:tr h="526616">
                <a:tc>
                  <a:txBody>
                    <a:bodyPr/>
                    <a:lstStyle/>
                    <a:p>
                      <a:pPr algn="ctr"/>
                      <a:r>
                        <a:rPr lang="en-US" b="0">
                          <a:solidFill>
                            <a:schemeClr val="accent6">
                              <a:lumMod val="50000"/>
                            </a:schemeClr>
                          </a:solidFill>
                          <a:latin typeface="Times New Roman" panose="02020603050405020304" pitchFamily="18" charset="0"/>
                          <a:cs typeface="Times New Roman" panose="02020603050405020304" pitchFamily="18" charset="0"/>
                        </a:rPr>
                        <a:t>7</a:t>
                      </a:r>
                      <a:endParaRPr lang="LID4096" b="0" dirty="0">
                        <a:solidFill>
                          <a:schemeClr val="accent6">
                            <a:lumMod val="50000"/>
                          </a:schemeClr>
                        </a:solidFill>
                        <a:latin typeface="Times New Roman" panose="02020603050405020304" pitchFamily="18" charset="0"/>
                        <a:cs typeface="Times New Roman" panose="02020603050405020304" pitchFamily="18" charset="0"/>
                      </a:endParaRPr>
                    </a:p>
                  </a:txBody>
                  <a:tcPr/>
                </a:tc>
                <a:tc>
                  <a:txBody>
                    <a:bodyPr/>
                    <a:lstStyle/>
                    <a:p>
                      <a:r>
                        <a:rPr lang="vi-VN" b="0" strike="noStrike" dirty="0">
                          <a:solidFill>
                            <a:schemeClr val="accent6">
                              <a:lumMod val="50000"/>
                            </a:schemeClr>
                          </a:solidFill>
                          <a:latin typeface="Times New Roman" panose="02020603050405020304" pitchFamily="18" charset="0"/>
                          <a:cs typeface="Times New Roman" panose="02020603050405020304" pitchFamily="18" charset="0"/>
                        </a:rPr>
                        <a:t>Test chức năng </a:t>
                      </a:r>
                      <a:r>
                        <a:rPr lang="en-US" b="0" strike="noStrike" dirty="0">
                          <a:solidFill>
                            <a:schemeClr val="accent6">
                              <a:lumMod val="50000"/>
                            </a:schemeClr>
                          </a:solidFill>
                          <a:latin typeface="Times New Roman" panose="02020603050405020304" pitchFamily="18" charset="0"/>
                          <a:cs typeface="Times New Roman" panose="02020603050405020304" pitchFamily="18" charset="0"/>
                        </a:rPr>
                        <a:t>C</a:t>
                      </a:r>
                      <a:r>
                        <a:rPr lang="vi-VN" b="0" strike="noStrike" dirty="0">
                          <a:solidFill>
                            <a:schemeClr val="accent6">
                              <a:lumMod val="50000"/>
                            </a:schemeClr>
                          </a:solidFill>
                          <a:latin typeface="Times New Roman" panose="02020603050405020304" pitchFamily="18" charset="0"/>
                          <a:cs typeface="Times New Roman" panose="02020603050405020304" pitchFamily="18" charset="0"/>
                        </a:rPr>
                        <a:t>ause&amp;Effect.</a:t>
                      </a:r>
                    </a:p>
                  </a:txBody>
                  <a:tcPr/>
                </a:tc>
                <a:tc>
                  <a:txBody>
                    <a:bodyPr/>
                    <a:lstStyle/>
                    <a:p>
                      <a:pPr algn="ctr"/>
                      <a:r>
                        <a:rPr lang="en-US" b="0" strike="noStrike" dirty="0">
                          <a:solidFill>
                            <a:schemeClr val="accent6">
                              <a:lumMod val="50000"/>
                            </a:schemeClr>
                          </a:solidFill>
                          <a:latin typeface="Times New Roman" panose="02020603050405020304" pitchFamily="18" charset="0"/>
                          <a:cs typeface="Times New Roman" panose="02020603050405020304" pitchFamily="18" charset="0"/>
                        </a:rPr>
                        <a:t>10h30 18/10/2026</a:t>
                      </a:r>
                    </a:p>
                  </a:txBody>
                  <a:tcPr/>
                </a:tc>
                <a:extLst>
                  <a:ext uri="{0D108BD9-81ED-4DB2-BD59-A6C34878D82A}">
                    <a16:rowId xmlns:a16="http://schemas.microsoft.com/office/drawing/2014/main" val="2896400187"/>
                  </a:ext>
                </a:extLst>
              </a:tr>
              <a:tr h="526616">
                <a:tc>
                  <a:txBody>
                    <a:bodyPr/>
                    <a:lstStyle/>
                    <a:p>
                      <a:pPr algn="ctr"/>
                      <a:r>
                        <a:rPr lang="en-US" b="0">
                          <a:solidFill>
                            <a:schemeClr val="accent6">
                              <a:lumMod val="50000"/>
                            </a:schemeClr>
                          </a:solidFill>
                          <a:latin typeface="Times New Roman" panose="02020603050405020304" pitchFamily="18" charset="0"/>
                          <a:cs typeface="Times New Roman" panose="02020603050405020304" pitchFamily="18" charset="0"/>
                        </a:rPr>
                        <a:t>8</a:t>
                      </a:r>
                      <a:endParaRPr lang="LID4096" b="0" dirty="0">
                        <a:solidFill>
                          <a:schemeClr val="accent6">
                            <a:lumMod val="50000"/>
                          </a:schemeClr>
                        </a:solidFill>
                        <a:latin typeface="Times New Roman" panose="02020603050405020304" pitchFamily="18" charset="0"/>
                        <a:cs typeface="Times New Roman" panose="02020603050405020304" pitchFamily="18" charset="0"/>
                      </a:endParaRPr>
                    </a:p>
                  </a:txBody>
                  <a:tcPr/>
                </a:tc>
                <a:tc>
                  <a:txBody>
                    <a:bodyPr/>
                    <a:lstStyle/>
                    <a:p>
                      <a:r>
                        <a:rPr lang="vi-VN" b="0" strike="noStrike" dirty="0">
                          <a:solidFill>
                            <a:schemeClr val="accent6">
                              <a:lumMod val="50000"/>
                            </a:schemeClr>
                          </a:solidFill>
                          <a:latin typeface="Times New Roman" panose="02020603050405020304" pitchFamily="18" charset="0"/>
                          <a:cs typeface="Times New Roman" panose="02020603050405020304" pitchFamily="18" charset="0"/>
                        </a:rPr>
                        <a:t>Thử chức năng ESD, tiến hành phun mưa.</a:t>
                      </a:r>
                      <a:endParaRPr lang="en-US" b="0" strike="noStrike" dirty="0">
                        <a:solidFill>
                          <a:schemeClr val="accent6">
                            <a:lumMod val="50000"/>
                          </a:schemeClr>
                        </a:solidFill>
                        <a:latin typeface="Times New Roman" panose="02020603050405020304" pitchFamily="18" charset="0"/>
                        <a:cs typeface="Times New Roman" panose="02020603050405020304" pitchFamily="18" charset="0"/>
                      </a:endParaRPr>
                    </a:p>
                  </a:txBody>
                  <a:tcPr/>
                </a:tc>
                <a:tc>
                  <a:txBody>
                    <a:bodyPr/>
                    <a:lstStyle/>
                    <a:p>
                      <a:pPr algn="ctr"/>
                      <a:r>
                        <a:rPr lang="en-US" b="0" strike="noStrike" dirty="0">
                          <a:solidFill>
                            <a:schemeClr val="accent6">
                              <a:lumMod val="50000"/>
                            </a:schemeClr>
                          </a:solidFill>
                          <a:latin typeface="Times New Roman" panose="02020603050405020304" pitchFamily="18" charset="0"/>
                          <a:cs typeface="Times New Roman" panose="02020603050405020304" pitchFamily="18" charset="0"/>
                        </a:rPr>
                        <a:t>11h00 18/10/2026</a:t>
                      </a:r>
                    </a:p>
                  </a:txBody>
                  <a:tcPr/>
                </a:tc>
                <a:extLst>
                  <a:ext uri="{0D108BD9-81ED-4DB2-BD59-A6C34878D82A}">
                    <a16:rowId xmlns:a16="http://schemas.microsoft.com/office/drawing/2014/main" val="815557274"/>
                  </a:ext>
                </a:extLst>
              </a:tr>
              <a:tr h="526616">
                <a:tc>
                  <a:txBody>
                    <a:bodyPr/>
                    <a:lstStyle/>
                    <a:p>
                      <a:pPr algn="ctr"/>
                      <a:r>
                        <a:rPr lang="en-US" b="0" dirty="0">
                          <a:solidFill>
                            <a:schemeClr val="accent6">
                              <a:lumMod val="50000"/>
                            </a:schemeClr>
                          </a:solidFill>
                          <a:latin typeface="Times New Roman" panose="02020603050405020304" pitchFamily="18" charset="0"/>
                          <a:cs typeface="Times New Roman" panose="02020603050405020304" pitchFamily="18" charset="0"/>
                        </a:rPr>
                        <a:t>9</a:t>
                      </a:r>
                      <a:endParaRPr lang="LID4096" b="0" dirty="0">
                        <a:solidFill>
                          <a:schemeClr val="accent6">
                            <a:lumMod val="50000"/>
                          </a:schemeClr>
                        </a:solidFill>
                        <a:latin typeface="Times New Roman" panose="02020603050405020304" pitchFamily="18" charset="0"/>
                        <a:cs typeface="Times New Roman" panose="02020603050405020304" pitchFamily="18" charset="0"/>
                      </a:endParaRPr>
                    </a:p>
                  </a:txBody>
                  <a:tcPr/>
                </a:tc>
                <a:tc>
                  <a:txBody>
                    <a:bodyPr/>
                    <a:lstStyle/>
                    <a:p>
                      <a:r>
                        <a:rPr lang="en-US" b="0" strike="noStrike" dirty="0">
                          <a:solidFill>
                            <a:schemeClr val="accent6">
                              <a:lumMod val="50000"/>
                            </a:schemeClr>
                          </a:solidFill>
                          <a:latin typeface="Times New Roman" panose="02020603050405020304" pitchFamily="18" charset="0"/>
                          <a:cs typeface="Times New Roman" panose="02020603050405020304" pitchFamily="18" charset="0"/>
                        </a:rPr>
                        <a:t>Gas in, leak test</a:t>
                      </a:r>
                      <a:r>
                        <a:rPr lang="en-US" b="0" strike="noStrike">
                          <a:solidFill>
                            <a:schemeClr val="accent6">
                              <a:lumMod val="50000"/>
                            </a:schemeClr>
                          </a:solidFill>
                          <a:latin typeface="Times New Roman" panose="02020603050405020304" pitchFamily="18" charset="0"/>
                          <a:cs typeface="Times New Roman" panose="02020603050405020304" pitchFamily="18" charset="0"/>
                        </a:rPr>
                        <a:t>, PSSR, Start </a:t>
                      </a:r>
                      <a:r>
                        <a:rPr lang="en-US" b="0" strike="noStrike" dirty="0">
                          <a:solidFill>
                            <a:schemeClr val="accent6">
                              <a:lumMod val="50000"/>
                            </a:schemeClr>
                          </a:solidFill>
                          <a:latin typeface="Times New Roman" panose="02020603050405020304" pitchFamily="18" charset="0"/>
                          <a:cs typeface="Times New Roman" panose="02020603050405020304" pitchFamily="18" charset="0"/>
                        </a:rPr>
                        <a:t>up</a:t>
                      </a:r>
                    </a:p>
                  </a:txBody>
                  <a:tcPr/>
                </a:tc>
                <a:tc>
                  <a:txBody>
                    <a:bodyPr/>
                    <a:lstStyle/>
                    <a:p>
                      <a:pPr algn="ctr"/>
                      <a:r>
                        <a:rPr lang="en-US" b="0" strike="noStrike" dirty="0">
                          <a:solidFill>
                            <a:schemeClr val="accent6">
                              <a:lumMod val="50000"/>
                            </a:schemeClr>
                          </a:solidFill>
                          <a:latin typeface="Times New Roman" panose="02020603050405020304" pitchFamily="18" charset="0"/>
                          <a:cs typeface="Times New Roman" panose="02020603050405020304" pitchFamily="18" charset="0"/>
                        </a:rPr>
                        <a:t>13h 18/10/2026</a:t>
                      </a:r>
                    </a:p>
                  </a:txBody>
                  <a:tcPr/>
                </a:tc>
                <a:extLst>
                  <a:ext uri="{0D108BD9-81ED-4DB2-BD59-A6C34878D82A}">
                    <a16:rowId xmlns:a16="http://schemas.microsoft.com/office/drawing/2014/main" val="1417238553"/>
                  </a:ext>
                </a:extLst>
              </a:tr>
            </a:tbl>
          </a:graphicData>
        </a:graphic>
      </p:graphicFrame>
      <p:sp>
        <p:nvSpPr>
          <p:cNvPr id="6" name="TextBox 5">
            <a:extLst>
              <a:ext uri="{FF2B5EF4-FFF2-40B4-BE49-F238E27FC236}">
                <a16:creationId xmlns:a16="http://schemas.microsoft.com/office/drawing/2014/main" id="{8468AB11-AE76-4300-B693-A18C5BB6CF6E}"/>
              </a:ext>
            </a:extLst>
          </p:cNvPr>
          <p:cNvSpPr txBox="1"/>
          <p:nvPr/>
        </p:nvSpPr>
        <p:spPr>
          <a:xfrm>
            <a:off x="2648372" y="548680"/>
            <a:ext cx="6759996" cy="400110"/>
          </a:xfrm>
          <a:prstGeom prst="rect">
            <a:avLst/>
          </a:prstGeom>
          <a:noFill/>
        </p:spPr>
        <p:txBody>
          <a:bodyPr wrap="square" rtlCol="0">
            <a:spAutoFit/>
          </a:bodyPr>
          <a:lstStyle/>
          <a:p>
            <a:pPr algn="ctr" fontAlgn="base">
              <a:spcBef>
                <a:spcPct val="0"/>
              </a:spcBef>
              <a:spcAft>
                <a:spcPct val="0"/>
              </a:spcAft>
            </a:pPr>
            <a:r>
              <a:rPr lang="en-US" sz="2000" b="1" kern="0">
                <a:solidFill>
                  <a:schemeClr val="accent6">
                    <a:lumMod val="50000"/>
                  </a:schemeClr>
                </a:solidFill>
                <a:latin typeface="Times New Roman" pitchFamily="18" charset="0"/>
                <a:cs typeface="Times New Roman" pitchFamily="18" charset="0"/>
              </a:rPr>
              <a:t>1. KẾ HOẠCH  DỪNG GIÀN ĐỂ BDSC</a:t>
            </a:r>
            <a:endParaRPr lang="en-US" sz="2000" b="1" dirty="0">
              <a:solidFill>
                <a:schemeClr val="accent6">
                  <a:lumMod val="50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28467094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FD789FA-DF2C-4271-84E1-9C114AF75C0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63352" y="2889634"/>
            <a:ext cx="3740257" cy="2492896"/>
          </a:xfrm>
          <a:prstGeom prst="rect">
            <a:avLst/>
          </a:prstGeom>
        </p:spPr>
      </p:pic>
      <p:pic>
        <p:nvPicPr>
          <p:cNvPr id="8" name="Picture 7">
            <a:extLst>
              <a:ext uri="{FF2B5EF4-FFF2-40B4-BE49-F238E27FC236}">
                <a16:creationId xmlns:a16="http://schemas.microsoft.com/office/drawing/2014/main" id="{832B70A2-C013-4F99-A2CB-C96FF06ED6C3}"/>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223792" y="2889633"/>
            <a:ext cx="3384376" cy="2492897"/>
          </a:xfrm>
          <a:prstGeom prst="rect">
            <a:avLst/>
          </a:prstGeom>
        </p:spPr>
      </p:pic>
      <p:pic>
        <p:nvPicPr>
          <p:cNvPr id="6" name="Picture 5">
            <a:extLst>
              <a:ext uri="{FF2B5EF4-FFF2-40B4-BE49-F238E27FC236}">
                <a16:creationId xmlns:a16="http://schemas.microsoft.com/office/drawing/2014/main" id="{8129BDA0-5640-4E8A-990D-D34277CA8E32}"/>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7828351" y="2889635"/>
            <a:ext cx="3312368" cy="2492896"/>
          </a:xfrm>
          <a:prstGeom prst="rect">
            <a:avLst/>
          </a:prstGeom>
        </p:spPr>
      </p:pic>
      <p:pic>
        <p:nvPicPr>
          <p:cNvPr id="2" name="Picture 1">
            <a:extLst>
              <a:ext uri="{FF2B5EF4-FFF2-40B4-BE49-F238E27FC236}">
                <a16:creationId xmlns:a16="http://schemas.microsoft.com/office/drawing/2014/main" id="{388D13A8-4A6B-5E21-1448-D98340CA105D}"/>
              </a:ext>
            </a:extLst>
          </p:cNvPr>
          <p:cNvPicPr>
            <a:picLocks noChangeAspect="1"/>
          </p:cNvPicPr>
          <p:nvPr/>
        </p:nvPicPr>
        <p:blipFill>
          <a:blip r:embed="rId6"/>
          <a:stretch>
            <a:fillRect/>
          </a:stretch>
        </p:blipFill>
        <p:spPr>
          <a:xfrm>
            <a:off x="9912424" y="80801"/>
            <a:ext cx="970375" cy="1008112"/>
          </a:xfrm>
          <a:prstGeom prst="rect">
            <a:avLst/>
          </a:prstGeom>
        </p:spPr>
      </p:pic>
      <p:sp>
        <p:nvSpPr>
          <p:cNvPr id="3" name="Slide Number Placeholder 2">
            <a:extLst>
              <a:ext uri="{FF2B5EF4-FFF2-40B4-BE49-F238E27FC236}">
                <a16:creationId xmlns:a16="http://schemas.microsoft.com/office/drawing/2014/main" id="{E1A15341-2391-4258-9E93-B1E741A97FE2}"/>
              </a:ext>
            </a:extLst>
          </p:cNvPr>
          <p:cNvSpPr>
            <a:spLocks noGrp="1"/>
          </p:cNvSpPr>
          <p:nvPr>
            <p:ph type="sldNum" sz="quarter" idx="4294967295"/>
          </p:nvPr>
        </p:nvSpPr>
        <p:spPr>
          <a:xfrm>
            <a:off x="9448800" y="6356350"/>
            <a:ext cx="2743200" cy="365125"/>
          </a:xfrm>
        </p:spPr>
        <p:txBody>
          <a:bodyPr/>
          <a:lstStyle/>
          <a:p>
            <a:fld id="{7D1F73D0-75E4-E44C-9793-91CFC617ABC9}" type="slidenum">
              <a:rPr lang="en-US" smtClean="0"/>
              <a:t>9</a:t>
            </a:fld>
            <a:endParaRPr lang="en-US"/>
          </a:p>
        </p:txBody>
      </p:sp>
      <p:sp>
        <p:nvSpPr>
          <p:cNvPr id="9" name="TextBox 8">
            <a:extLst>
              <a:ext uri="{FF2B5EF4-FFF2-40B4-BE49-F238E27FC236}">
                <a16:creationId xmlns:a16="http://schemas.microsoft.com/office/drawing/2014/main" id="{D892F3F8-C2F0-4786-89AB-E66A053DA83A}"/>
              </a:ext>
            </a:extLst>
          </p:cNvPr>
          <p:cNvSpPr txBox="1"/>
          <p:nvPr/>
        </p:nvSpPr>
        <p:spPr>
          <a:xfrm>
            <a:off x="407368" y="1088913"/>
            <a:ext cx="11017224" cy="1461939"/>
          </a:xfrm>
          <a:prstGeom prst="rect">
            <a:avLst/>
          </a:prstGeom>
          <a:noFill/>
        </p:spPr>
        <p:txBody>
          <a:bodyPr wrap="square" rtlCol="0">
            <a:spAutoFit/>
          </a:bodyPr>
          <a:lstStyle/>
          <a:p>
            <a:pPr algn="ctr">
              <a:lnSpc>
                <a:spcPct val="150000"/>
              </a:lnSpc>
              <a:defRPr/>
            </a:pPr>
            <a:r>
              <a:rPr lang="en-US" sz="3600" b="1">
                <a:solidFill>
                  <a:schemeClr val="accent6">
                    <a:lumMod val="75000"/>
                  </a:schemeClr>
                </a:solidFill>
                <a:latin typeface="Times New Roman" panose="02020603050405020304" pitchFamily="18" charset="0"/>
                <a:cs typeface="Times New Roman" panose="02020603050405020304" pitchFamily="18" charset="0"/>
              </a:rPr>
              <a:t>PHẦN 2</a:t>
            </a:r>
          </a:p>
          <a:p>
            <a:pPr algn="ctr">
              <a:spcBef>
                <a:spcPts val="600"/>
              </a:spcBef>
              <a:spcAft>
                <a:spcPts val="600"/>
              </a:spcAft>
              <a:tabLst>
                <a:tab pos="974727" algn="l"/>
                <a:tab pos="1317627" algn="l"/>
                <a:tab pos="1376366" algn="l"/>
                <a:tab pos="1600202" algn="l"/>
              </a:tabLst>
            </a:pPr>
            <a:r>
              <a:rPr lang="en-US" sz="3000" b="1">
                <a:solidFill>
                  <a:schemeClr val="accent6">
                    <a:lumMod val="75000"/>
                  </a:schemeClr>
                </a:solidFill>
                <a:latin typeface="Times New Roman" panose="02020603050405020304" pitchFamily="18" charset="0"/>
                <a:cs typeface="Times New Roman" panose="02020603050405020304" pitchFamily="18" charset="0"/>
              </a:rPr>
              <a:t>CÔNG TÁC AN TOÀN TRÊN GIÀN NÉN KHÍ RỒNG</a:t>
            </a:r>
            <a:endParaRPr lang="en-US" sz="3000" b="1" dirty="0">
              <a:solidFill>
                <a:schemeClr val="accent6">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92213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416DADA9-B5B2-42D5-BE2B-C57666CA1908}"/>
              </a:ext>
            </a:extLst>
          </p:cNvPr>
          <p:cNvSpPr>
            <a:spLocks noGrp="1"/>
          </p:cNvSpPr>
          <p:nvPr>
            <p:ph idx="4294967295"/>
          </p:nvPr>
        </p:nvSpPr>
        <p:spPr>
          <a:xfrm>
            <a:off x="526700" y="1340768"/>
            <a:ext cx="11401947" cy="5184576"/>
          </a:xfrm>
        </p:spPr>
        <p:txBody>
          <a:bodyPr>
            <a:normAutofit fontScale="25000" lnSpcReduction="20000"/>
          </a:bodyPr>
          <a:lstStyle/>
          <a:p>
            <a:pPr marL="354013" indent="-354013">
              <a:lnSpc>
                <a:spcPct val="120000"/>
              </a:lnSpc>
              <a:spcBef>
                <a:spcPts val="500"/>
              </a:spcBef>
              <a:buFont typeface="Wingdings" panose="05000000000000000000" pitchFamily="2" charset="2"/>
              <a:buChar char="v"/>
            </a:pPr>
            <a:r>
              <a:rPr lang="en-US" sz="6600" b="1">
                <a:solidFill>
                  <a:schemeClr val="accent6">
                    <a:lumMod val="50000"/>
                  </a:schemeClr>
                </a:solidFill>
              </a:rPr>
              <a:t>CÁC QUY ĐỊNH, QUY PHẠM AN TOÀN:</a:t>
            </a:r>
            <a:endParaRPr lang="en-US" sz="6400">
              <a:solidFill>
                <a:schemeClr val="accent6">
                  <a:lumMod val="50000"/>
                </a:schemeClr>
              </a:solidFill>
            </a:endParaRPr>
          </a:p>
          <a:p>
            <a:pPr marL="354013" indent="-354013">
              <a:lnSpc>
                <a:spcPct val="120000"/>
              </a:lnSpc>
              <a:spcBef>
                <a:spcPts val="500"/>
              </a:spcBef>
              <a:buFont typeface="Wingdings" panose="05000000000000000000" pitchFamily="2" charset="2"/>
              <a:buChar char="§"/>
            </a:pPr>
            <a:r>
              <a:rPr lang="en-US" sz="6400">
                <a:solidFill>
                  <a:schemeClr val="accent6">
                    <a:lumMod val="50000"/>
                  </a:schemeClr>
                </a:solidFill>
              </a:rPr>
              <a:t>VSP-000-ATMT-401</a:t>
            </a:r>
            <a:r>
              <a:rPr lang="en-US" sz="6400" dirty="0">
                <a:solidFill>
                  <a:schemeClr val="accent6">
                    <a:lumMod val="50000"/>
                  </a:schemeClr>
                </a:solidFill>
              </a:rPr>
              <a:t>: </a:t>
            </a:r>
            <a:r>
              <a:rPr lang="en-US" sz="6400" dirty="0" err="1">
                <a:solidFill>
                  <a:schemeClr val="accent6">
                    <a:lumMod val="50000"/>
                  </a:schemeClr>
                </a:solidFill>
              </a:rPr>
              <a:t>Tuyển</a:t>
            </a:r>
            <a:r>
              <a:rPr lang="en-US" sz="6400" dirty="0">
                <a:solidFill>
                  <a:schemeClr val="accent6">
                    <a:lumMod val="50000"/>
                  </a:schemeClr>
                </a:solidFill>
              </a:rPr>
              <a:t> </a:t>
            </a:r>
            <a:r>
              <a:rPr lang="en-US" sz="6400" dirty="0" err="1">
                <a:solidFill>
                  <a:schemeClr val="accent6">
                    <a:lumMod val="50000"/>
                  </a:schemeClr>
                </a:solidFill>
              </a:rPr>
              <a:t>tập</a:t>
            </a:r>
            <a:r>
              <a:rPr lang="en-US" sz="6400" dirty="0">
                <a:solidFill>
                  <a:schemeClr val="accent6">
                    <a:lumMod val="50000"/>
                  </a:schemeClr>
                </a:solidFill>
              </a:rPr>
              <a:t> </a:t>
            </a:r>
            <a:r>
              <a:rPr lang="en-US" sz="6400" dirty="0" err="1">
                <a:solidFill>
                  <a:schemeClr val="accent6">
                    <a:lumMod val="50000"/>
                  </a:schemeClr>
                </a:solidFill>
              </a:rPr>
              <a:t>những</a:t>
            </a:r>
            <a:r>
              <a:rPr lang="en-US" sz="6400" dirty="0">
                <a:solidFill>
                  <a:schemeClr val="accent6">
                    <a:lumMod val="50000"/>
                  </a:schemeClr>
                </a:solidFill>
              </a:rPr>
              <a:t> </a:t>
            </a:r>
            <a:r>
              <a:rPr lang="en-US" sz="6400" dirty="0" err="1">
                <a:solidFill>
                  <a:schemeClr val="accent6">
                    <a:lumMod val="50000"/>
                  </a:schemeClr>
                </a:solidFill>
              </a:rPr>
              <a:t>quy</a:t>
            </a:r>
            <a:r>
              <a:rPr lang="en-US" sz="6400" dirty="0">
                <a:solidFill>
                  <a:schemeClr val="accent6">
                    <a:lumMod val="50000"/>
                  </a:schemeClr>
                </a:solidFill>
              </a:rPr>
              <a:t> </a:t>
            </a:r>
            <a:r>
              <a:rPr lang="en-US" sz="6400" dirty="0" err="1">
                <a:solidFill>
                  <a:schemeClr val="accent6">
                    <a:lumMod val="50000"/>
                  </a:schemeClr>
                </a:solidFill>
              </a:rPr>
              <a:t>định</a:t>
            </a:r>
            <a:r>
              <a:rPr lang="en-US" sz="6400" dirty="0">
                <a:solidFill>
                  <a:schemeClr val="accent6">
                    <a:lumMod val="50000"/>
                  </a:schemeClr>
                </a:solidFill>
              </a:rPr>
              <a:t> </a:t>
            </a:r>
            <a:r>
              <a:rPr lang="en-US" sz="6400" dirty="0" err="1">
                <a:solidFill>
                  <a:schemeClr val="accent6">
                    <a:lumMod val="50000"/>
                  </a:schemeClr>
                </a:solidFill>
              </a:rPr>
              <a:t>cơ</a:t>
            </a:r>
            <a:r>
              <a:rPr lang="en-US" sz="6400" dirty="0">
                <a:solidFill>
                  <a:schemeClr val="accent6">
                    <a:lumMod val="50000"/>
                  </a:schemeClr>
                </a:solidFill>
              </a:rPr>
              <a:t> </a:t>
            </a:r>
            <a:r>
              <a:rPr lang="en-US" sz="6400" dirty="0" err="1">
                <a:solidFill>
                  <a:schemeClr val="accent6">
                    <a:lumMod val="50000"/>
                  </a:schemeClr>
                </a:solidFill>
              </a:rPr>
              <a:t>bản</a:t>
            </a:r>
            <a:r>
              <a:rPr lang="en-US" sz="6400" dirty="0">
                <a:solidFill>
                  <a:schemeClr val="accent6">
                    <a:lumMod val="50000"/>
                  </a:schemeClr>
                </a:solidFill>
              </a:rPr>
              <a:t> </a:t>
            </a:r>
            <a:r>
              <a:rPr lang="en-US" sz="6400" dirty="0" err="1">
                <a:solidFill>
                  <a:schemeClr val="accent6">
                    <a:lumMod val="50000"/>
                  </a:schemeClr>
                </a:solidFill>
              </a:rPr>
              <a:t>về</a:t>
            </a:r>
            <a:r>
              <a:rPr lang="en-US" sz="6400" dirty="0">
                <a:solidFill>
                  <a:schemeClr val="accent6">
                    <a:lumMod val="50000"/>
                  </a:schemeClr>
                </a:solidFill>
              </a:rPr>
              <a:t> </a:t>
            </a:r>
            <a:r>
              <a:rPr lang="en-US" sz="6400" dirty="0" err="1">
                <a:solidFill>
                  <a:schemeClr val="accent6">
                    <a:lumMod val="50000"/>
                  </a:schemeClr>
                </a:solidFill>
              </a:rPr>
              <a:t>công</a:t>
            </a:r>
            <a:r>
              <a:rPr lang="en-US" sz="6400" dirty="0">
                <a:solidFill>
                  <a:schemeClr val="accent6">
                    <a:lumMod val="50000"/>
                  </a:schemeClr>
                </a:solidFill>
              </a:rPr>
              <a:t> </a:t>
            </a:r>
            <a:r>
              <a:rPr lang="en-US" sz="6400" dirty="0" err="1">
                <a:solidFill>
                  <a:schemeClr val="accent6">
                    <a:lumMod val="50000"/>
                  </a:schemeClr>
                </a:solidFill>
              </a:rPr>
              <a:t>tác</a:t>
            </a:r>
            <a:r>
              <a:rPr lang="en-US" sz="6400" dirty="0">
                <a:solidFill>
                  <a:schemeClr val="accent6">
                    <a:lumMod val="50000"/>
                  </a:schemeClr>
                </a:solidFill>
              </a:rPr>
              <a:t> </a:t>
            </a:r>
            <a:r>
              <a:rPr lang="en-US" sz="6400" dirty="0" err="1">
                <a:solidFill>
                  <a:schemeClr val="accent6">
                    <a:lumMod val="50000"/>
                  </a:schemeClr>
                </a:solidFill>
              </a:rPr>
              <a:t>bảo</a:t>
            </a:r>
            <a:r>
              <a:rPr lang="en-US" sz="6400" dirty="0">
                <a:solidFill>
                  <a:schemeClr val="accent6">
                    <a:lumMod val="50000"/>
                  </a:schemeClr>
                </a:solidFill>
              </a:rPr>
              <a:t> </a:t>
            </a:r>
            <a:r>
              <a:rPr lang="en-US" sz="6400" dirty="0" err="1">
                <a:solidFill>
                  <a:schemeClr val="accent6">
                    <a:lumMod val="50000"/>
                  </a:schemeClr>
                </a:solidFill>
              </a:rPr>
              <a:t>hô</a:t>
            </a:r>
            <a:r>
              <a:rPr lang="en-US" sz="6400" dirty="0">
                <a:solidFill>
                  <a:schemeClr val="accent6">
                    <a:lumMod val="50000"/>
                  </a:schemeClr>
                </a:solidFill>
              </a:rPr>
              <a:t> lao </a:t>
            </a:r>
            <a:r>
              <a:rPr lang="en-US" sz="6400" dirty="0" err="1">
                <a:solidFill>
                  <a:schemeClr val="accent6">
                    <a:lumMod val="50000"/>
                  </a:schemeClr>
                </a:solidFill>
              </a:rPr>
              <a:t>động</a:t>
            </a:r>
            <a:r>
              <a:rPr lang="en-US" sz="6400" dirty="0">
                <a:solidFill>
                  <a:schemeClr val="accent6">
                    <a:lumMod val="50000"/>
                  </a:schemeClr>
                </a:solidFill>
              </a:rPr>
              <a:t> </a:t>
            </a:r>
            <a:r>
              <a:rPr lang="en-US" sz="6400" dirty="0" err="1">
                <a:solidFill>
                  <a:schemeClr val="accent6">
                    <a:lumMod val="50000"/>
                  </a:schemeClr>
                </a:solidFill>
              </a:rPr>
              <a:t>trong</a:t>
            </a:r>
            <a:r>
              <a:rPr lang="en-US" sz="6400" dirty="0">
                <a:solidFill>
                  <a:schemeClr val="accent6">
                    <a:lumMod val="50000"/>
                  </a:schemeClr>
                </a:solidFill>
              </a:rPr>
              <a:t> Liên </a:t>
            </a:r>
            <a:r>
              <a:rPr lang="en-US" sz="6400" dirty="0" err="1">
                <a:solidFill>
                  <a:schemeClr val="accent6">
                    <a:lumMod val="50000"/>
                  </a:schemeClr>
                </a:solidFill>
              </a:rPr>
              <a:t>doanh</a:t>
            </a:r>
            <a:r>
              <a:rPr lang="en-US" sz="6400" dirty="0">
                <a:solidFill>
                  <a:schemeClr val="accent6">
                    <a:lumMod val="50000"/>
                  </a:schemeClr>
                </a:solidFill>
              </a:rPr>
              <a:t> Việt-Nga </a:t>
            </a:r>
            <a:r>
              <a:rPr lang="en-US" sz="6400" dirty="0" err="1">
                <a:solidFill>
                  <a:schemeClr val="accent6">
                    <a:lumMod val="50000"/>
                  </a:schemeClr>
                </a:solidFill>
              </a:rPr>
              <a:t>Vietsovpetro</a:t>
            </a:r>
            <a:endParaRPr lang="en-US" sz="6400" dirty="0">
              <a:solidFill>
                <a:schemeClr val="accent6">
                  <a:lumMod val="50000"/>
                </a:schemeClr>
              </a:solidFill>
            </a:endParaRPr>
          </a:p>
          <a:p>
            <a:pPr marL="354013" indent="-354013">
              <a:lnSpc>
                <a:spcPct val="120000"/>
              </a:lnSpc>
              <a:spcBef>
                <a:spcPts val="500"/>
              </a:spcBef>
              <a:buFont typeface="Wingdings" panose="05000000000000000000" pitchFamily="2" charset="2"/>
              <a:buChar char="§"/>
              <a:tabLst>
                <a:tab pos="361950" algn="l"/>
                <a:tab pos="533400" algn="l"/>
                <a:tab pos="2244725" algn="l"/>
              </a:tabLst>
            </a:pPr>
            <a:r>
              <a:rPr lang="vi-VN" sz="6400" dirty="0">
                <a:solidFill>
                  <a:schemeClr val="accent6">
                    <a:lumMod val="50000"/>
                  </a:schemeClr>
                </a:solidFill>
              </a:rPr>
              <a:t>VSP-000-ATMT-448: Quy định của Liên doanh Việt-Nga Vietsovpetro về quản lý an toàn - sức khỏe – môi trường đối với </a:t>
            </a:r>
            <a:r>
              <a:rPr lang="vi-VN" sz="6400">
                <a:solidFill>
                  <a:schemeClr val="accent6">
                    <a:lumMod val="50000"/>
                  </a:schemeClr>
                </a:solidFill>
              </a:rPr>
              <a:t>các </a:t>
            </a:r>
            <a:r>
              <a:rPr lang="en-US" sz="6400">
                <a:solidFill>
                  <a:schemeClr val="accent6">
                    <a:lumMod val="50000"/>
                  </a:schemeClr>
                </a:solidFill>
              </a:rPr>
              <a:t>   </a:t>
            </a:r>
            <a:r>
              <a:rPr lang="vi-VN" sz="6400" dirty="0">
                <a:solidFill>
                  <a:schemeClr val="accent6">
                    <a:lumMod val="50000"/>
                  </a:schemeClr>
                </a:solidFill>
              </a:rPr>
              <a:t>nhà thầu</a:t>
            </a:r>
          </a:p>
          <a:p>
            <a:pPr marL="354013" indent="-354013">
              <a:lnSpc>
                <a:spcPct val="120000"/>
              </a:lnSpc>
              <a:spcBef>
                <a:spcPts val="500"/>
              </a:spcBef>
              <a:buFont typeface="Wingdings" panose="05000000000000000000" pitchFamily="2" charset="2"/>
              <a:buChar char="§"/>
              <a:tabLst>
                <a:tab pos="361950" algn="l"/>
                <a:tab pos="533400" algn="l"/>
                <a:tab pos="2244725" algn="l"/>
              </a:tabLst>
            </a:pPr>
            <a:r>
              <a:rPr lang="vi-VN" sz="6400" dirty="0">
                <a:solidFill>
                  <a:schemeClr val="accent6">
                    <a:lumMod val="50000"/>
                  </a:schemeClr>
                </a:solidFill>
              </a:rPr>
              <a:t>VSP-000-ATMT-456: Quy định Cấm sử dụng đồ uống có cồn, các chất ma túy và công tác kiểm tra trên các Công trình của VSP</a:t>
            </a:r>
          </a:p>
          <a:p>
            <a:pPr marL="354013" indent="-354013">
              <a:lnSpc>
                <a:spcPct val="120000"/>
              </a:lnSpc>
              <a:spcBef>
                <a:spcPts val="500"/>
              </a:spcBef>
              <a:buFont typeface="Wingdings" panose="05000000000000000000" pitchFamily="2" charset="2"/>
              <a:buChar char="§"/>
              <a:tabLst>
                <a:tab pos="361950" algn="l"/>
                <a:tab pos="533400" algn="l"/>
                <a:tab pos="2244725" algn="l"/>
              </a:tabLst>
            </a:pPr>
            <a:r>
              <a:rPr lang="vi-VN" sz="6400" dirty="0">
                <a:solidFill>
                  <a:schemeClr val="accent6">
                    <a:lumMod val="50000"/>
                  </a:schemeClr>
                </a:solidFill>
              </a:rPr>
              <a:t>Chỉ thị 2039/QĐSX-TTBV: Tăng cường kiểm tra việc tuân thủ Quy định cấm sử dụng đồ uống có cồn, các chất ma túy trên các công trình VSP</a:t>
            </a:r>
          </a:p>
          <a:p>
            <a:pPr marL="354013" indent="-354013">
              <a:lnSpc>
                <a:spcPct val="120000"/>
              </a:lnSpc>
              <a:spcBef>
                <a:spcPts val="500"/>
              </a:spcBef>
              <a:buFont typeface="Wingdings" panose="05000000000000000000" pitchFamily="2" charset="2"/>
              <a:buChar char="§"/>
              <a:tabLst>
                <a:tab pos="361950" algn="l"/>
                <a:tab pos="533400" algn="l"/>
                <a:tab pos="2244725" algn="l"/>
              </a:tabLst>
            </a:pPr>
            <a:r>
              <a:rPr lang="vi-VN" sz="6400" dirty="0">
                <a:solidFill>
                  <a:schemeClr val="accent6">
                    <a:lumMod val="50000"/>
                  </a:schemeClr>
                </a:solidFill>
              </a:rPr>
              <a:t>Chỉ thị 33/CT-ATMT: Tăng cường công tác quản lý ATSKMT đối với các nhà thầu trên các Công trình của Vietsovpetro</a:t>
            </a:r>
          </a:p>
          <a:p>
            <a:pPr marL="354013" indent="-354013">
              <a:lnSpc>
                <a:spcPct val="120000"/>
              </a:lnSpc>
              <a:spcBef>
                <a:spcPts val="500"/>
              </a:spcBef>
              <a:buFont typeface="Wingdings" panose="05000000000000000000" pitchFamily="2" charset="2"/>
              <a:buChar char="§"/>
              <a:tabLst>
                <a:tab pos="361950" algn="l"/>
                <a:tab pos="533400" algn="l"/>
                <a:tab pos="2244725" algn="l"/>
              </a:tabLst>
            </a:pPr>
            <a:r>
              <a:rPr lang="en-US" sz="6400" dirty="0">
                <a:solidFill>
                  <a:schemeClr val="accent6">
                    <a:lumMod val="50000"/>
                  </a:schemeClr>
                </a:solidFill>
              </a:rPr>
              <a:t>VSP-000-ATMT-454</a:t>
            </a:r>
            <a:r>
              <a:rPr lang="en-US" sz="6400">
                <a:solidFill>
                  <a:schemeClr val="accent6">
                    <a:lumMod val="50000"/>
                  </a:schemeClr>
                </a:solidFill>
              </a:rPr>
              <a:t>: </a:t>
            </a:r>
            <a:r>
              <a:rPr lang="vi-VN" sz="6400" dirty="0">
                <a:solidFill>
                  <a:schemeClr val="accent6">
                    <a:lumMod val="50000"/>
                  </a:schemeClr>
                </a:solidFill>
              </a:rPr>
              <a:t>Quy trình phối hợp giữa bác sỹ biển và lãnh đạo CTB trong công tác chăm sóc sức khỏe cho người lao động trên công trình biển</a:t>
            </a:r>
            <a:endParaRPr lang="en-US" sz="6400" dirty="0">
              <a:solidFill>
                <a:schemeClr val="accent6">
                  <a:lumMod val="50000"/>
                </a:schemeClr>
              </a:solidFill>
            </a:endParaRPr>
          </a:p>
          <a:p>
            <a:pPr marL="354013" indent="-354013">
              <a:lnSpc>
                <a:spcPct val="120000"/>
              </a:lnSpc>
              <a:spcBef>
                <a:spcPts val="500"/>
              </a:spcBef>
              <a:buFont typeface="Wingdings" panose="05000000000000000000" pitchFamily="2" charset="2"/>
              <a:buChar char="§"/>
            </a:pPr>
            <a:r>
              <a:rPr lang="vi-VN" sz="6400" dirty="0">
                <a:solidFill>
                  <a:schemeClr val="accent6">
                    <a:lumMod val="50000"/>
                  </a:schemeClr>
                </a:solidFill>
              </a:rPr>
              <a:t>VSP-000-ATMT-402: Chương trình quản lý ATSKMT của Liên doanh Vietsovpetro</a:t>
            </a:r>
            <a:endParaRPr lang="en-US" sz="6400" dirty="0">
              <a:solidFill>
                <a:schemeClr val="accent6">
                  <a:lumMod val="50000"/>
                </a:schemeClr>
              </a:solidFill>
            </a:endParaRPr>
          </a:p>
          <a:p>
            <a:pPr marL="354013" indent="-354013">
              <a:lnSpc>
                <a:spcPct val="120000"/>
              </a:lnSpc>
              <a:spcBef>
                <a:spcPts val="500"/>
              </a:spcBef>
              <a:buFont typeface="Wingdings" panose="05000000000000000000" pitchFamily="2" charset="2"/>
              <a:buChar char="§"/>
            </a:pPr>
            <a:r>
              <a:rPr lang="vi-VN" sz="6400" dirty="0">
                <a:solidFill>
                  <a:schemeClr val="accent6">
                    <a:lumMod val="50000"/>
                  </a:schemeClr>
                </a:solidFill>
              </a:rPr>
              <a:t>VSP-000-ATMT-460: Quy định về huấn luyện, hướng dẫn, kiểm tra kiến thức ATSKMT của VSP</a:t>
            </a:r>
            <a:endParaRPr lang="en-US" sz="6400" dirty="0">
              <a:solidFill>
                <a:schemeClr val="accent6">
                  <a:lumMod val="50000"/>
                </a:schemeClr>
              </a:solidFill>
            </a:endParaRPr>
          </a:p>
          <a:p>
            <a:pPr marL="354013" indent="-354013">
              <a:lnSpc>
                <a:spcPct val="120000"/>
              </a:lnSpc>
              <a:spcBef>
                <a:spcPts val="500"/>
              </a:spcBef>
              <a:buFont typeface="Wingdings" panose="05000000000000000000" pitchFamily="2" charset="2"/>
              <a:buChar char="§"/>
            </a:pPr>
            <a:r>
              <a:rPr lang="vi-VN" sz="6400" dirty="0">
                <a:solidFill>
                  <a:schemeClr val="accent6">
                    <a:lumMod val="50000"/>
                  </a:schemeClr>
                </a:solidFill>
              </a:rPr>
              <a:t>VSP-000-ATMT-435: Quy định phân loại và xử lý chất thải</a:t>
            </a:r>
            <a:endParaRPr lang="en-US" sz="6400" dirty="0">
              <a:solidFill>
                <a:schemeClr val="accent6">
                  <a:lumMod val="50000"/>
                </a:schemeClr>
              </a:solidFill>
            </a:endParaRPr>
          </a:p>
          <a:p>
            <a:pPr marL="354013" indent="-354013">
              <a:lnSpc>
                <a:spcPct val="120000"/>
              </a:lnSpc>
              <a:spcBef>
                <a:spcPts val="500"/>
              </a:spcBef>
              <a:buFont typeface="Wingdings" panose="05000000000000000000" pitchFamily="2" charset="2"/>
              <a:buChar char="§"/>
            </a:pPr>
            <a:r>
              <a:rPr lang="vi-VN" sz="6400" dirty="0">
                <a:solidFill>
                  <a:schemeClr val="accent6">
                    <a:lumMod val="50000"/>
                  </a:schemeClr>
                </a:solidFill>
              </a:rPr>
              <a:t>VSP-000-ATMT-474: Quy định về phân tích an toàn công việc</a:t>
            </a:r>
            <a:r>
              <a:rPr lang="en-US" sz="6400" dirty="0">
                <a:solidFill>
                  <a:schemeClr val="accent6">
                    <a:lumMod val="50000"/>
                  </a:schemeClr>
                </a:solidFill>
              </a:rPr>
              <a:t> JSA &amp; </a:t>
            </a:r>
            <a:r>
              <a:rPr lang="en-US" sz="6400" dirty="0" err="1">
                <a:solidFill>
                  <a:schemeClr val="accent6">
                    <a:lumMod val="50000"/>
                  </a:schemeClr>
                </a:solidFill>
              </a:rPr>
              <a:t>Giấy</a:t>
            </a:r>
            <a:r>
              <a:rPr lang="en-US" sz="6400" dirty="0">
                <a:solidFill>
                  <a:schemeClr val="accent6">
                    <a:lumMod val="50000"/>
                  </a:schemeClr>
                </a:solidFill>
              </a:rPr>
              <a:t> </a:t>
            </a:r>
            <a:r>
              <a:rPr lang="en-US" sz="6400" dirty="0" err="1">
                <a:solidFill>
                  <a:schemeClr val="accent6">
                    <a:lumMod val="50000"/>
                  </a:schemeClr>
                </a:solidFill>
              </a:rPr>
              <a:t>phép</a:t>
            </a:r>
            <a:r>
              <a:rPr lang="en-US" sz="6400" dirty="0">
                <a:solidFill>
                  <a:schemeClr val="accent6">
                    <a:lumMod val="50000"/>
                  </a:schemeClr>
                </a:solidFill>
              </a:rPr>
              <a:t> </a:t>
            </a:r>
            <a:r>
              <a:rPr lang="en-US" sz="6400" dirty="0" err="1">
                <a:solidFill>
                  <a:schemeClr val="accent6">
                    <a:lumMod val="50000"/>
                  </a:schemeClr>
                </a:solidFill>
              </a:rPr>
              <a:t>làm</a:t>
            </a:r>
            <a:r>
              <a:rPr lang="en-US" sz="6400" dirty="0">
                <a:solidFill>
                  <a:schemeClr val="accent6">
                    <a:lumMod val="50000"/>
                  </a:schemeClr>
                </a:solidFill>
              </a:rPr>
              <a:t> </a:t>
            </a:r>
            <a:r>
              <a:rPr lang="en-US" sz="6400" dirty="0" err="1">
                <a:solidFill>
                  <a:schemeClr val="accent6">
                    <a:lumMod val="50000"/>
                  </a:schemeClr>
                </a:solidFill>
              </a:rPr>
              <a:t>việc</a:t>
            </a:r>
            <a:endParaRPr lang="en-US" sz="6400" dirty="0">
              <a:solidFill>
                <a:schemeClr val="accent6">
                  <a:lumMod val="50000"/>
                </a:schemeClr>
              </a:solidFill>
            </a:endParaRPr>
          </a:p>
          <a:p>
            <a:pPr marL="354013" indent="-354013">
              <a:lnSpc>
                <a:spcPct val="120000"/>
              </a:lnSpc>
              <a:spcBef>
                <a:spcPts val="500"/>
              </a:spcBef>
              <a:buFont typeface="Wingdings" panose="05000000000000000000" pitchFamily="2" charset="2"/>
              <a:buChar char="§"/>
            </a:pPr>
            <a:r>
              <a:rPr lang="vi-VN" sz="6400" dirty="0">
                <a:solidFill>
                  <a:schemeClr val="accent6">
                    <a:lumMod val="50000"/>
                  </a:schemeClr>
                </a:solidFill>
              </a:rPr>
              <a:t>VSP-000-ATMT-475: Quy định về việc xử lý các hành vi vi phạm các quy định về an toàn, vệ sinh lao động và bảo vệ môi trường của Vietsovpetro</a:t>
            </a:r>
            <a:endParaRPr lang="en-US" sz="6400" dirty="0">
              <a:solidFill>
                <a:schemeClr val="accent6">
                  <a:lumMod val="50000"/>
                </a:schemeClr>
              </a:solidFill>
            </a:endParaRPr>
          </a:p>
          <a:p>
            <a:pPr marL="354013" indent="-354013">
              <a:lnSpc>
                <a:spcPct val="120000"/>
              </a:lnSpc>
              <a:spcBef>
                <a:spcPts val="500"/>
              </a:spcBef>
              <a:buFont typeface="Wingdings" panose="05000000000000000000" pitchFamily="2" charset="2"/>
              <a:buChar char="§"/>
            </a:pPr>
            <a:r>
              <a:rPr lang="vi-VN" sz="6400" dirty="0">
                <a:solidFill>
                  <a:schemeClr val="accent6">
                    <a:lumMod val="50000"/>
                  </a:schemeClr>
                </a:solidFill>
              </a:rPr>
              <a:t>Các chỉ thị của Vietsovpetro ban hành có liên quan tới công tác quản lý an toàn, sức khỏe, môi trường đối với nhà thầu</a:t>
            </a:r>
            <a:r>
              <a:rPr lang="en-US" sz="6400" dirty="0">
                <a:solidFill>
                  <a:schemeClr val="accent6">
                    <a:lumMod val="50000"/>
                  </a:schemeClr>
                </a:solidFill>
              </a:rPr>
              <a:t>…..</a:t>
            </a:r>
          </a:p>
        </p:txBody>
      </p:sp>
      <p:sp>
        <p:nvSpPr>
          <p:cNvPr id="5" name="Slide Number Placeholder 4">
            <a:extLst>
              <a:ext uri="{FF2B5EF4-FFF2-40B4-BE49-F238E27FC236}">
                <a16:creationId xmlns:a16="http://schemas.microsoft.com/office/drawing/2014/main" id="{DC913FED-F0B1-4814-BC69-E4E9F232447C}"/>
              </a:ext>
            </a:extLst>
          </p:cNvPr>
          <p:cNvSpPr>
            <a:spLocks noGrp="1"/>
          </p:cNvSpPr>
          <p:nvPr>
            <p:ph type="sldNum" sz="quarter" idx="4294967295"/>
          </p:nvPr>
        </p:nvSpPr>
        <p:spPr>
          <a:xfrm>
            <a:off x="9448800" y="6356350"/>
            <a:ext cx="2743200" cy="365125"/>
          </a:xfrm>
        </p:spPr>
        <p:txBody>
          <a:bodyPr/>
          <a:lstStyle/>
          <a:p>
            <a:fld id="{7D1F73D0-75E4-E44C-9793-91CFC617ABC9}" type="slidenum">
              <a:rPr lang="en-US" smtClean="0"/>
              <a:t>10</a:t>
            </a:fld>
            <a:endParaRPr lang="en-US"/>
          </a:p>
        </p:txBody>
      </p:sp>
      <p:sp>
        <p:nvSpPr>
          <p:cNvPr id="9" name="TextBox 8">
            <a:extLst>
              <a:ext uri="{FF2B5EF4-FFF2-40B4-BE49-F238E27FC236}">
                <a16:creationId xmlns:a16="http://schemas.microsoft.com/office/drawing/2014/main" id="{52FD6148-436E-4E63-A27F-DF5C87F68E53}"/>
              </a:ext>
            </a:extLst>
          </p:cNvPr>
          <p:cNvSpPr txBox="1"/>
          <p:nvPr/>
        </p:nvSpPr>
        <p:spPr>
          <a:xfrm>
            <a:off x="2648372" y="548680"/>
            <a:ext cx="6759996" cy="400110"/>
          </a:xfrm>
          <a:prstGeom prst="rect">
            <a:avLst/>
          </a:prstGeom>
          <a:noFill/>
        </p:spPr>
        <p:txBody>
          <a:bodyPr wrap="square" rtlCol="0">
            <a:spAutoFit/>
          </a:bodyPr>
          <a:lstStyle/>
          <a:p>
            <a:pPr fontAlgn="base">
              <a:spcBef>
                <a:spcPct val="0"/>
              </a:spcBef>
              <a:spcAft>
                <a:spcPct val="0"/>
              </a:spcAft>
            </a:pPr>
            <a:r>
              <a:rPr lang="en-US" sz="2000" b="1" kern="0">
                <a:solidFill>
                  <a:schemeClr val="accent6">
                    <a:lumMod val="50000"/>
                  </a:schemeClr>
                </a:solidFill>
                <a:latin typeface="Times New Roman" pitchFamily="18" charset="0"/>
                <a:cs typeface="Times New Roman" pitchFamily="18" charset="0"/>
              </a:rPr>
              <a:t>2</a:t>
            </a:r>
            <a:r>
              <a:rPr lang="en-US" sz="2000" b="1" kern="0" dirty="0">
                <a:solidFill>
                  <a:schemeClr val="accent6">
                    <a:lumMod val="50000"/>
                  </a:schemeClr>
                </a:solidFill>
                <a:latin typeface="Times New Roman" pitchFamily="18" charset="0"/>
                <a:cs typeface="Times New Roman" pitchFamily="18" charset="0"/>
              </a:rPr>
              <a:t>. CÔNG TÁC AN TOÀN TRÊN GIÀN NÉN KHÍ RỒNG</a:t>
            </a:r>
            <a:endParaRPr lang="en-US" sz="2000" b="1" dirty="0">
              <a:solidFill>
                <a:schemeClr val="accent6">
                  <a:lumMod val="50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26017638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05E65-8880-BD3A-DA50-C4652F599358}"/>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90149601-1265-2107-1765-C8752629B896}"/>
              </a:ext>
            </a:extLst>
          </p:cNvPr>
          <p:cNvSpPr txBox="1"/>
          <p:nvPr/>
        </p:nvSpPr>
        <p:spPr>
          <a:xfrm>
            <a:off x="2648372" y="548680"/>
            <a:ext cx="6759996" cy="400110"/>
          </a:xfrm>
          <a:prstGeom prst="rect">
            <a:avLst/>
          </a:prstGeom>
          <a:noFill/>
        </p:spPr>
        <p:txBody>
          <a:bodyPr wrap="square" rtlCol="0">
            <a:spAutoFit/>
          </a:bodyPr>
          <a:lstStyle/>
          <a:p>
            <a:pPr fontAlgn="base">
              <a:spcBef>
                <a:spcPct val="0"/>
              </a:spcBef>
              <a:spcAft>
                <a:spcPct val="0"/>
              </a:spcAft>
            </a:pPr>
            <a:r>
              <a:rPr lang="en-US" sz="2000" b="1" kern="0" dirty="0">
                <a:solidFill>
                  <a:schemeClr val="accent6">
                    <a:lumMod val="50000"/>
                  </a:schemeClr>
                </a:solidFill>
                <a:latin typeface="Times New Roman" pitchFamily="18" charset="0"/>
                <a:cs typeface="Times New Roman" pitchFamily="18" charset="0"/>
              </a:rPr>
              <a:t>2</a:t>
            </a:r>
            <a:r>
              <a:rPr lang="en-US" sz="2000" b="1" kern="0">
                <a:solidFill>
                  <a:schemeClr val="accent6">
                    <a:lumMod val="50000"/>
                  </a:schemeClr>
                </a:solidFill>
                <a:latin typeface="Times New Roman" pitchFamily="18" charset="0"/>
                <a:cs typeface="Times New Roman" pitchFamily="18" charset="0"/>
              </a:rPr>
              <a:t>. </a:t>
            </a:r>
            <a:r>
              <a:rPr lang="en-US" sz="2000" b="1" kern="0" dirty="0">
                <a:solidFill>
                  <a:schemeClr val="accent6">
                    <a:lumMod val="50000"/>
                  </a:schemeClr>
                </a:solidFill>
                <a:latin typeface="Times New Roman" pitchFamily="18" charset="0"/>
                <a:cs typeface="Times New Roman" pitchFamily="18" charset="0"/>
              </a:rPr>
              <a:t>CÔNG TÁC AN TOÀN TRÊN GIÀN NÉN KHÍ RỒNG</a:t>
            </a:r>
            <a:endParaRPr lang="en-US" sz="2000" b="1" dirty="0">
              <a:solidFill>
                <a:schemeClr val="accent6">
                  <a:lumMod val="50000"/>
                </a:schemeClr>
              </a:solidFill>
              <a:latin typeface="Times New Roman" pitchFamily="18" charset="0"/>
              <a:cs typeface="Times New Roman" pitchFamily="18" charset="0"/>
            </a:endParaRPr>
          </a:p>
        </p:txBody>
      </p:sp>
      <p:sp>
        <p:nvSpPr>
          <p:cNvPr id="31" name="Rectangle 30">
            <a:extLst>
              <a:ext uri="{FF2B5EF4-FFF2-40B4-BE49-F238E27FC236}">
                <a16:creationId xmlns:a16="http://schemas.microsoft.com/office/drawing/2014/main" id="{A92F501B-0936-410A-A566-49D270F4F6E6}"/>
              </a:ext>
            </a:extLst>
          </p:cNvPr>
          <p:cNvSpPr/>
          <p:nvPr/>
        </p:nvSpPr>
        <p:spPr>
          <a:xfrm>
            <a:off x="479377" y="1340768"/>
            <a:ext cx="11521280" cy="5355312"/>
          </a:xfrm>
          <a:prstGeom prst="rect">
            <a:avLst/>
          </a:prstGeom>
        </p:spPr>
        <p:txBody>
          <a:bodyPr wrap="square">
            <a:spAutoFit/>
          </a:bodyPr>
          <a:lstStyle/>
          <a:p>
            <a:pPr algn="just"/>
            <a:r>
              <a:rPr lang="en-US" sz="1900">
                <a:solidFill>
                  <a:schemeClr val="accent6">
                    <a:lumMod val="50000"/>
                  </a:schemeClr>
                </a:solidFill>
                <a:latin typeface="Times New Roman" panose="02020603050405020304" pitchFamily="18" charset="0"/>
                <a:cs typeface="Times New Roman" panose="02020603050405020304" pitchFamily="18" charset="0"/>
              </a:rPr>
              <a:t>T</a:t>
            </a:r>
            <a:r>
              <a:rPr lang="vi-VN" sz="1900" dirty="0">
                <a:solidFill>
                  <a:schemeClr val="accent6">
                    <a:lumMod val="50000"/>
                  </a:schemeClr>
                </a:solidFill>
                <a:latin typeface="Times New Roman" panose="02020603050405020304" pitchFamily="18" charset="0"/>
                <a:cs typeface="Times New Roman" panose="02020603050405020304" pitchFamily="18" charset="0"/>
              </a:rPr>
              <a:t>heo quy định của </a:t>
            </a:r>
            <a:r>
              <a:rPr lang="en-US" sz="1900" dirty="0">
                <a:solidFill>
                  <a:schemeClr val="accent6">
                    <a:lumMod val="50000"/>
                  </a:schemeClr>
                </a:solidFill>
                <a:latin typeface="Times New Roman" panose="02020603050405020304" pitchFamily="18" charset="0"/>
                <a:cs typeface="Times New Roman" panose="02020603050405020304" pitchFamily="18" charset="0"/>
              </a:rPr>
              <a:t>VSP</a:t>
            </a:r>
            <a:r>
              <a:rPr lang="vi-VN" sz="1900" dirty="0">
                <a:solidFill>
                  <a:schemeClr val="accent6">
                    <a:lumMod val="50000"/>
                  </a:schemeClr>
                </a:solidFill>
                <a:latin typeface="Times New Roman" panose="02020603050405020304" pitchFamily="18" charset="0"/>
                <a:cs typeface="Times New Roman" panose="02020603050405020304" pitchFamily="18" charset="0"/>
              </a:rPr>
              <a:t> về công tác </a:t>
            </a:r>
            <a:r>
              <a:rPr lang="en-US" sz="1900" dirty="0">
                <a:solidFill>
                  <a:schemeClr val="accent6">
                    <a:lumMod val="50000"/>
                  </a:schemeClr>
                </a:solidFill>
                <a:latin typeface="Times New Roman" panose="02020603050405020304" pitchFamily="18" charset="0"/>
                <a:cs typeface="Times New Roman" panose="02020603050405020304" pitchFamily="18" charset="0"/>
              </a:rPr>
              <a:t>ATSKMT</a:t>
            </a:r>
            <a:r>
              <a:rPr lang="vi-VN" sz="1900" dirty="0">
                <a:solidFill>
                  <a:schemeClr val="accent6">
                    <a:lumMod val="50000"/>
                  </a:schemeClr>
                </a:solidFill>
                <a:latin typeface="Times New Roman" panose="02020603050405020304" pitchFamily="18" charset="0"/>
                <a:cs typeface="Times New Roman" panose="02020603050405020304" pitchFamily="18" charset="0"/>
              </a:rPr>
              <a:t> đối với các nhà thầu (VSP-000-448-ATMT, và Chỉ thị số 33</a:t>
            </a:r>
            <a:r>
              <a:rPr lang="vi-VN" sz="1900">
                <a:solidFill>
                  <a:schemeClr val="accent6">
                    <a:lumMod val="50000"/>
                  </a:schemeClr>
                </a:solidFill>
                <a:latin typeface="Times New Roman" panose="02020603050405020304" pitchFamily="18" charset="0"/>
                <a:cs typeface="Times New Roman" panose="02020603050405020304" pitchFamily="18" charset="0"/>
              </a:rPr>
              <a:t>/CT-ATMT</a:t>
            </a:r>
            <a:r>
              <a:rPr lang="vi-VN" sz="1900" dirty="0">
                <a:solidFill>
                  <a:schemeClr val="accent6">
                    <a:lumMod val="50000"/>
                  </a:schemeClr>
                </a:solidFill>
                <a:latin typeface="Times New Roman" panose="02020603050405020304" pitchFamily="18" charset="0"/>
                <a:cs typeface="Times New Roman" panose="02020603050405020304" pitchFamily="18" charset="0"/>
              </a:rPr>
              <a:t> về việc tăng cường quản lý ATSKMT trên các công </a:t>
            </a:r>
            <a:r>
              <a:rPr lang="vi-VN" sz="1900">
                <a:solidFill>
                  <a:schemeClr val="accent6">
                    <a:lumMod val="50000"/>
                  </a:schemeClr>
                </a:solidFill>
                <a:latin typeface="Times New Roman" panose="02020603050405020304" pitchFamily="18" charset="0"/>
                <a:cs typeface="Times New Roman" panose="02020603050405020304" pitchFamily="18" charset="0"/>
              </a:rPr>
              <a:t>trình biển</a:t>
            </a:r>
            <a:r>
              <a:rPr lang="en-US" sz="1900" dirty="0">
                <a:solidFill>
                  <a:schemeClr val="accent6">
                    <a:lumMod val="50000"/>
                  </a:schemeClr>
                </a:solidFill>
                <a:latin typeface="Times New Roman" panose="02020603050405020304" pitchFamily="18" charset="0"/>
                <a:cs typeface="Times New Roman" panose="02020603050405020304" pitchFamily="18" charset="0"/>
              </a:rPr>
              <a:t>:</a:t>
            </a:r>
            <a:endParaRPr lang="vi-VN" sz="1900" dirty="0">
              <a:solidFill>
                <a:schemeClr val="accent6">
                  <a:lumMod val="50000"/>
                </a:schemeClr>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v"/>
            </a:pPr>
            <a:r>
              <a:rPr lang="vi-VN" sz="1900" b="1">
                <a:solidFill>
                  <a:schemeClr val="accent6">
                    <a:lumMod val="50000"/>
                  </a:schemeClr>
                </a:solidFill>
                <a:latin typeface="Times New Roman" panose="02020603050405020304" pitchFamily="18" charset="0"/>
                <a:cs typeface="Times New Roman" panose="02020603050405020304" pitchFamily="18" charset="0"/>
              </a:rPr>
              <a:t>Về </a:t>
            </a:r>
            <a:r>
              <a:rPr lang="vi-VN" sz="1900" b="1" dirty="0">
                <a:solidFill>
                  <a:schemeClr val="accent6">
                    <a:lumMod val="50000"/>
                  </a:schemeClr>
                </a:solidFill>
                <a:latin typeface="Times New Roman" panose="02020603050405020304" pitchFamily="18" charset="0"/>
                <a:cs typeface="Times New Roman" panose="02020603050405020304" pitchFamily="18" charset="0"/>
              </a:rPr>
              <a:t>hồ sơ và thông tin nhà thầu</a:t>
            </a:r>
            <a:r>
              <a:rPr lang="en-US" sz="1900" b="1" dirty="0">
                <a:solidFill>
                  <a:schemeClr val="accent6">
                    <a:lumMod val="50000"/>
                  </a:schemeClr>
                </a:solidFill>
                <a:latin typeface="Times New Roman" panose="02020603050405020304" pitchFamily="18" charset="0"/>
                <a:cs typeface="Times New Roman" panose="02020603050405020304" pitchFamily="18" charset="0"/>
              </a:rPr>
              <a:t> </a:t>
            </a:r>
            <a:r>
              <a:rPr lang="vi-VN" sz="1900" b="1" dirty="0">
                <a:solidFill>
                  <a:schemeClr val="accent6">
                    <a:lumMod val="50000"/>
                  </a:schemeClr>
                </a:solidFill>
                <a:latin typeface="Times New Roman" panose="02020603050405020304" pitchFamily="18" charset="0"/>
                <a:cs typeface="Times New Roman" panose="02020603050405020304" pitchFamily="18" charset="0"/>
              </a:rPr>
              <a:t>cung cấp đầy đủ:</a:t>
            </a:r>
          </a:p>
          <a:p>
            <a:pPr marL="342900" indent="-342900" algn="just">
              <a:buFont typeface="Wingdings" panose="05000000000000000000" pitchFamily="2" charset="2"/>
              <a:buChar char="§"/>
            </a:pPr>
            <a:r>
              <a:rPr lang="vi-VN" sz="1900" dirty="0">
                <a:solidFill>
                  <a:schemeClr val="accent6">
                    <a:lumMod val="50000"/>
                  </a:schemeClr>
                </a:solidFill>
                <a:latin typeface="Times New Roman" panose="02020603050405020304" pitchFamily="18" charset="0"/>
                <a:cs typeface="Times New Roman" panose="02020603050405020304" pitchFamily="18" charset="0"/>
              </a:rPr>
              <a:t>Hồ sơ hợp đồng.</a:t>
            </a:r>
          </a:p>
          <a:p>
            <a:pPr marL="342900" indent="-342900" algn="just">
              <a:buFont typeface="Wingdings" panose="05000000000000000000" pitchFamily="2" charset="2"/>
              <a:buChar char="§"/>
            </a:pPr>
            <a:r>
              <a:rPr lang="vi-VN" sz="1900" dirty="0">
                <a:solidFill>
                  <a:schemeClr val="accent6">
                    <a:lumMod val="50000"/>
                  </a:schemeClr>
                </a:solidFill>
                <a:latin typeface="Times New Roman" panose="02020603050405020304" pitchFamily="18" charset="0"/>
                <a:cs typeface="Times New Roman" panose="02020603050405020304" pitchFamily="18" charset="0"/>
              </a:rPr>
              <a:t>Danh sách người chịu trách nhiệm, người giám sát, người trực tiếp thực hiện công việc.</a:t>
            </a:r>
            <a:endParaRPr lang="en-US" sz="1900" dirty="0">
              <a:solidFill>
                <a:schemeClr val="accent6">
                  <a:lumMod val="50000"/>
                </a:schemeClr>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vi-VN" sz="1900" dirty="0">
                <a:solidFill>
                  <a:schemeClr val="accent6">
                    <a:lumMod val="50000"/>
                  </a:schemeClr>
                </a:solidFill>
                <a:latin typeface="Times New Roman" panose="02020603050405020304" pitchFamily="18" charset="0"/>
                <a:cs typeface="Times New Roman" panose="02020603050405020304" pitchFamily="18" charset="0"/>
              </a:rPr>
              <a:t> Danh sách CBCNV, các chứng chỉ bằng cấp còn hiệu lực, phù hợp quy định VSP.</a:t>
            </a:r>
            <a:endParaRPr lang="en-US" sz="1900" dirty="0">
              <a:solidFill>
                <a:schemeClr val="accent6">
                  <a:lumMod val="50000"/>
                </a:schemeClr>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vi-VN" sz="1900" dirty="0">
                <a:solidFill>
                  <a:schemeClr val="accent6">
                    <a:lumMod val="50000"/>
                  </a:schemeClr>
                </a:solidFill>
                <a:latin typeface="Times New Roman" panose="02020603050405020304" pitchFamily="18" charset="0"/>
                <a:cs typeface="Times New Roman" panose="02020603050405020304" pitchFamily="18" charset="0"/>
              </a:rPr>
              <a:t>Thông tin lý lịch thiết bị, kèm giấy chứng nhận hiệu lực còn thời hạn.</a:t>
            </a:r>
            <a:endParaRPr lang="en-US" sz="1900" dirty="0">
              <a:solidFill>
                <a:schemeClr val="accent6">
                  <a:lumMod val="50000"/>
                </a:schemeClr>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vi-VN" sz="1900" dirty="0">
                <a:solidFill>
                  <a:schemeClr val="accent6">
                    <a:lumMod val="50000"/>
                  </a:schemeClr>
                </a:solidFill>
                <a:latin typeface="Times New Roman" panose="02020603050405020304" pitchFamily="18" charset="0"/>
                <a:cs typeface="Times New Roman" panose="02020603050405020304" pitchFamily="18" charset="0"/>
              </a:rPr>
              <a:t>Các chứng nhận về sức khỏe, an toàn theo yêu cầu chung trước khi ra công trình.</a:t>
            </a:r>
            <a:endParaRPr lang="en-US" sz="1900" dirty="0">
              <a:solidFill>
                <a:schemeClr val="accent6">
                  <a:lumMod val="50000"/>
                </a:schemeClr>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v"/>
            </a:pPr>
            <a:r>
              <a:rPr lang="vi-VN" sz="1900" b="1">
                <a:solidFill>
                  <a:schemeClr val="accent6">
                    <a:lumMod val="50000"/>
                  </a:schemeClr>
                </a:solidFill>
                <a:latin typeface="Times New Roman" panose="02020603050405020304" pitchFamily="18" charset="0"/>
                <a:cs typeface="Times New Roman" panose="02020603050405020304" pitchFamily="18" charset="0"/>
              </a:rPr>
              <a:t>Báo </a:t>
            </a:r>
            <a:r>
              <a:rPr lang="vi-VN" sz="1900" b="1" dirty="0">
                <a:solidFill>
                  <a:schemeClr val="accent6">
                    <a:lumMod val="50000"/>
                  </a:schemeClr>
                </a:solidFill>
                <a:latin typeface="Times New Roman" panose="02020603050405020304" pitchFamily="18" charset="0"/>
                <a:cs typeface="Times New Roman" panose="02020603050405020304" pitchFamily="18" charset="0"/>
              </a:rPr>
              <a:t>cáo công việc và nhân sự:</a:t>
            </a:r>
            <a:endParaRPr lang="en-US" sz="1900" b="1" dirty="0">
              <a:solidFill>
                <a:schemeClr val="accent6">
                  <a:lumMod val="50000"/>
                </a:schemeClr>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vi-VN" sz="1900" dirty="0">
                <a:solidFill>
                  <a:schemeClr val="accent6">
                    <a:lumMod val="50000"/>
                  </a:schemeClr>
                </a:solidFill>
                <a:latin typeface="Times New Roman" panose="02020603050405020304" pitchFamily="18" charset="0"/>
                <a:cs typeface="Times New Roman" panose="02020603050405020304" pitchFamily="18" charset="0"/>
              </a:rPr>
              <a:t>Yêu cầu các đốc công/bộ phận phụ trách thực hiện báo cáo tiến độ</a:t>
            </a:r>
            <a:r>
              <a:rPr lang="en-US" sz="1900" dirty="0">
                <a:solidFill>
                  <a:schemeClr val="accent6">
                    <a:lumMod val="50000"/>
                  </a:schemeClr>
                </a:solidFill>
                <a:latin typeface="Times New Roman" panose="02020603050405020304" pitchFamily="18" charset="0"/>
                <a:cs typeface="Times New Roman" panose="02020603050405020304" pitchFamily="18" charset="0"/>
              </a:rPr>
              <a:t> </a:t>
            </a:r>
            <a:r>
              <a:rPr lang="vi-VN" sz="1900" dirty="0">
                <a:solidFill>
                  <a:schemeClr val="accent6">
                    <a:lumMod val="50000"/>
                  </a:schemeClr>
                </a:solidFill>
                <a:latin typeface="Times New Roman" panose="02020603050405020304" pitchFamily="18" charset="0"/>
                <a:cs typeface="Times New Roman" panose="02020603050405020304" pitchFamily="18" charset="0"/>
              </a:rPr>
              <a:t>hàng ngày và hàng tuần.</a:t>
            </a:r>
            <a:endParaRPr lang="en-US" sz="1900" dirty="0">
              <a:solidFill>
                <a:schemeClr val="accent6">
                  <a:lumMod val="50000"/>
                </a:schemeClr>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vi-VN" sz="1900" dirty="0">
                <a:solidFill>
                  <a:schemeClr val="accent6">
                    <a:lumMod val="50000"/>
                  </a:schemeClr>
                </a:solidFill>
                <a:latin typeface="Times New Roman" panose="02020603050405020304" pitchFamily="18" charset="0"/>
                <a:cs typeface="Times New Roman" panose="02020603050405020304" pitchFamily="18" charset="0"/>
              </a:rPr>
              <a:t>Trước khi nhân lực của nhà thầu ra công trình, cần thông báo và thỏa thuận trước về số lượng nhân lực.</a:t>
            </a:r>
            <a:endParaRPr lang="en-US" sz="1900" dirty="0">
              <a:solidFill>
                <a:schemeClr val="accent6">
                  <a:lumMod val="50000"/>
                </a:schemeClr>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vi-VN" sz="1900" dirty="0">
                <a:solidFill>
                  <a:schemeClr val="accent6">
                    <a:lumMod val="50000"/>
                  </a:schemeClr>
                </a:solidFill>
                <a:latin typeface="Times New Roman" panose="02020603050405020304" pitchFamily="18" charset="0"/>
                <a:cs typeface="Times New Roman" panose="02020603050405020304" pitchFamily="18" charset="0"/>
              </a:rPr>
              <a:t>Đối với hàng hóa thông tin gồm</a:t>
            </a:r>
            <a:r>
              <a:rPr lang="en-US" sz="1900" dirty="0">
                <a:solidFill>
                  <a:schemeClr val="accent6">
                    <a:lumMod val="50000"/>
                  </a:schemeClr>
                </a:solidFill>
                <a:latin typeface="Times New Roman" panose="02020603050405020304" pitchFamily="18" charset="0"/>
                <a:cs typeface="Times New Roman" panose="02020603050405020304" pitchFamily="18" charset="0"/>
              </a:rPr>
              <a:t>: </a:t>
            </a:r>
            <a:r>
              <a:rPr lang="vi-VN" sz="1900" dirty="0">
                <a:solidFill>
                  <a:schemeClr val="accent6">
                    <a:lumMod val="50000"/>
                  </a:schemeClr>
                </a:solidFill>
                <a:latin typeface="Times New Roman" panose="02020603050405020304" pitchFamily="18" charset="0"/>
                <a:cs typeface="Times New Roman" panose="02020603050405020304" pitchFamily="18" charset="0"/>
              </a:rPr>
              <a:t>Số lượng, tải trọng, kích thước và loại container.</a:t>
            </a:r>
          </a:p>
          <a:p>
            <a:pPr algn="just"/>
            <a:r>
              <a:rPr lang="vi-VN" sz="1900" i="1" dirty="0">
                <a:solidFill>
                  <a:schemeClr val="accent6">
                    <a:lumMod val="50000"/>
                  </a:schemeClr>
                </a:solidFill>
                <a:latin typeface="Times New Roman" panose="02020603050405020304" pitchFamily="18" charset="0"/>
                <a:cs typeface="Times New Roman" panose="02020603050405020304" pitchFamily="18" charset="0"/>
              </a:rPr>
              <a:t>Lưu ý: DGCP không thể tiếp nhận container loại 20FT do hạn chế diện tích mặt boong. Đề nghị tối giản hóa hàng hóa chuyển ra công trình.</a:t>
            </a:r>
          </a:p>
          <a:p>
            <a:pPr marL="342900" indent="-342900" algn="just">
              <a:buFont typeface="Wingdings" panose="05000000000000000000" pitchFamily="2" charset="2"/>
              <a:buChar char="v"/>
            </a:pPr>
            <a:r>
              <a:rPr lang="vi-VN" sz="1900" b="1">
                <a:solidFill>
                  <a:schemeClr val="accent6">
                    <a:lumMod val="50000"/>
                  </a:schemeClr>
                </a:solidFill>
                <a:latin typeface="Times New Roman" panose="02020603050405020304" pitchFamily="18" charset="0"/>
                <a:cs typeface="Times New Roman" panose="02020603050405020304" pitchFamily="18" charset="0"/>
              </a:rPr>
              <a:t>Thiết </a:t>
            </a:r>
            <a:r>
              <a:rPr lang="vi-VN" sz="1900" b="1" dirty="0">
                <a:solidFill>
                  <a:schemeClr val="accent6">
                    <a:lumMod val="50000"/>
                  </a:schemeClr>
                </a:solidFill>
                <a:latin typeface="Times New Roman" panose="02020603050405020304" pitchFamily="18" charset="0"/>
                <a:cs typeface="Times New Roman" panose="02020603050405020304" pitchFamily="18" charset="0"/>
              </a:rPr>
              <a:t>bị</a:t>
            </a:r>
            <a:r>
              <a:rPr lang="en-US" sz="1900" b="1" dirty="0">
                <a:solidFill>
                  <a:schemeClr val="accent6">
                    <a:lumMod val="50000"/>
                  </a:schemeClr>
                </a:solidFill>
                <a:latin typeface="Times New Roman" panose="02020603050405020304" pitchFamily="18" charset="0"/>
                <a:cs typeface="Times New Roman" panose="02020603050405020304" pitchFamily="18" charset="0"/>
              </a:rPr>
              <a:t>,</a:t>
            </a:r>
            <a:r>
              <a:rPr lang="vi-VN" sz="1900" b="1" dirty="0">
                <a:solidFill>
                  <a:schemeClr val="accent6">
                    <a:lumMod val="50000"/>
                  </a:schemeClr>
                </a:solidFill>
                <a:latin typeface="Times New Roman" panose="02020603050405020304" pitchFamily="18" charset="0"/>
                <a:cs typeface="Times New Roman" panose="02020603050405020304" pitchFamily="18" charset="0"/>
              </a:rPr>
              <a:t> bảo hộ lao động:</a:t>
            </a:r>
          </a:p>
          <a:p>
            <a:pPr marL="342900" indent="-342900" algn="just">
              <a:buFont typeface="Wingdings" panose="05000000000000000000" pitchFamily="2" charset="2"/>
              <a:buChar char="§"/>
            </a:pPr>
            <a:r>
              <a:rPr lang="en-US" sz="1900" dirty="0">
                <a:solidFill>
                  <a:schemeClr val="accent6">
                    <a:lumMod val="50000"/>
                  </a:schemeClr>
                </a:solidFill>
                <a:latin typeface="Times New Roman" panose="02020603050405020304" pitchFamily="18" charset="0"/>
                <a:cs typeface="Times New Roman" panose="02020603050405020304" pitchFamily="18" charset="0"/>
              </a:rPr>
              <a:t>N</a:t>
            </a:r>
            <a:r>
              <a:rPr lang="vi-VN" sz="1900" dirty="0">
                <a:solidFill>
                  <a:schemeClr val="accent6">
                    <a:lumMod val="50000"/>
                  </a:schemeClr>
                </a:solidFill>
                <a:latin typeface="Times New Roman" panose="02020603050405020304" pitchFamily="18" charset="0"/>
                <a:cs typeface="Times New Roman" panose="02020603050405020304" pitchFamily="18" charset="0"/>
              </a:rPr>
              <a:t>hà thầu bổ sung các phương tiện bảo hộ cá nhân đặc thù như dây đai an toàn, áo phao làm việc…đảm bảo chúng được kiểm tra, kiểm định đầy đủ, còn hạn sử dụng, có chứng chỉ kiểm định nguồn gốc xuất xứ rõ ràng phù hợp theo quy định của VSP.</a:t>
            </a:r>
            <a:endParaRPr lang="vi-VN" sz="1600" b="0" i="0" dirty="0">
              <a:solidFill>
                <a:schemeClr val="accent6">
                  <a:lumMod val="50000"/>
                </a:schemeClr>
              </a:solidFill>
              <a:effectLst/>
              <a:latin typeface="Calibri" panose="020F0502020204030204" pitchFamily="34" charset="0"/>
            </a:endParaRPr>
          </a:p>
        </p:txBody>
      </p:sp>
      <p:sp>
        <p:nvSpPr>
          <p:cNvPr id="4" name="Slide Number Placeholder 3">
            <a:extLst>
              <a:ext uri="{FF2B5EF4-FFF2-40B4-BE49-F238E27FC236}">
                <a16:creationId xmlns:a16="http://schemas.microsoft.com/office/drawing/2014/main" id="{47938DDD-C54C-487B-807B-15B10FD10116}"/>
              </a:ext>
            </a:extLst>
          </p:cNvPr>
          <p:cNvSpPr>
            <a:spLocks noGrp="1"/>
          </p:cNvSpPr>
          <p:nvPr>
            <p:ph type="sldNum" sz="quarter" idx="4294967295"/>
          </p:nvPr>
        </p:nvSpPr>
        <p:spPr>
          <a:xfrm>
            <a:off x="9448800" y="6356350"/>
            <a:ext cx="2743200" cy="365125"/>
          </a:xfrm>
        </p:spPr>
        <p:txBody>
          <a:bodyPr/>
          <a:lstStyle/>
          <a:p>
            <a:fld id="{7D1F73D0-75E4-E44C-9793-91CFC617ABC9}" type="slidenum">
              <a:rPr lang="en-US" smtClean="0"/>
              <a:t>11</a:t>
            </a:fld>
            <a:endParaRPr lang="en-US"/>
          </a:p>
        </p:txBody>
      </p:sp>
    </p:spTree>
    <p:extLst>
      <p:ext uri="{BB962C8B-B14F-4D97-AF65-F5344CB8AC3E}">
        <p14:creationId xmlns:p14="http://schemas.microsoft.com/office/powerpoint/2010/main" val="1188388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05E65-8880-BD3A-DA50-C4652F599358}"/>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90149601-1265-2107-1765-C8752629B896}"/>
              </a:ext>
            </a:extLst>
          </p:cNvPr>
          <p:cNvSpPr txBox="1"/>
          <p:nvPr/>
        </p:nvSpPr>
        <p:spPr>
          <a:xfrm>
            <a:off x="2648372" y="580618"/>
            <a:ext cx="6800428" cy="400110"/>
          </a:xfrm>
          <a:prstGeom prst="rect">
            <a:avLst/>
          </a:prstGeom>
          <a:noFill/>
        </p:spPr>
        <p:txBody>
          <a:bodyPr wrap="square" rtlCol="0">
            <a:spAutoFit/>
          </a:bodyPr>
          <a:lstStyle/>
          <a:p>
            <a:pPr fontAlgn="base">
              <a:spcBef>
                <a:spcPct val="0"/>
              </a:spcBef>
              <a:spcAft>
                <a:spcPct val="0"/>
              </a:spcAft>
            </a:pPr>
            <a:r>
              <a:rPr lang="en-US" sz="2000" b="1" kern="0">
                <a:solidFill>
                  <a:schemeClr val="accent6">
                    <a:lumMod val="50000"/>
                  </a:schemeClr>
                </a:solidFill>
                <a:latin typeface="Times New Roman" pitchFamily="18" charset="0"/>
                <a:cs typeface="Times New Roman" pitchFamily="18" charset="0"/>
              </a:rPr>
              <a:t>2</a:t>
            </a:r>
            <a:r>
              <a:rPr lang="en-US" sz="2000" b="1" kern="0" dirty="0">
                <a:solidFill>
                  <a:schemeClr val="accent6">
                    <a:lumMod val="50000"/>
                  </a:schemeClr>
                </a:solidFill>
                <a:latin typeface="Times New Roman" pitchFamily="18" charset="0"/>
                <a:cs typeface="Times New Roman" pitchFamily="18" charset="0"/>
              </a:rPr>
              <a:t>. CÔNG TÁC AN TOÀN TRÊN GIÀN NÉN KHÍ RỒNG</a:t>
            </a:r>
            <a:endParaRPr lang="en-US" sz="2000" b="1" dirty="0">
              <a:solidFill>
                <a:schemeClr val="accent6">
                  <a:lumMod val="50000"/>
                </a:schemeClr>
              </a:solidFill>
              <a:latin typeface="Times New Roman" pitchFamily="18" charset="0"/>
              <a:cs typeface="Times New Roman" pitchFamily="18" charset="0"/>
            </a:endParaRPr>
          </a:p>
        </p:txBody>
      </p:sp>
      <p:sp>
        <p:nvSpPr>
          <p:cNvPr id="31" name="Rectangle 30">
            <a:extLst>
              <a:ext uri="{FF2B5EF4-FFF2-40B4-BE49-F238E27FC236}">
                <a16:creationId xmlns:a16="http://schemas.microsoft.com/office/drawing/2014/main" id="{A92F501B-0936-410A-A566-49D270F4F6E6}"/>
              </a:ext>
            </a:extLst>
          </p:cNvPr>
          <p:cNvSpPr/>
          <p:nvPr/>
        </p:nvSpPr>
        <p:spPr>
          <a:xfrm>
            <a:off x="623392" y="1556792"/>
            <a:ext cx="10945216" cy="2723823"/>
          </a:xfrm>
          <a:prstGeom prst="rect">
            <a:avLst/>
          </a:prstGeom>
        </p:spPr>
        <p:txBody>
          <a:bodyPr wrap="square">
            <a:spAutoFit/>
          </a:bodyPr>
          <a:lstStyle/>
          <a:p>
            <a:pPr marL="342900" indent="-342900" algn="just">
              <a:buFont typeface="Wingdings" panose="05000000000000000000" pitchFamily="2" charset="2"/>
              <a:buChar char="v"/>
            </a:pPr>
            <a:r>
              <a:rPr lang="vi-VN" sz="1900" b="1">
                <a:solidFill>
                  <a:schemeClr val="accent6">
                    <a:lumMod val="50000"/>
                  </a:schemeClr>
                </a:solidFill>
                <a:latin typeface="Times New Roman" panose="02020603050405020304" pitchFamily="18" charset="0"/>
                <a:cs typeface="Times New Roman" panose="02020603050405020304" pitchFamily="18" charset="0"/>
              </a:rPr>
              <a:t>Thực </a:t>
            </a:r>
            <a:r>
              <a:rPr lang="vi-VN" sz="1900" b="1" dirty="0">
                <a:solidFill>
                  <a:schemeClr val="accent6">
                    <a:lumMod val="50000"/>
                  </a:schemeClr>
                </a:solidFill>
                <a:latin typeface="Times New Roman" panose="02020603050405020304" pitchFamily="18" charset="0"/>
                <a:cs typeface="Times New Roman" panose="02020603050405020304" pitchFamily="18" charset="0"/>
              </a:rPr>
              <a:t>hiện các công văn và chỉ thị:</a:t>
            </a:r>
          </a:p>
          <a:p>
            <a:pPr marL="342900" indent="-342900" algn="just">
              <a:buFont typeface="Wingdings" panose="05000000000000000000" pitchFamily="2" charset="2"/>
              <a:buChar char="§"/>
            </a:pPr>
            <a:r>
              <a:rPr lang="en-US" sz="1900" dirty="0">
                <a:solidFill>
                  <a:schemeClr val="accent6">
                    <a:lumMod val="50000"/>
                  </a:schemeClr>
                </a:solidFill>
                <a:latin typeface="Times New Roman" panose="02020603050405020304" pitchFamily="18" charset="0"/>
                <a:cs typeface="Times New Roman" panose="02020603050405020304" pitchFamily="18" charset="0"/>
              </a:rPr>
              <a:t>C</a:t>
            </a:r>
            <a:r>
              <a:rPr lang="vi-VN" sz="1900" dirty="0">
                <a:solidFill>
                  <a:schemeClr val="accent6">
                    <a:lumMod val="50000"/>
                  </a:schemeClr>
                </a:solidFill>
                <a:latin typeface="Times New Roman" panose="02020603050405020304" pitchFamily="18" charset="0"/>
                <a:cs typeface="Times New Roman" panose="02020603050405020304" pitchFamily="18" charset="0"/>
              </a:rPr>
              <a:t>ấm sử dụng đồ uống có cồn và các chất ma túy trên các công trình biển.</a:t>
            </a:r>
          </a:p>
          <a:p>
            <a:pPr marL="342900" indent="-342900" algn="just">
              <a:buFont typeface="Wingdings" panose="05000000000000000000" pitchFamily="2" charset="2"/>
              <a:buChar char="§"/>
            </a:pPr>
            <a:r>
              <a:rPr lang="vi-VN" sz="1900" dirty="0">
                <a:solidFill>
                  <a:schemeClr val="accent6">
                    <a:lumMod val="50000"/>
                  </a:schemeClr>
                </a:solidFill>
                <a:latin typeface="Times New Roman" panose="02020603050405020304" pitchFamily="18" charset="0"/>
                <a:cs typeface="Times New Roman" panose="02020603050405020304" pitchFamily="18" charset="0"/>
              </a:rPr>
              <a:t>Tăng cường kiểm soát an toàn lao động của CBCNV và hàng hóa vật tư chuyển ra công trình.</a:t>
            </a:r>
            <a:endParaRPr lang="en-US" sz="1900" dirty="0">
              <a:solidFill>
                <a:schemeClr val="accent6">
                  <a:lumMod val="50000"/>
                </a:schemeClr>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vi-VN" sz="1900" dirty="0">
                <a:solidFill>
                  <a:schemeClr val="accent6">
                    <a:lumMod val="50000"/>
                  </a:schemeClr>
                </a:solidFill>
                <a:latin typeface="Times New Roman" panose="02020603050405020304" pitchFamily="18" charset="0"/>
                <a:cs typeface="Times New Roman" panose="02020603050405020304" pitchFamily="18" charset="0"/>
              </a:rPr>
              <a:t>Triển khai mô hình “Trật tự và Ngăn nắp” (5S) trên công trình</a:t>
            </a:r>
            <a:r>
              <a:rPr lang="en-US" sz="1900" dirty="0">
                <a:solidFill>
                  <a:schemeClr val="accent6">
                    <a:lumMod val="50000"/>
                  </a:schemeClr>
                </a:solidFill>
                <a:latin typeface="Times New Roman" panose="02020603050405020304" pitchFamily="18" charset="0"/>
                <a:cs typeface="Times New Roman" panose="02020603050405020304" pitchFamily="18" charset="0"/>
              </a:rPr>
              <a:t>.</a:t>
            </a:r>
          </a:p>
          <a:p>
            <a:pPr marL="342900" marR="0" lvl="0" indent="-342900" algn="just"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vi-VN" sz="1900" b="1" i="0" u="none" strike="noStrike" kern="1200" cap="none" spc="0" normalizeH="0" baseline="0" noProof="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Về </a:t>
            </a:r>
            <a:r>
              <a:rPr kumimoji="0" lang="en-US" sz="1900" b="1"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Khám</a:t>
            </a:r>
            <a:r>
              <a:rPr kumimoji="0" lang="en-US" sz="1900" b="1"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sz="1900" b="1"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sức</a:t>
            </a:r>
            <a:r>
              <a:rPr kumimoji="0" lang="en-US" sz="1900" b="1"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sz="1900" b="1"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khỏe</a:t>
            </a:r>
            <a:r>
              <a:rPr kumimoji="0" lang="en-US" sz="1900" b="1"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sz="1900" b="1"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và</a:t>
            </a:r>
            <a:r>
              <a:rPr kumimoji="0" lang="en-US" sz="1900" b="1"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vi-VN" sz="1900" b="1"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khai báo y tế:</a:t>
            </a:r>
            <a:endParaRPr kumimoji="0" lang="en-US" sz="1900" b="1"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fontAlgn="auto">
              <a:lnSpc>
                <a:spcPct val="100000"/>
              </a:lnSpc>
              <a:spcBef>
                <a:spcPts val="0"/>
              </a:spcBef>
              <a:spcAft>
                <a:spcPts val="0"/>
              </a:spcAft>
              <a:buClrTx/>
              <a:buSzTx/>
              <a:buFont typeface="Wingdings" panose="05000000000000000000" pitchFamily="2" charset="2"/>
              <a:buChar char="§"/>
              <a:tabLst/>
              <a:defRPr/>
            </a:pPr>
            <a:r>
              <a:rPr lang="en-US" sz="1900" dirty="0" err="1">
                <a:solidFill>
                  <a:schemeClr val="accent6">
                    <a:lumMod val="50000"/>
                  </a:schemeClr>
                </a:solidFill>
                <a:latin typeface="Times New Roman" panose="02020603050405020304" pitchFamily="18" charset="0"/>
                <a:cs typeface="Times New Roman" panose="02020603050405020304" pitchFamily="18" charset="0"/>
                <a:sym typeface="Wingdings 3" panose="05040102010807070707" pitchFamily="18" charset="2"/>
              </a:rPr>
              <a:t>Khám</a:t>
            </a:r>
            <a:r>
              <a:rPr lang="en-US" sz="1900" dirty="0">
                <a:solidFill>
                  <a:schemeClr val="accent6">
                    <a:lumMod val="50000"/>
                  </a:schemeClr>
                </a:solidFill>
                <a:latin typeface="Times New Roman" panose="02020603050405020304" pitchFamily="18" charset="0"/>
                <a:cs typeface="Times New Roman" panose="02020603050405020304" pitchFamily="18" charset="0"/>
                <a:sym typeface="Wingdings 3" panose="05040102010807070707" pitchFamily="18" charset="2"/>
              </a:rPr>
              <a:t> </a:t>
            </a:r>
            <a:r>
              <a:rPr lang="en-US" sz="1900" dirty="0" err="1">
                <a:solidFill>
                  <a:schemeClr val="accent6">
                    <a:lumMod val="50000"/>
                  </a:schemeClr>
                </a:solidFill>
                <a:latin typeface="Times New Roman" panose="02020603050405020304" pitchFamily="18" charset="0"/>
                <a:cs typeface="Times New Roman" panose="02020603050405020304" pitchFamily="18" charset="0"/>
                <a:sym typeface="Wingdings 3" panose="05040102010807070707" pitchFamily="18" charset="2"/>
              </a:rPr>
              <a:t>sức</a:t>
            </a:r>
            <a:r>
              <a:rPr lang="en-US" sz="1900" dirty="0">
                <a:solidFill>
                  <a:schemeClr val="accent6">
                    <a:lumMod val="50000"/>
                  </a:schemeClr>
                </a:solidFill>
                <a:latin typeface="Times New Roman" panose="02020603050405020304" pitchFamily="18" charset="0"/>
                <a:cs typeface="Times New Roman" panose="02020603050405020304" pitchFamily="18" charset="0"/>
                <a:sym typeface="Wingdings 3" panose="05040102010807070707" pitchFamily="18" charset="2"/>
              </a:rPr>
              <a:t> </a:t>
            </a:r>
            <a:r>
              <a:rPr lang="en-US" sz="1900" dirty="0" err="1">
                <a:solidFill>
                  <a:schemeClr val="accent6">
                    <a:lumMod val="50000"/>
                  </a:schemeClr>
                </a:solidFill>
                <a:latin typeface="Times New Roman" panose="02020603050405020304" pitchFamily="18" charset="0"/>
                <a:cs typeface="Times New Roman" panose="02020603050405020304" pitchFamily="18" charset="0"/>
                <a:sym typeface="Wingdings 3" panose="05040102010807070707" pitchFamily="18" charset="2"/>
              </a:rPr>
              <a:t>khỏe</a:t>
            </a:r>
            <a:r>
              <a:rPr lang="en-US" sz="1900" dirty="0">
                <a:solidFill>
                  <a:schemeClr val="accent6">
                    <a:lumMod val="50000"/>
                  </a:schemeClr>
                </a:solidFill>
                <a:latin typeface="Times New Roman" panose="02020603050405020304" pitchFamily="18" charset="0"/>
                <a:cs typeface="Times New Roman" panose="02020603050405020304" pitchFamily="18" charset="0"/>
                <a:sym typeface="Wingdings 3" panose="05040102010807070707" pitchFamily="18" charset="2"/>
              </a:rPr>
              <a:t> </a:t>
            </a:r>
            <a:r>
              <a:rPr lang="en-US" sz="1900" dirty="0" err="1">
                <a:solidFill>
                  <a:schemeClr val="accent6">
                    <a:lumMod val="50000"/>
                  </a:schemeClr>
                </a:solidFill>
                <a:latin typeface="Times New Roman" panose="02020603050405020304" pitchFamily="18" charset="0"/>
                <a:cs typeface="Times New Roman" panose="02020603050405020304" pitchFamily="18" charset="0"/>
                <a:sym typeface="Wingdings 3" panose="05040102010807070707" pitchFamily="18" charset="2"/>
              </a:rPr>
              <a:t>tại</a:t>
            </a:r>
            <a:r>
              <a:rPr lang="en-US" sz="1900" dirty="0">
                <a:solidFill>
                  <a:schemeClr val="accent6">
                    <a:lumMod val="50000"/>
                  </a:schemeClr>
                </a:solidFill>
                <a:latin typeface="Times New Roman" panose="02020603050405020304" pitchFamily="18" charset="0"/>
                <a:cs typeface="Times New Roman" panose="02020603050405020304" pitchFamily="18" charset="0"/>
                <a:sym typeface="Wingdings 3" panose="05040102010807070707" pitchFamily="18" charset="2"/>
              </a:rPr>
              <a:t> TTYT VSP, </a:t>
            </a:r>
            <a:r>
              <a:rPr lang="en-US" sz="1900" dirty="0" err="1">
                <a:solidFill>
                  <a:schemeClr val="accent6">
                    <a:lumMod val="50000"/>
                  </a:schemeClr>
                </a:solidFill>
                <a:latin typeface="Times New Roman" panose="02020603050405020304" pitchFamily="18" charset="0"/>
                <a:cs typeface="Times New Roman" panose="02020603050405020304" pitchFamily="18" charset="0"/>
                <a:sym typeface="Wingdings 3" panose="05040102010807070707" pitchFamily="18" charset="2"/>
              </a:rPr>
              <a:t>nếu</a:t>
            </a:r>
            <a:r>
              <a:rPr lang="en-US" sz="1900" dirty="0">
                <a:solidFill>
                  <a:schemeClr val="accent6">
                    <a:lumMod val="50000"/>
                  </a:schemeClr>
                </a:solidFill>
                <a:latin typeface="Times New Roman" panose="02020603050405020304" pitchFamily="18" charset="0"/>
                <a:cs typeface="Times New Roman" panose="02020603050405020304" pitchFamily="18" charset="0"/>
                <a:sym typeface="Wingdings 3" panose="05040102010807070707" pitchFamily="18" charset="2"/>
              </a:rPr>
              <a:t> </a:t>
            </a:r>
            <a:r>
              <a:rPr lang="en-US" sz="1900" dirty="0" err="1">
                <a:solidFill>
                  <a:schemeClr val="accent6">
                    <a:lumMod val="50000"/>
                  </a:schemeClr>
                </a:solidFill>
                <a:latin typeface="Times New Roman" panose="02020603050405020304" pitchFamily="18" charset="0"/>
                <a:cs typeface="Times New Roman" panose="02020603050405020304" pitchFamily="18" charset="0"/>
                <a:sym typeface="Wingdings 3" panose="05040102010807070707" pitchFamily="18" charset="2"/>
              </a:rPr>
              <a:t>khám</a:t>
            </a:r>
            <a:r>
              <a:rPr lang="en-US" sz="1900" dirty="0">
                <a:solidFill>
                  <a:schemeClr val="accent6">
                    <a:lumMod val="50000"/>
                  </a:schemeClr>
                </a:solidFill>
                <a:latin typeface="Times New Roman" panose="02020603050405020304" pitchFamily="18" charset="0"/>
                <a:cs typeface="Times New Roman" panose="02020603050405020304" pitchFamily="18" charset="0"/>
                <a:sym typeface="Wingdings 3" panose="05040102010807070707" pitchFamily="18" charset="2"/>
              </a:rPr>
              <a:t> ở </a:t>
            </a:r>
            <a:r>
              <a:rPr lang="en-US" sz="1900" dirty="0" err="1">
                <a:solidFill>
                  <a:schemeClr val="accent6">
                    <a:lumMod val="50000"/>
                  </a:schemeClr>
                </a:solidFill>
                <a:latin typeface="Times New Roman" panose="02020603050405020304" pitchFamily="18" charset="0"/>
                <a:cs typeface="Times New Roman" panose="02020603050405020304" pitchFamily="18" charset="0"/>
                <a:sym typeface="Wingdings 3" panose="05040102010807070707" pitchFamily="18" charset="2"/>
              </a:rPr>
              <a:t>nơi</a:t>
            </a:r>
            <a:r>
              <a:rPr lang="en-US" sz="1900" dirty="0">
                <a:solidFill>
                  <a:schemeClr val="accent6">
                    <a:lumMod val="50000"/>
                  </a:schemeClr>
                </a:solidFill>
                <a:latin typeface="Times New Roman" panose="02020603050405020304" pitchFamily="18" charset="0"/>
                <a:cs typeface="Times New Roman" panose="02020603050405020304" pitchFamily="18" charset="0"/>
                <a:sym typeface="Wingdings 3" panose="05040102010807070707" pitchFamily="18" charset="2"/>
              </a:rPr>
              <a:t> </a:t>
            </a:r>
            <a:r>
              <a:rPr lang="en-US" sz="1900" dirty="0" err="1">
                <a:solidFill>
                  <a:schemeClr val="accent6">
                    <a:lumMod val="50000"/>
                  </a:schemeClr>
                </a:solidFill>
                <a:latin typeface="Times New Roman" panose="02020603050405020304" pitchFamily="18" charset="0"/>
                <a:cs typeface="Times New Roman" panose="02020603050405020304" pitchFamily="18" charset="0"/>
                <a:sym typeface="Wingdings 3" panose="05040102010807070707" pitchFamily="18" charset="2"/>
              </a:rPr>
              <a:t>khác</a:t>
            </a:r>
            <a:r>
              <a:rPr lang="en-US" sz="1900" dirty="0">
                <a:solidFill>
                  <a:schemeClr val="accent6">
                    <a:lumMod val="50000"/>
                  </a:schemeClr>
                </a:solidFill>
                <a:latin typeface="Times New Roman" panose="02020603050405020304" pitchFamily="18" charset="0"/>
                <a:cs typeface="Times New Roman" panose="02020603050405020304" pitchFamily="18" charset="0"/>
                <a:sym typeface="Wingdings 3" panose="05040102010807070707" pitchFamily="18" charset="2"/>
              </a:rPr>
              <a:t> </a:t>
            </a:r>
            <a:r>
              <a:rPr lang="en-US" sz="1900" dirty="0" err="1">
                <a:solidFill>
                  <a:schemeClr val="accent6">
                    <a:lumMod val="50000"/>
                  </a:schemeClr>
                </a:solidFill>
                <a:latin typeface="Times New Roman" panose="02020603050405020304" pitchFamily="18" charset="0"/>
                <a:cs typeface="Times New Roman" panose="02020603050405020304" pitchFamily="18" charset="0"/>
                <a:sym typeface="Wingdings 3" panose="05040102010807070707" pitchFamily="18" charset="2"/>
              </a:rPr>
              <a:t>cần</a:t>
            </a:r>
            <a:r>
              <a:rPr lang="en-US" sz="1900" dirty="0">
                <a:solidFill>
                  <a:schemeClr val="accent6">
                    <a:lumMod val="50000"/>
                  </a:schemeClr>
                </a:solidFill>
                <a:latin typeface="Times New Roman" panose="02020603050405020304" pitchFamily="18" charset="0"/>
                <a:cs typeface="Times New Roman" panose="02020603050405020304" pitchFamily="18" charset="0"/>
                <a:sym typeface="Wingdings 3" panose="05040102010807070707" pitchFamily="18" charset="2"/>
              </a:rPr>
              <a:t> </a:t>
            </a:r>
            <a:r>
              <a:rPr lang="en-US" sz="1900" dirty="0" err="1">
                <a:solidFill>
                  <a:schemeClr val="accent6">
                    <a:lumMod val="50000"/>
                  </a:schemeClr>
                </a:solidFill>
                <a:latin typeface="Times New Roman" panose="02020603050405020304" pitchFamily="18" charset="0"/>
                <a:cs typeface="Times New Roman" panose="02020603050405020304" pitchFamily="18" charset="0"/>
                <a:sym typeface="Wingdings 3" panose="05040102010807070707" pitchFamily="18" charset="2"/>
              </a:rPr>
              <a:t>chuyển</a:t>
            </a:r>
            <a:r>
              <a:rPr lang="en-US" sz="1900" dirty="0">
                <a:solidFill>
                  <a:schemeClr val="accent6">
                    <a:lumMod val="50000"/>
                  </a:schemeClr>
                </a:solidFill>
                <a:latin typeface="Times New Roman" panose="02020603050405020304" pitchFamily="18" charset="0"/>
                <a:cs typeface="Times New Roman" panose="02020603050405020304" pitchFamily="18" charset="0"/>
                <a:sym typeface="Wingdings 3" panose="05040102010807070707" pitchFamily="18" charset="2"/>
              </a:rPr>
              <a:t> </a:t>
            </a:r>
            <a:r>
              <a:rPr lang="en-US" sz="1900" dirty="0" err="1">
                <a:solidFill>
                  <a:schemeClr val="accent6">
                    <a:lumMod val="50000"/>
                  </a:schemeClr>
                </a:solidFill>
                <a:latin typeface="Times New Roman" panose="02020603050405020304" pitchFamily="18" charset="0"/>
                <a:cs typeface="Times New Roman" panose="02020603050405020304" pitchFamily="18" charset="0"/>
                <a:sym typeface="Wingdings 3" panose="05040102010807070707" pitchFamily="18" charset="2"/>
              </a:rPr>
              <a:t>hồ</a:t>
            </a:r>
            <a:r>
              <a:rPr lang="en-US" sz="1900" dirty="0">
                <a:solidFill>
                  <a:schemeClr val="accent6">
                    <a:lumMod val="50000"/>
                  </a:schemeClr>
                </a:solidFill>
                <a:latin typeface="Times New Roman" panose="02020603050405020304" pitchFamily="18" charset="0"/>
                <a:cs typeface="Times New Roman" panose="02020603050405020304" pitchFamily="18" charset="0"/>
                <a:sym typeface="Wingdings 3" panose="05040102010807070707" pitchFamily="18" charset="2"/>
              </a:rPr>
              <a:t> </a:t>
            </a:r>
            <a:r>
              <a:rPr lang="en-US" sz="1900" dirty="0" err="1">
                <a:solidFill>
                  <a:schemeClr val="accent6">
                    <a:lumMod val="50000"/>
                  </a:schemeClr>
                </a:solidFill>
                <a:latin typeface="Times New Roman" panose="02020603050405020304" pitchFamily="18" charset="0"/>
                <a:cs typeface="Times New Roman" panose="02020603050405020304" pitchFamily="18" charset="0"/>
                <a:sym typeface="Wingdings 3" panose="05040102010807070707" pitchFamily="18" charset="2"/>
              </a:rPr>
              <a:t>sơ</a:t>
            </a:r>
            <a:r>
              <a:rPr lang="en-US" sz="1900" dirty="0">
                <a:solidFill>
                  <a:schemeClr val="accent6">
                    <a:lumMod val="50000"/>
                  </a:schemeClr>
                </a:solidFill>
                <a:latin typeface="Times New Roman" panose="02020603050405020304" pitchFamily="18" charset="0"/>
                <a:cs typeface="Times New Roman" panose="02020603050405020304" pitchFamily="18" charset="0"/>
                <a:sym typeface="Wingdings 3" panose="05040102010807070707" pitchFamily="18" charset="2"/>
              </a:rPr>
              <a:t> </a:t>
            </a:r>
            <a:r>
              <a:rPr lang="en-US" sz="1900" dirty="0" err="1">
                <a:solidFill>
                  <a:schemeClr val="accent6">
                    <a:lumMod val="50000"/>
                  </a:schemeClr>
                </a:solidFill>
                <a:latin typeface="Times New Roman" panose="02020603050405020304" pitchFamily="18" charset="0"/>
                <a:cs typeface="Times New Roman" panose="02020603050405020304" pitchFamily="18" charset="0"/>
                <a:sym typeface="Wingdings 3" panose="05040102010807070707" pitchFamily="18" charset="2"/>
              </a:rPr>
              <a:t>khám</a:t>
            </a:r>
            <a:r>
              <a:rPr lang="en-US" sz="1900" dirty="0">
                <a:solidFill>
                  <a:schemeClr val="accent6">
                    <a:lumMod val="50000"/>
                  </a:schemeClr>
                </a:solidFill>
                <a:latin typeface="Times New Roman" panose="02020603050405020304" pitchFamily="18" charset="0"/>
                <a:cs typeface="Times New Roman" panose="02020603050405020304" pitchFamily="18" charset="0"/>
                <a:sym typeface="Wingdings 3" panose="05040102010807070707" pitchFamily="18" charset="2"/>
              </a:rPr>
              <a:t> </a:t>
            </a:r>
            <a:r>
              <a:rPr lang="en-US" sz="1900" dirty="0" err="1">
                <a:solidFill>
                  <a:schemeClr val="accent6">
                    <a:lumMod val="50000"/>
                  </a:schemeClr>
                </a:solidFill>
                <a:latin typeface="Times New Roman" panose="02020603050405020304" pitchFamily="18" charset="0"/>
                <a:cs typeface="Times New Roman" panose="02020603050405020304" pitchFamily="18" charset="0"/>
                <a:sym typeface="Wingdings 3" panose="05040102010807070707" pitchFamily="18" charset="2"/>
              </a:rPr>
              <a:t>cho</a:t>
            </a:r>
            <a:r>
              <a:rPr lang="en-US" sz="1900" dirty="0">
                <a:solidFill>
                  <a:schemeClr val="accent6">
                    <a:lumMod val="50000"/>
                  </a:schemeClr>
                </a:solidFill>
                <a:latin typeface="Times New Roman" panose="02020603050405020304" pitchFamily="18" charset="0"/>
                <a:cs typeface="Times New Roman" panose="02020603050405020304" pitchFamily="18" charset="0"/>
                <a:sym typeface="Wingdings 3" panose="05040102010807070707" pitchFamily="18" charset="2"/>
              </a:rPr>
              <a:t> TTYT </a:t>
            </a:r>
            <a:r>
              <a:rPr lang="en-US" sz="1900" dirty="0" err="1">
                <a:solidFill>
                  <a:schemeClr val="accent6">
                    <a:lumMod val="50000"/>
                  </a:schemeClr>
                </a:solidFill>
                <a:latin typeface="Times New Roman" panose="02020603050405020304" pitchFamily="18" charset="0"/>
                <a:cs typeface="Times New Roman" panose="02020603050405020304" pitchFamily="18" charset="0"/>
                <a:sym typeface="Wingdings 3" panose="05040102010807070707" pitchFamily="18" charset="2"/>
              </a:rPr>
              <a:t>trước</a:t>
            </a:r>
            <a:r>
              <a:rPr lang="en-US" sz="1900" dirty="0">
                <a:solidFill>
                  <a:schemeClr val="accent6">
                    <a:lumMod val="50000"/>
                  </a:schemeClr>
                </a:solidFill>
                <a:latin typeface="Times New Roman" panose="02020603050405020304" pitchFamily="18" charset="0"/>
                <a:cs typeface="Times New Roman" panose="02020603050405020304" pitchFamily="18" charset="0"/>
                <a:sym typeface="Wingdings 3" panose="05040102010807070707" pitchFamily="18" charset="2"/>
              </a:rPr>
              <a:t> 5 </a:t>
            </a:r>
            <a:r>
              <a:rPr lang="en-US" sz="1900" dirty="0" err="1">
                <a:solidFill>
                  <a:schemeClr val="accent6">
                    <a:lumMod val="50000"/>
                  </a:schemeClr>
                </a:solidFill>
                <a:latin typeface="Times New Roman" panose="02020603050405020304" pitchFamily="18" charset="0"/>
                <a:cs typeface="Times New Roman" panose="02020603050405020304" pitchFamily="18" charset="0"/>
                <a:sym typeface="Wingdings 3" panose="05040102010807070707" pitchFamily="18" charset="2"/>
              </a:rPr>
              <a:t>ngày</a:t>
            </a:r>
            <a:r>
              <a:rPr lang="en-US" sz="1900" dirty="0">
                <a:solidFill>
                  <a:schemeClr val="accent6">
                    <a:lumMod val="50000"/>
                  </a:schemeClr>
                </a:solidFill>
                <a:latin typeface="Times New Roman" panose="02020603050405020304" pitchFamily="18" charset="0"/>
                <a:cs typeface="Times New Roman" panose="02020603050405020304" pitchFamily="18" charset="0"/>
                <a:sym typeface="Wingdings 3" panose="05040102010807070707" pitchFamily="18" charset="2"/>
              </a:rPr>
              <a:t> </a:t>
            </a:r>
            <a:r>
              <a:rPr lang="en-US" sz="1900" dirty="0" err="1">
                <a:solidFill>
                  <a:schemeClr val="accent6">
                    <a:lumMod val="50000"/>
                  </a:schemeClr>
                </a:solidFill>
                <a:latin typeface="Times New Roman" panose="02020603050405020304" pitchFamily="18" charset="0"/>
                <a:cs typeface="Times New Roman" panose="02020603050405020304" pitchFamily="18" charset="0"/>
                <a:sym typeface="Wingdings 3" panose="05040102010807070707" pitchFamily="18" charset="2"/>
              </a:rPr>
              <a:t>để</a:t>
            </a:r>
            <a:r>
              <a:rPr lang="en-US" sz="1900" dirty="0">
                <a:solidFill>
                  <a:schemeClr val="accent6">
                    <a:lumMod val="50000"/>
                  </a:schemeClr>
                </a:solidFill>
                <a:latin typeface="Times New Roman" panose="02020603050405020304" pitchFamily="18" charset="0"/>
                <a:cs typeface="Times New Roman" panose="02020603050405020304" pitchFamily="18" charset="0"/>
                <a:sym typeface="Wingdings 3" panose="05040102010807070707" pitchFamily="18" charset="2"/>
              </a:rPr>
              <a:t> </a:t>
            </a:r>
            <a:r>
              <a:rPr lang="en-US" sz="1900" dirty="0" err="1">
                <a:solidFill>
                  <a:schemeClr val="accent6">
                    <a:lumMod val="50000"/>
                  </a:schemeClr>
                </a:solidFill>
                <a:latin typeface="Times New Roman" panose="02020603050405020304" pitchFamily="18" charset="0"/>
                <a:cs typeface="Times New Roman" panose="02020603050405020304" pitchFamily="18" charset="0"/>
                <a:sym typeface="Wingdings 3" panose="05040102010807070707" pitchFamily="18" charset="2"/>
              </a:rPr>
              <a:t>kiểm</a:t>
            </a:r>
            <a:r>
              <a:rPr lang="en-US" sz="1900" dirty="0">
                <a:solidFill>
                  <a:schemeClr val="accent6">
                    <a:lumMod val="50000"/>
                  </a:schemeClr>
                </a:solidFill>
                <a:latin typeface="Times New Roman" panose="02020603050405020304" pitchFamily="18" charset="0"/>
                <a:cs typeface="Times New Roman" panose="02020603050405020304" pitchFamily="18" charset="0"/>
                <a:sym typeface="Wingdings 3" panose="05040102010807070707" pitchFamily="18" charset="2"/>
              </a:rPr>
              <a:t> </a:t>
            </a:r>
            <a:r>
              <a:rPr lang="en-US" sz="1900" err="1">
                <a:solidFill>
                  <a:schemeClr val="accent6">
                    <a:lumMod val="50000"/>
                  </a:schemeClr>
                </a:solidFill>
                <a:latin typeface="Times New Roman" panose="02020603050405020304" pitchFamily="18" charset="0"/>
                <a:cs typeface="Times New Roman" panose="02020603050405020304" pitchFamily="18" charset="0"/>
                <a:sym typeface="Wingdings 3" panose="05040102010807070707" pitchFamily="18" charset="2"/>
              </a:rPr>
              <a:t>tra</a:t>
            </a:r>
            <a:r>
              <a:rPr lang="en-US" sz="1900">
                <a:solidFill>
                  <a:schemeClr val="accent6">
                    <a:lumMod val="50000"/>
                  </a:schemeClr>
                </a:solidFill>
                <a:latin typeface="Times New Roman" panose="02020603050405020304" pitchFamily="18" charset="0"/>
                <a:cs typeface="Times New Roman" panose="02020603050405020304" pitchFamily="18" charset="0"/>
              </a:rPr>
              <a:t>.</a:t>
            </a:r>
            <a:endParaRPr lang="vi-VN" sz="1900" dirty="0">
              <a:solidFill>
                <a:schemeClr val="accent6">
                  <a:lumMod val="50000"/>
                </a:schemeClr>
              </a:solidFill>
              <a:latin typeface="Times New Roman" panose="02020603050405020304" pitchFamily="18" charset="0"/>
              <a:cs typeface="Times New Roman" panose="02020603050405020304" pitchFamily="18" charset="0"/>
              <a:sym typeface="Wingdings 3" panose="05040102010807070707" pitchFamily="18" charset="2"/>
            </a:endParaRPr>
          </a:p>
          <a:p>
            <a:pPr marL="342900" marR="0" lvl="0" indent="-342900" algn="just" fontAlgn="auto">
              <a:lnSpc>
                <a:spcPct val="100000"/>
              </a:lnSpc>
              <a:spcBef>
                <a:spcPts val="0"/>
              </a:spcBef>
              <a:spcAft>
                <a:spcPts val="0"/>
              </a:spcAft>
              <a:buClrTx/>
              <a:buSzTx/>
              <a:buFont typeface="Wingdings" panose="05000000000000000000" pitchFamily="2" charset="2"/>
              <a:buChar char="§"/>
              <a:tabLst/>
              <a:defRPr/>
            </a:pPr>
            <a:r>
              <a:rPr lang="vi-VN" sz="1900" dirty="0">
                <a:solidFill>
                  <a:schemeClr val="accent6">
                    <a:lumMod val="50000"/>
                  </a:schemeClr>
                </a:solidFill>
                <a:latin typeface="Times New Roman" panose="02020603050405020304" pitchFamily="18" charset="0"/>
                <a:cs typeface="Times New Roman" panose="02020603050405020304" pitchFamily="18" charset="0"/>
                <a:sym typeface="Wingdings 3" panose="05040102010807070707" pitchFamily="18" charset="2"/>
              </a:rPr>
              <a:t>Khai báo y tế trước khi đi biển</a:t>
            </a:r>
            <a:r>
              <a:rPr lang="vi-VN" sz="1900">
                <a:solidFill>
                  <a:schemeClr val="accent6">
                    <a:lumMod val="50000"/>
                  </a:schemeClr>
                </a:solidFill>
                <a:latin typeface="Times New Roman" panose="02020603050405020304" pitchFamily="18" charset="0"/>
                <a:cs typeface="Times New Roman" panose="02020603050405020304" pitchFamily="18" charset="0"/>
                <a:sym typeface="Wingdings 3" panose="05040102010807070707" pitchFamily="18" charset="2"/>
              </a:rPr>
              <a:t>: </a:t>
            </a:r>
            <a:r>
              <a:rPr lang="vi-VN" sz="1900" dirty="0">
                <a:solidFill>
                  <a:schemeClr val="accent6">
                    <a:lumMod val="50000"/>
                  </a:schemeClr>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https://khaibaoyte.vietsov.com.</a:t>
            </a:r>
            <a:r>
              <a:rPr lang="vi-VN" sz="1900">
                <a:solidFill>
                  <a:schemeClr val="accent6">
                    <a:lumMod val="50000"/>
                  </a:schemeClr>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vn</a:t>
            </a:r>
            <a:r>
              <a:rPr lang="en-US" sz="1900">
                <a:solidFill>
                  <a:schemeClr val="accent6">
                    <a:lumMod val="50000"/>
                  </a:schemeClr>
                </a:solidFill>
                <a:latin typeface="Times New Roman" panose="02020603050405020304" pitchFamily="18" charset="0"/>
                <a:cs typeface="Times New Roman" panose="02020603050405020304" pitchFamily="18" charset="0"/>
              </a:rPr>
              <a:t>.</a:t>
            </a:r>
            <a:endParaRPr lang="vi-VN" sz="1900" dirty="0">
              <a:solidFill>
                <a:schemeClr val="accent6">
                  <a:lumMod val="50000"/>
                </a:schemeClr>
              </a:solidFill>
              <a:latin typeface="Times New Roman" panose="02020603050405020304" pitchFamily="18" charset="0"/>
              <a:cs typeface="Times New Roman" panose="02020603050405020304" pitchFamily="18" charset="0"/>
              <a:sym typeface="Wingdings 3" panose="05040102010807070707" pitchFamily="18" charset="2"/>
            </a:endParaRPr>
          </a:p>
          <a:p>
            <a:pPr marL="342900" marR="0" lvl="0" indent="-342900" algn="just" fontAlgn="auto">
              <a:lnSpc>
                <a:spcPct val="100000"/>
              </a:lnSpc>
              <a:spcBef>
                <a:spcPts val="0"/>
              </a:spcBef>
              <a:spcAft>
                <a:spcPts val="0"/>
              </a:spcAft>
              <a:buClrTx/>
              <a:buSzTx/>
              <a:buFont typeface="Wingdings" panose="05000000000000000000" pitchFamily="2" charset="2"/>
              <a:buChar char="§"/>
              <a:tabLst/>
              <a:defRPr/>
            </a:pPr>
            <a:r>
              <a:rPr lang="vi-VN" sz="1900" dirty="0">
                <a:solidFill>
                  <a:schemeClr val="accent6">
                    <a:lumMod val="50000"/>
                  </a:schemeClr>
                </a:solidFill>
                <a:latin typeface="Times New Roman" panose="02020603050405020304" pitchFamily="18" charset="0"/>
                <a:cs typeface="Times New Roman" panose="02020603050405020304" pitchFamily="18" charset="0"/>
                <a:sym typeface="Wingdings 3" panose="05040102010807070707" pitchFamily="18" charset="2"/>
              </a:rPr>
              <a:t>Khám sức </a:t>
            </a:r>
            <a:r>
              <a:rPr kumimoji="0" lang="vi-VN" sz="1900" b="0" i="0" u="none" strike="noStrike" kern="1200" cap="none" spc="0" normalizeH="0" baseline="0" noProof="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sym typeface="Wingdings 3" panose="05040102010807070707" pitchFamily="18" charset="2"/>
              </a:rPr>
              <a:t>khỏe </a:t>
            </a:r>
            <a:r>
              <a:rPr kumimoji="0" lang="vi-VN" sz="19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sym typeface="Wingdings 3" panose="05040102010807070707" pitchFamily="18" charset="2"/>
              </a:rPr>
              <a:t>tại phòng Bác sỹ trên </a:t>
            </a:r>
            <a:r>
              <a:rPr kumimoji="0" lang="en-US" sz="19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sym typeface="Wingdings 3" panose="05040102010807070707" pitchFamily="18" charset="2"/>
              </a:rPr>
              <a:t>c</a:t>
            </a:r>
            <a:r>
              <a:rPr kumimoji="0" lang="vi-VN" sz="19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sym typeface="Wingdings 3" panose="05040102010807070707" pitchFamily="18" charset="2"/>
              </a:rPr>
              <a:t>ông trình biển trong vòng 24 giờ kể từ lúc đến </a:t>
            </a:r>
            <a:r>
              <a:rPr kumimoji="0" lang="en-US" sz="19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sym typeface="Wingdings 3" panose="05040102010807070707" pitchFamily="18" charset="2"/>
              </a:rPr>
              <a:t>c</a:t>
            </a:r>
            <a:r>
              <a:rPr kumimoji="0" lang="vi-VN" sz="19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sym typeface="Wingdings 3" panose="05040102010807070707" pitchFamily="18" charset="2"/>
              </a:rPr>
              <a:t>ông trình biển</a:t>
            </a:r>
            <a:r>
              <a:rPr kumimoji="0" lang="en-US" sz="19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cs typeface="Times New Roman" panose="02020603050405020304" pitchFamily="18" charset="0"/>
                <a:sym typeface="Wingdings 3" panose="05040102010807070707" pitchFamily="18" charset="2"/>
              </a:rPr>
              <a:t>.</a:t>
            </a:r>
            <a:endParaRPr lang="vi-VN" sz="1900"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886E158-D64F-4651-B2A4-D11CC9B6A87E}"/>
              </a:ext>
            </a:extLst>
          </p:cNvPr>
          <p:cNvSpPr>
            <a:spLocks noGrp="1"/>
          </p:cNvSpPr>
          <p:nvPr>
            <p:ph type="sldNum" sz="quarter" idx="4294967295"/>
          </p:nvPr>
        </p:nvSpPr>
        <p:spPr>
          <a:xfrm>
            <a:off x="9448800" y="6356350"/>
            <a:ext cx="2743200" cy="365125"/>
          </a:xfrm>
        </p:spPr>
        <p:txBody>
          <a:bodyPr/>
          <a:lstStyle/>
          <a:p>
            <a:fld id="{7D1F73D0-75E4-E44C-9793-91CFC617ABC9}" type="slidenum">
              <a:rPr lang="en-US" smtClean="0"/>
              <a:t>12</a:t>
            </a:fld>
            <a:endParaRPr lang="en-US"/>
          </a:p>
        </p:txBody>
      </p:sp>
    </p:spTree>
    <p:extLst>
      <p:ext uri="{BB962C8B-B14F-4D97-AF65-F5344CB8AC3E}">
        <p14:creationId xmlns:p14="http://schemas.microsoft.com/office/powerpoint/2010/main" val="42853934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DD628-EEA4-0521-5C18-FF8D9D7792E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7DA9561-F0E8-8AAB-B695-B6DBE7D52A2E}"/>
              </a:ext>
            </a:extLst>
          </p:cNvPr>
          <p:cNvSpPr/>
          <p:nvPr/>
        </p:nvSpPr>
        <p:spPr>
          <a:xfrm>
            <a:off x="506096" y="1273830"/>
            <a:ext cx="11449272" cy="5447645"/>
          </a:xfrm>
          <a:prstGeom prst="rect">
            <a:avLst/>
          </a:prstGeom>
        </p:spPr>
        <p:txBody>
          <a:bodyPr wrap="square">
            <a:spAutoFit/>
          </a:bodyPr>
          <a:lstStyle/>
          <a:p>
            <a:pPr marL="342900" lvl="0" indent="-342900" algn="just">
              <a:spcBef>
                <a:spcPct val="20000"/>
              </a:spcBef>
              <a:buFont typeface="Wingdings" panose="05000000000000000000" pitchFamily="2" charset="2"/>
              <a:buChar char="v"/>
              <a:defRPr/>
            </a:pPr>
            <a:r>
              <a:rPr lang="en-US" altLang="vi-VN" sz="2000" b="1">
                <a:solidFill>
                  <a:schemeClr val="accent6">
                    <a:lumMod val="50000"/>
                  </a:schemeClr>
                </a:solidFill>
                <a:latin typeface="Times New Roman" pitchFamily="18" charset="0"/>
                <a:cs typeface="Times New Roman" pitchFamily="18" charset="0"/>
              </a:rPr>
              <a:t>TRÌNH TỰ CÁC B</a:t>
            </a:r>
            <a:r>
              <a:rPr lang="vi-VN" altLang="vi-VN" sz="2000" b="1">
                <a:solidFill>
                  <a:schemeClr val="accent6">
                    <a:lumMod val="50000"/>
                  </a:schemeClr>
                </a:solidFill>
                <a:latin typeface="Times New Roman" pitchFamily="18" charset="0"/>
                <a:cs typeface="Times New Roman" pitchFamily="18" charset="0"/>
              </a:rPr>
              <a:t>Ư</a:t>
            </a:r>
            <a:r>
              <a:rPr lang="en-US" altLang="vi-VN" sz="2000" b="1">
                <a:solidFill>
                  <a:schemeClr val="accent6">
                    <a:lumMod val="50000"/>
                  </a:schemeClr>
                </a:solidFill>
                <a:latin typeface="Times New Roman" pitchFamily="18" charset="0"/>
                <a:cs typeface="Times New Roman" pitchFamily="18" charset="0"/>
              </a:rPr>
              <a:t>ỚC KHI NHÂN SỰ RA GIÀN LÀM VIỆC</a:t>
            </a:r>
            <a:endParaRPr kumimoji="0" lang="en-US" altLang="vi-VN" sz="2000" b="0" i="0" u="none" strike="noStrike" kern="1200" cap="none" spc="0" normalizeH="0" baseline="0" noProof="0">
              <a:ln>
                <a:noFill/>
              </a:ln>
              <a:solidFill>
                <a:schemeClr val="accent6">
                  <a:lumMod val="50000"/>
                </a:schemeClr>
              </a:solidFill>
              <a:effectLst/>
              <a:uLnTx/>
              <a:uFillTx/>
              <a:latin typeface="Times New Roman" panose="02020603050405020304" pitchFamily="18" charset="0"/>
              <a:cs typeface="Times New Roman" panose="02020603050405020304" pitchFamily="18" charset="0"/>
            </a:endParaRPr>
          </a:p>
          <a:p>
            <a:pPr marL="361950" marR="0" lvl="0" indent="-361950" algn="just" defTabSz="914400" rtl="0" eaLnBrk="1" fontAlgn="auto" latinLnBrk="0" hangingPunct="1">
              <a:lnSpc>
                <a:spcPct val="100000"/>
              </a:lnSpc>
              <a:spcBef>
                <a:spcPct val="20000"/>
              </a:spcBef>
              <a:spcAft>
                <a:spcPts val="0"/>
              </a:spcAft>
              <a:buClrTx/>
              <a:buSzTx/>
              <a:buFontTx/>
              <a:buAutoNum type="arabicPeriod"/>
              <a:tabLst/>
              <a:defRPr/>
            </a:pPr>
            <a:r>
              <a:rPr kumimoji="0" lang="en-US" altLang="vi-VN" sz="2000" b="0" i="0" u="none" strike="noStrike" kern="1200" cap="none" spc="0" normalizeH="0" baseline="0" noProof="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Sắp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xếp</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chỗ</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ở, h</a:t>
            </a:r>
            <a:r>
              <a:rPr kumimoji="0" lang="vi-VN"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ư</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ớng</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dẫn</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phổ</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biến</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an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toàn</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nội</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quy</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quy</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định</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cho</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CBCNV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nhà</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thầu</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khi</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mới</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đến</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công</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trình</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GNR.</a:t>
            </a:r>
          </a:p>
          <a:p>
            <a:pPr marL="361950" marR="0" lvl="0" indent="-361950" algn="just" defTabSz="914400" rtl="0" eaLnBrk="1" fontAlgn="auto" latinLnBrk="0" hangingPunct="1">
              <a:lnSpc>
                <a:spcPct val="100000"/>
              </a:lnSpc>
              <a:spcBef>
                <a:spcPct val="20000"/>
              </a:spcBef>
              <a:spcAft>
                <a:spcPts val="0"/>
              </a:spcAft>
              <a:buClrTx/>
              <a:buSzTx/>
              <a:buFontTx/>
              <a:buAutoNum type="arabicPeriod"/>
              <a:tabLst/>
              <a:defRPr/>
            </a:pP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Yêu</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cầu</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nhà</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thầu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gặp</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Bác</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sỹ</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để</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khám</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sức</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khỏe</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trong</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vòng</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24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giờ</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kể</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từ</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lúc</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đến</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Công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trình</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biển</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a:t>
            </a:r>
          </a:p>
          <a:p>
            <a:pPr marL="266700" marR="0" lvl="0" indent="-266700" algn="just" defTabSz="914400" rtl="0" eaLnBrk="1" fontAlgn="auto" latinLnBrk="0" hangingPunct="1">
              <a:lnSpc>
                <a:spcPct val="100000"/>
              </a:lnSpc>
              <a:spcBef>
                <a:spcPct val="20000"/>
              </a:spcBef>
              <a:spcAft>
                <a:spcPts val="0"/>
              </a:spcAft>
              <a:buClrTx/>
              <a:buSzTx/>
              <a:buFontTx/>
              <a:buAutoNum type="arabicPeriod"/>
              <a:tabLst/>
              <a:defRPr/>
            </a:pP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Kiểm</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tra</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hồ</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s</a:t>
            </a:r>
            <a:r>
              <a:rPr kumimoji="0" lang="vi-VN"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ơ</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nhân</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lực</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nhà</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thầu</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theo</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quy</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định</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của</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VSP.</a:t>
            </a:r>
          </a:p>
          <a:p>
            <a:pPr marL="361950" marR="0" lvl="0" indent="-361950" algn="just" defTabSz="914400" rtl="0" eaLnBrk="1" fontAlgn="auto" latinLnBrk="0" hangingPunct="1">
              <a:lnSpc>
                <a:spcPct val="100000"/>
              </a:lnSpc>
              <a:spcBef>
                <a:spcPct val="20000"/>
              </a:spcBef>
              <a:spcAft>
                <a:spcPts val="0"/>
              </a:spcAft>
              <a:buClrTx/>
              <a:buSzTx/>
              <a:buFontTx/>
              <a:buAutoNum type="arabicPeriod"/>
              <a:tabLst/>
              <a:defRPr/>
            </a:pP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Kiểm</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tra</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lý</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lịch</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vật</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t</a:t>
            </a:r>
            <a:r>
              <a:rPr kumimoji="0" lang="vi-VN"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ư</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dụng</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cụ</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và</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trang</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thiết</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bị</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BHLĐ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của</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nhà</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thầu</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a:t>
            </a:r>
          </a:p>
          <a:p>
            <a:pPr marL="266700" marR="0" lvl="0" indent="-266700" algn="just" defTabSz="914400" rtl="0" eaLnBrk="1" fontAlgn="auto" latinLnBrk="0" hangingPunct="1">
              <a:lnSpc>
                <a:spcPct val="100000"/>
              </a:lnSpc>
              <a:spcBef>
                <a:spcPct val="20000"/>
              </a:spcBef>
              <a:spcAft>
                <a:spcPts val="0"/>
              </a:spcAft>
              <a:buClrTx/>
              <a:buSzTx/>
              <a:buFontTx/>
              <a:buAutoNum type="arabicPeriod"/>
              <a:tabLst/>
              <a:defRPr/>
            </a:pP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H</a:t>
            </a:r>
            <a:r>
              <a:rPr kumimoji="0" lang="vi-VN"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ư</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ớng</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dẫn</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thủ</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tục</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lập</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giấy</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phép</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phân</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tích</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JSA,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thảo</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luận</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18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hoàn</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thiện</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JSA.</a:t>
            </a:r>
          </a:p>
          <a:p>
            <a:pPr marL="361950" marR="0" lvl="0" indent="-361950" algn="just" defTabSz="914400" rtl="0" eaLnBrk="1" fontAlgn="auto" latinLnBrk="0" hangingPunct="1">
              <a:lnSpc>
                <a:spcPct val="100000"/>
              </a:lnSpc>
              <a:spcBef>
                <a:spcPct val="20000"/>
              </a:spcBef>
              <a:spcAft>
                <a:spcPts val="0"/>
              </a:spcAft>
              <a:buClrTx/>
              <a:buSzTx/>
              <a:buFontTx/>
              <a:buAutoNum type="arabicPeriod"/>
              <a:tabLst/>
              <a:defRPr/>
            </a:pP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Bàn</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giao</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mặt</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bằng</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thi</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công</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a:t>
            </a:r>
          </a:p>
          <a:p>
            <a:pPr marL="361950" marR="0" lvl="0" indent="-361950" algn="just" defTabSz="914400" rtl="0" eaLnBrk="1" fontAlgn="auto" latinLnBrk="0" hangingPunct="1">
              <a:lnSpc>
                <a:spcPct val="100000"/>
              </a:lnSpc>
              <a:spcBef>
                <a:spcPct val="20000"/>
              </a:spcBef>
              <a:spcAft>
                <a:spcPts val="0"/>
              </a:spcAft>
              <a:buClrTx/>
              <a:buSzTx/>
              <a:buFontTx/>
              <a:buAutoNum type="arabicPeriod"/>
              <a:tabLst>
                <a:tab pos="361950" algn="l"/>
              </a:tabLst>
              <a:defRPr/>
            </a:pP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Kiểm</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soát</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An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toàn</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tr</a:t>
            </a:r>
            <a:r>
              <a:rPr kumimoji="0" lang="vi-VN"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ư</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ớc</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trong</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và</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sau</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khi</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thực</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hiện</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công</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việc</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dừng</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giàn</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theo</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các</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nội</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dung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có</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trong</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OTM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dừng</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giàn</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đã</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đ</a:t>
            </a:r>
            <a:r>
              <a:rPr kumimoji="0" lang="vi-VN"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ư</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ợc</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Lãnh</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đạo</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phê</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duyệt</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a:t>
            </a:r>
          </a:p>
          <a:p>
            <a:pPr marL="361950" marR="0" lvl="0" indent="-361950" algn="just" defTabSz="914400" rtl="0" eaLnBrk="1" fontAlgn="auto" latinLnBrk="0" hangingPunct="1">
              <a:lnSpc>
                <a:spcPct val="100000"/>
              </a:lnSpc>
              <a:spcBef>
                <a:spcPct val="20000"/>
              </a:spcBef>
              <a:spcAft>
                <a:spcPts val="0"/>
              </a:spcAft>
              <a:buClrTx/>
              <a:buSzTx/>
              <a:buFontTx/>
              <a:buAutoNum type="arabicPeriod"/>
              <a:tabLst/>
              <a:defRPr/>
            </a:pP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Phối</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hợp</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xử</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lý</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các</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vấn</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đề</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phát</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sinh</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trong</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quá</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trình</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thực</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hiện</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a:t>
            </a:r>
          </a:p>
          <a:p>
            <a:pPr marL="361950" marR="0" lvl="0" indent="-361950" algn="just" defTabSz="914400" rtl="0" eaLnBrk="1" fontAlgn="auto" latinLnBrk="0" hangingPunct="1">
              <a:lnSpc>
                <a:spcPct val="100000"/>
              </a:lnSpc>
              <a:spcBef>
                <a:spcPct val="20000"/>
              </a:spcBef>
              <a:spcAft>
                <a:spcPts val="0"/>
              </a:spcAft>
              <a:buClrTx/>
              <a:buSzTx/>
              <a:buFontTx/>
              <a:buAutoNum type="arabicPeriod"/>
              <a:tabLst/>
              <a:defRPr/>
            </a:pP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Báo</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cáo</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kết</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quả</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tiến</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độ</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thực</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hiện</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công</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việc</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hàng</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ngày</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(Daily Report).</a:t>
            </a:r>
          </a:p>
          <a:p>
            <a:pPr marL="361950" marR="0" lvl="0" indent="-361950" algn="just" defTabSz="914400" rtl="0" eaLnBrk="1" fontAlgn="auto" latinLnBrk="0" hangingPunct="1">
              <a:lnSpc>
                <a:spcPct val="100000"/>
              </a:lnSpc>
              <a:spcBef>
                <a:spcPct val="20000"/>
              </a:spcBef>
              <a:spcAft>
                <a:spcPts val="0"/>
              </a:spcAft>
              <a:buClrTx/>
              <a:buSzTx/>
              <a:buFontTx/>
              <a:buAutoNum type="arabicPeriod"/>
              <a:tabLst/>
              <a:defRPr/>
            </a:pP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Nghiệm</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thu</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hoàn</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thành</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công</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việc</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sau</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khi</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kết</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thúc</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a:t>
            </a:r>
          </a:p>
          <a:p>
            <a:pPr marL="361950" marR="0" lvl="0" indent="-361950" algn="just" defTabSz="914400" rtl="0" eaLnBrk="1" fontAlgn="auto" latinLnBrk="0" hangingPunct="1">
              <a:lnSpc>
                <a:spcPct val="100000"/>
              </a:lnSpc>
              <a:spcBef>
                <a:spcPct val="20000"/>
              </a:spcBef>
              <a:spcAft>
                <a:spcPts val="0"/>
              </a:spcAft>
              <a:buClrTx/>
              <a:buSzTx/>
              <a:buFontTx/>
              <a:buAutoNum type="arabicPeriod"/>
              <a:tabLst/>
              <a:defRPr/>
            </a:pP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Vệ</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sinh</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đóng</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gói</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hàng</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hóa</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a:t>
            </a:r>
          </a:p>
          <a:p>
            <a:pPr marL="361950" marR="0" lvl="0" indent="-361950" algn="just" defTabSz="914400" rtl="0" eaLnBrk="1" fontAlgn="auto" latinLnBrk="0" hangingPunct="1">
              <a:lnSpc>
                <a:spcPct val="100000"/>
              </a:lnSpc>
              <a:spcBef>
                <a:spcPct val="20000"/>
              </a:spcBef>
              <a:spcAft>
                <a:spcPts val="0"/>
              </a:spcAft>
              <a:buClrTx/>
              <a:buSzTx/>
              <a:buFontTx/>
              <a:buAutoNum type="arabicPeriod"/>
              <a:tabLst/>
              <a:defRPr/>
            </a:pP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Đặt</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máy</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bay/</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tàu</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về</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vi-VN" sz="2000" b="0" i="0" u="none" strike="noStrike" kern="1200" cap="none" spc="0" normalizeH="0" baseline="0" noProof="0" dirty="0" err="1">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bờ</a:t>
            </a:r>
            <a:r>
              <a:rPr kumimoji="0" lang="en-US" altLang="vi-VN" sz="2000" b="0"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Times New Roman" panose="02020603050405020304" pitchFamily="18" charset="0"/>
              </a:rPr>
              <a:t>.</a:t>
            </a:r>
          </a:p>
        </p:txBody>
      </p:sp>
      <p:sp>
        <p:nvSpPr>
          <p:cNvPr id="4" name="Slide Number Placeholder 3">
            <a:extLst>
              <a:ext uri="{FF2B5EF4-FFF2-40B4-BE49-F238E27FC236}">
                <a16:creationId xmlns:a16="http://schemas.microsoft.com/office/drawing/2014/main" id="{B95199C1-8C75-4D3E-98B7-B3F962891A5C}"/>
              </a:ext>
            </a:extLst>
          </p:cNvPr>
          <p:cNvSpPr>
            <a:spLocks noGrp="1"/>
          </p:cNvSpPr>
          <p:nvPr>
            <p:ph type="sldNum" sz="quarter" idx="4294967295"/>
          </p:nvPr>
        </p:nvSpPr>
        <p:spPr>
          <a:xfrm>
            <a:off x="9448800" y="6356350"/>
            <a:ext cx="2743200" cy="365125"/>
          </a:xfrm>
        </p:spPr>
        <p:txBody>
          <a:bodyPr/>
          <a:lstStyle/>
          <a:p>
            <a:fld id="{7D1F73D0-75E4-E44C-9793-91CFC617ABC9}" type="slidenum">
              <a:rPr lang="en-US" smtClean="0"/>
              <a:t>13</a:t>
            </a:fld>
            <a:endParaRPr lang="en-US"/>
          </a:p>
        </p:txBody>
      </p:sp>
      <p:sp>
        <p:nvSpPr>
          <p:cNvPr id="5" name="TextBox 4">
            <a:extLst>
              <a:ext uri="{FF2B5EF4-FFF2-40B4-BE49-F238E27FC236}">
                <a16:creationId xmlns:a16="http://schemas.microsoft.com/office/drawing/2014/main" id="{3EFF438F-C91F-4759-BBE4-68292B13D403}"/>
              </a:ext>
            </a:extLst>
          </p:cNvPr>
          <p:cNvSpPr txBox="1"/>
          <p:nvPr/>
        </p:nvSpPr>
        <p:spPr>
          <a:xfrm>
            <a:off x="2648372" y="580618"/>
            <a:ext cx="6800428" cy="400110"/>
          </a:xfrm>
          <a:prstGeom prst="rect">
            <a:avLst/>
          </a:prstGeom>
          <a:noFill/>
        </p:spPr>
        <p:txBody>
          <a:bodyPr wrap="square" rtlCol="0">
            <a:spAutoFit/>
          </a:bodyPr>
          <a:lstStyle/>
          <a:p>
            <a:pPr fontAlgn="base">
              <a:spcBef>
                <a:spcPct val="0"/>
              </a:spcBef>
              <a:spcAft>
                <a:spcPct val="0"/>
              </a:spcAft>
            </a:pPr>
            <a:r>
              <a:rPr lang="en-US" sz="2000" b="1" kern="0">
                <a:solidFill>
                  <a:schemeClr val="accent6">
                    <a:lumMod val="50000"/>
                  </a:schemeClr>
                </a:solidFill>
                <a:latin typeface="Times New Roman" pitchFamily="18" charset="0"/>
                <a:cs typeface="Times New Roman" pitchFamily="18" charset="0"/>
              </a:rPr>
              <a:t>2</a:t>
            </a:r>
            <a:r>
              <a:rPr lang="en-US" sz="2000" b="1" kern="0" dirty="0">
                <a:solidFill>
                  <a:schemeClr val="accent6">
                    <a:lumMod val="50000"/>
                  </a:schemeClr>
                </a:solidFill>
                <a:latin typeface="Times New Roman" pitchFamily="18" charset="0"/>
                <a:cs typeface="Times New Roman" pitchFamily="18" charset="0"/>
              </a:rPr>
              <a:t>. CÔNG TÁC AN TOÀN TRÊN GIÀN NÉN KHÍ RỒNG</a:t>
            </a:r>
            <a:endParaRPr lang="en-US" sz="2000" b="1" dirty="0">
              <a:solidFill>
                <a:schemeClr val="accent6">
                  <a:lumMod val="50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14540488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04704-F7DD-E6FA-A6FF-55983E544FBC}"/>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942468AA-356B-90D1-69E7-EB1800120F50}"/>
              </a:ext>
            </a:extLst>
          </p:cNvPr>
          <p:cNvSpPr/>
          <p:nvPr/>
        </p:nvSpPr>
        <p:spPr bwMode="auto">
          <a:xfrm>
            <a:off x="55710" y="1412776"/>
            <a:ext cx="4096074" cy="646331"/>
          </a:xfrm>
          <a:prstGeom prst="rect">
            <a:avLst/>
          </a:prstGeom>
          <a:noFill/>
          <a:effectLst/>
        </p:spPr>
        <p:txBody>
          <a:bodyPr wrap="square">
            <a:spAutoFit/>
          </a:bodyPr>
          <a:lstStyle/>
          <a:p>
            <a:pPr marL="285750" marR="0" lvl="0" indent="-285750" algn="just" defTabSz="895350" rtl="0" eaLnBrk="1" fontAlgn="auto" latinLnBrk="0" hangingPunct="1">
              <a:lnSpc>
                <a:spcPct val="100000"/>
              </a:lnSpc>
              <a:spcBef>
                <a:spcPts val="0"/>
              </a:spcBef>
              <a:spcAft>
                <a:spcPts val="0"/>
              </a:spcAft>
              <a:buClrTx/>
              <a:buSzTx/>
              <a:buFont typeface="Wingdings" panose="05000000000000000000" pitchFamily="2" charset="2"/>
              <a:buChar char="v"/>
              <a:tabLst>
                <a:tab pos="714375" algn="l"/>
              </a:tabLst>
              <a:defRPr/>
            </a:pPr>
            <a:r>
              <a:rPr kumimoji="0" lang="en-US" sz="1800" b="1" i="0" u="none" strike="noStrike" kern="1200" cap="none" spc="0" normalizeH="0" baseline="0" noProof="0">
                <a:ln>
                  <a:noFill/>
                </a:ln>
                <a:solidFill>
                  <a:schemeClr val="accent6">
                    <a:lumMod val="50000"/>
                  </a:schemeClr>
                </a:solidFill>
                <a:effectLst/>
                <a:uLnTx/>
                <a:uFillTx/>
                <a:latin typeface="Times New Roman" panose="02020603050405020304" pitchFamily="18" charset="0"/>
                <a:ea typeface="+mn-ea"/>
                <a:cs typeface="+mn-cs"/>
              </a:rPr>
              <a:t>MỘT SỐ MỐI </a:t>
            </a:r>
            <a:r>
              <a:rPr kumimoji="0" lang="en-US" sz="1800" b="1"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mn-cs"/>
              </a:rPr>
              <a:t>NGUY</a:t>
            </a:r>
            <a:r>
              <a:rPr kumimoji="0" lang="en-US" sz="1800" b="1" i="0" u="none" strike="noStrike" kern="1200" cap="none" spc="0" normalizeH="0" baseline="0" noProof="0">
                <a:ln>
                  <a:noFill/>
                </a:ln>
                <a:solidFill>
                  <a:schemeClr val="accent6">
                    <a:lumMod val="50000"/>
                  </a:schemeClr>
                </a:solidFill>
                <a:effectLst/>
                <a:uLnTx/>
                <a:uFillTx/>
                <a:latin typeface="Times New Roman" panose="02020603050405020304" pitchFamily="18" charset="0"/>
                <a:ea typeface="+mn-ea"/>
                <a:cs typeface="+mn-cs"/>
              </a:rPr>
              <a:t>, RỦI RO KHI LÀM VIỆC TẠI GIÀN.</a:t>
            </a:r>
            <a:endParaRPr kumimoji="0" lang="en-US" sz="1800" b="1"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mn-cs"/>
            </a:endParaRPr>
          </a:p>
        </p:txBody>
      </p:sp>
      <p:sp>
        <p:nvSpPr>
          <p:cNvPr id="9" name="TextBox 8">
            <a:extLst>
              <a:ext uri="{FF2B5EF4-FFF2-40B4-BE49-F238E27FC236}">
                <a16:creationId xmlns:a16="http://schemas.microsoft.com/office/drawing/2014/main" id="{876B2E87-AD0E-471B-1A18-E17009A5A96A}"/>
              </a:ext>
            </a:extLst>
          </p:cNvPr>
          <p:cNvSpPr txBox="1"/>
          <p:nvPr/>
        </p:nvSpPr>
        <p:spPr>
          <a:xfrm>
            <a:off x="2648372" y="432963"/>
            <a:ext cx="6800428" cy="40011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0" cap="none" spc="0" normalizeH="0" baseline="0" noProof="0">
                <a:ln>
                  <a:noFill/>
                </a:ln>
                <a:solidFill>
                  <a:schemeClr val="accent6">
                    <a:lumMod val="50000"/>
                  </a:schemeClr>
                </a:solidFill>
                <a:effectLst/>
                <a:uLnTx/>
                <a:uFillTx/>
                <a:latin typeface="Times New Roman" pitchFamily="18" charset="0"/>
                <a:ea typeface="+mn-ea"/>
                <a:cs typeface="Times New Roman" pitchFamily="18" charset="0"/>
              </a:rPr>
              <a:t>2</a:t>
            </a:r>
            <a:r>
              <a:rPr kumimoji="0" lang="en-US" sz="2000" b="1" i="0" u="none" strike="noStrike" kern="0" cap="none" spc="0" normalizeH="0" baseline="0" noProof="0" dirty="0">
                <a:ln>
                  <a:noFill/>
                </a:ln>
                <a:solidFill>
                  <a:schemeClr val="accent6">
                    <a:lumMod val="50000"/>
                  </a:schemeClr>
                </a:solidFill>
                <a:effectLst/>
                <a:uLnTx/>
                <a:uFillTx/>
                <a:latin typeface="Times New Roman" pitchFamily="18" charset="0"/>
                <a:ea typeface="+mn-ea"/>
                <a:cs typeface="Times New Roman" pitchFamily="18" charset="0"/>
              </a:rPr>
              <a:t>. CÔNG TÁC AN TOÀN TRÊN GIÀN NÉN KHÍ RỒNG</a:t>
            </a:r>
            <a:endParaRPr kumimoji="0" lang="en-US" sz="2000" b="1" i="0" u="none" strike="noStrike" kern="1200" cap="none" spc="0" normalizeH="0" baseline="0" noProof="0" dirty="0">
              <a:ln>
                <a:noFill/>
              </a:ln>
              <a:solidFill>
                <a:schemeClr val="accent6">
                  <a:lumMod val="50000"/>
                </a:schemeClr>
              </a:solidFill>
              <a:effectLst/>
              <a:uLnTx/>
              <a:uFillTx/>
              <a:latin typeface="Times New Roman" pitchFamily="18" charset="0"/>
              <a:ea typeface="+mn-ea"/>
              <a:cs typeface="Times New Roman" pitchFamily="18" charset="0"/>
            </a:endParaRPr>
          </a:p>
        </p:txBody>
      </p:sp>
      <p:pic>
        <p:nvPicPr>
          <p:cNvPr id="4" name="Picture 3">
            <a:extLst>
              <a:ext uri="{FF2B5EF4-FFF2-40B4-BE49-F238E27FC236}">
                <a16:creationId xmlns:a16="http://schemas.microsoft.com/office/drawing/2014/main" id="{35F15FE2-E7E7-EC08-F000-EDD0DDE7CA5E}"/>
              </a:ext>
            </a:extLst>
          </p:cNvPr>
          <p:cNvPicPr>
            <a:picLocks noChangeAspect="1"/>
          </p:cNvPicPr>
          <p:nvPr/>
        </p:nvPicPr>
        <p:blipFill>
          <a:blip r:embed="rId2"/>
          <a:stretch>
            <a:fillRect/>
          </a:stretch>
        </p:blipFill>
        <p:spPr>
          <a:xfrm>
            <a:off x="3935760" y="1523285"/>
            <a:ext cx="8244016" cy="4901752"/>
          </a:xfrm>
          <a:prstGeom prst="rect">
            <a:avLst/>
          </a:prstGeom>
        </p:spPr>
      </p:pic>
      <p:sp>
        <p:nvSpPr>
          <p:cNvPr id="3" name="Slide Number Placeholder 2">
            <a:extLst>
              <a:ext uri="{FF2B5EF4-FFF2-40B4-BE49-F238E27FC236}">
                <a16:creationId xmlns:a16="http://schemas.microsoft.com/office/drawing/2014/main" id="{74C00BB3-AD88-4FBD-A420-FA5A57408491}"/>
              </a:ext>
            </a:extLst>
          </p:cNvPr>
          <p:cNvSpPr>
            <a:spLocks noGrp="1"/>
          </p:cNvSpPr>
          <p:nvPr>
            <p:ph type="sldNum" sz="quarter" idx="4294967295"/>
          </p:nvPr>
        </p:nvSpPr>
        <p:spPr>
          <a:xfrm>
            <a:off x="9448800" y="6356350"/>
            <a:ext cx="2743200" cy="365125"/>
          </a:xfrm>
        </p:spPr>
        <p:txBody>
          <a:bodyPr/>
          <a:lstStyle/>
          <a:p>
            <a:fld id="{7D1F73D0-75E4-E44C-9793-91CFC617ABC9}" type="slidenum">
              <a:rPr lang="en-US" smtClean="0"/>
              <a:t>14</a:t>
            </a:fld>
            <a:endParaRPr lang="en-US"/>
          </a:p>
        </p:txBody>
      </p:sp>
    </p:spTree>
    <p:extLst>
      <p:ext uri="{BB962C8B-B14F-4D97-AF65-F5344CB8AC3E}">
        <p14:creationId xmlns:p14="http://schemas.microsoft.com/office/powerpoint/2010/main" val="20176014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5EF1D-0E11-FA33-C295-C28C5E4321C6}"/>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A6C5D351-6B95-600E-04E9-5D4DAD2DF537}"/>
              </a:ext>
            </a:extLst>
          </p:cNvPr>
          <p:cNvSpPr txBox="1"/>
          <p:nvPr/>
        </p:nvSpPr>
        <p:spPr>
          <a:xfrm>
            <a:off x="2648372" y="432963"/>
            <a:ext cx="6639121" cy="40011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0" cap="none" spc="0" normalizeH="0" baseline="0" noProof="0">
                <a:ln>
                  <a:noFill/>
                </a:ln>
                <a:solidFill>
                  <a:schemeClr val="accent6">
                    <a:lumMod val="50000"/>
                  </a:schemeClr>
                </a:solidFill>
                <a:effectLst/>
                <a:uLnTx/>
                <a:uFillTx/>
                <a:latin typeface="Times New Roman" pitchFamily="18" charset="0"/>
                <a:ea typeface="+mn-ea"/>
                <a:cs typeface="Times New Roman" pitchFamily="18" charset="0"/>
              </a:rPr>
              <a:t>2. CÔNG </a:t>
            </a:r>
            <a:r>
              <a:rPr kumimoji="0" lang="en-US" sz="2000" b="1" i="0" u="none" strike="noStrike" kern="0" cap="none" spc="0" normalizeH="0" baseline="0" noProof="0" dirty="0">
                <a:ln>
                  <a:noFill/>
                </a:ln>
                <a:solidFill>
                  <a:schemeClr val="accent6">
                    <a:lumMod val="50000"/>
                  </a:schemeClr>
                </a:solidFill>
                <a:effectLst/>
                <a:uLnTx/>
                <a:uFillTx/>
                <a:latin typeface="Times New Roman" pitchFamily="18" charset="0"/>
                <a:ea typeface="+mn-ea"/>
                <a:cs typeface="Times New Roman" pitchFamily="18" charset="0"/>
              </a:rPr>
              <a:t>TÁC AN TOÀN TRÊN GIÀN NÉN KHÍ RỒNG</a:t>
            </a:r>
            <a:endParaRPr kumimoji="0" lang="en-US" sz="2000" b="1" i="0" u="none" strike="noStrike" kern="1200" cap="none" spc="0" normalizeH="0" baseline="0" noProof="0" dirty="0">
              <a:ln>
                <a:noFill/>
              </a:ln>
              <a:solidFill>
                <a:schemeClr val="accent6">
                  <a:lumMod val="50000"/>
                </a:schemeClr>
              </a:solidFill>
              <a:effectLst/>
              <a:uLnTx/>
              <a:uFillTx/>
              <a:latin typeface="Times New Roman" pitchFamily="18" charset="0"/>
              <a:ea typeface="+mn-ea"/>
              <a:cs typeface="Times New Roman" pitchFamily="18" charset="0"/>
            </a:endParaRPr>
          </a:p>
        </p:txBody>
      </p:sp>
      <p:sp>
        <p:nvSpPr>
          <p:cNvPr id="2" name="Rectangle 2">
            <a:extLst>
              <a:ext uri="{FF2B5EF4-FFF2-40B4-BE49-F238E27FC236}">
                <a16:creationId xmlns:a16="http://schemas.microsoft.com/office/drawing/2014/main" id="{7251B718-3206-DB11-9872-BD4D1FCADA78}"/>
              </a:ext>
            </a:extLst>
          </p:cNvPr>
          <p:cNvSpPr>
            <a:spLocks noChangeArrowheads="1"/>
          </p:cNvSpPr>
          <p:nvPr/>
        </p:nvSpPr>
        <p:spPr bwMode="auto">
          <a:xfrm>
            <a:off x="370900" y="1628800"/>
            <a:ext cx="6079551"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lang="en-US" altLang="en-US" b="1" dirty="0" err="1">
                <a:solidFill>
                  <a:schemeClr val="accent6">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Đánh</a:t>
            </a:r>
            <a:r>
              <a:rPr lang="en-US" altLang="en-US" b="1" dirty="0">
                <a:solidFill>
                  <a:schemeClr val="accent6">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altLang="en-US" b="1" dirty="0" err="1">
                <a:solidFill>
                  <a:schemeClr val="accent6">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giá</a:t>
            </a:r>
            <a:r>
              <a:rPr lang="en-US" altLang="en-US" b="1" dirty="0">
                <a:solidFill>
                  <a:schemeClr val="accent6">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altLang="en-US" b="1" dirty="0" err="1">
                <a:solidFill>
                  <a:schemeClr val="accent6">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rủi</a:t>
            </a:r>
            <a:r>
              <a:rPr lang="en-US" altLang="en-US" b="1" dirty="0">
                <a:solidFill>
                  <a:schemeClr val="accent6">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altLang="en-US" b="1" err="1">
                <a:solidFill>
                  <a:schemeClr val="accent6">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ro</a:t>
            </a:r>
            <a:r>
              <a:rPr lang="en-US" altLang="en-US" b="1">
                <a:solidFill>
                  <a:schemeClr val="accent6">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a:t>
            </a:r>
            <a:r>
              <a:rPr lang="en-US" altLang="en-US" b="1" dirty="0">
                <a:solidFill>
                  <a:schemeClr val="accent6">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b="0" i="0" u="none" strike="noStrike" cap="none" normalizeH="0" baseline="0">
                <a:ln>
                  <a:noFill/>
                </a:ln>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R </a:t>
            </a:r>
            <a:r>
              <a:rPr kumimoji="0" lang="en-US" altLang="en-US" b="0" i="0" u="none" strike="noStrike" cap="none" normalizeH="0" baseline="0" dirty="0" err="1">
                <a:ln>
                  <a:noFill/>
                </a:ln>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là</a:t>
            </a:r>
            <a:r>
              <a:rPr kumimoji="0" lang="en-US" altLang="en-US" b="0" i="0" u="none" strike="noStrike" cap="none" normalizeH="0" baseline="0" dirty="0">
                <a:ln>
                  <a:noFill/>
                </a:ln>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việc</a:t>
            </a:r>
            <a:r>
              <a:rPr kumimoji="0" lang="en-US" altLang="en-US" b="0" i="0" u="none" strike="noStrike" cap="none" normalizeH="0" baseline="0" dirty="0">
                <a:ln>
                  <a:noFill/>
                </a:ln>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kết</a:t>
            </a:r>
            <a:r>
              <a:rPr kumimoji="0" lang="en-US" altLang="en-US" b="0" i="0" u="none" strike="noStrike" cap="none" normalizeH="0" baseline="0" dirty="0">
                <a:ln>
                  <a:noFill/>
                </a:ln>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hợp</a:t>
            </a:r>
            <a:r>
              <a:rPr kumimoji="0" lang="en-US" altLang="en-US" b="0" i="0" u="none" strike="noStrike" cap="none" normalizeH="0" baseline="0" dirty="0">
                <a:ln>
                  <a:noFill/>
                </a:ln>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giữa</a:t>
            </a:r>
            <a:r>
              <a:rPr kumimoji="0" lang="en-US" altLang="en-US" b="0" i="0" u="none" strike="noStrike" cap="none" normalizeH="0" baseline="0" dirty="0">
                <a:ln>
                  <a:noFill/>
                </a:ln>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mức</a:t>
            </a:r>
            <a:r>
              <a:rPr kumimoji="0" lang="en-US" altLang="en-US" b="0" i="0" u="none" strike="noStrike" cap="none" normalizeH="0" baseline="0" dirty="0">
                <a:ln>
                  <a:noFill/>
                </a:ln>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độ</a:t>
            </a:r>
            <a:r>
              <a:rPr kumimoji="0" lang="en-US" altLang="en-US" b="0" i="0" u="none" strike="noStrike" cap="none" normalizeH="0" baseline="0" dirty="0">
                <a:ln>
                  <a:noFill/>
                </a:ln>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nghiêm</a:t>
            </a:r>
            <a:r>
              <a:rPr kumimoji="0" lang="en-US" altLang="en-US" b="0" i="0" u="none" strike="noStrike" cap="none" normalizeH="0" baseline="0" dirty="0">
                <a:ln>
                  <a:noFill/>
                </a:ln>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trọng</a:t>
            </a:r>
            <a:r>
              <a:rPr kumimoji="0" lang="en-US" altLang="en-US" b="0" i="0" u="none" strike="noStrike" cap="none" normalizeH="0" baseline="0" dirty="0">
                <a:ln>
                  <a:noFill/>
                </a:ln>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S </a:t>
            </a:r>
            <a:r>
              <a:rPr kumimoji="0" lang="en-US" altLang="en-US" b="0" i="0" u="none" strike="noStrike" cap="none" normalizeH="0" baseline="0" dirty="0" err="1">
                <a:ln>
                  <a:noFill/>
                </a:ln>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và</a:t>
            </a:r>
            <a:r>
              <a:rPr kumimoji="0" lang="en-US" altLang="en-US" b="0" i="0" u="none" strike="noStrike" cap="none" normalizeH="0" baseline="0" dirty="0">
                <a:ln>
                  <a:noFill/>
                </a:ln>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khả</a:t>
            </a:r>
            <a:r>
              <a:rPr kumimoji="0" lang="en-US" altLang="en-US" b="0" i="0" u="none" strike="noStrike" cap="none" normalizeH="0" baseline="0" dirty="0">
                <a:ln>
                  <a:noFill/>
                </a:ln>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năng</a:t>
            </a:r>
            <a:r>
              <a:rPr kumimoji="0" lang="en-US" altLang="en-US" b="0" i="0" u="none" strike="noStrike" cap="none" normalizeH="0" baseline="0" dirty="0">
                <a:ln>
                  <a:noFill/>
                </a:ln>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xảy</a:t>
            </a:r>
            <a:r>
              <a:rPr kumimoji="0" lang="en-US" altLang="en-US" b="0" i="0" u="none" strike="noStrike" cap="none" normalizeH="0" baseline="0" dirty="0">
                <a:ln>
                  <a:noFill/>
                </a:ln>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ra</a:t>
            </a:r>
            <a:r>
              <a:rPr kumimoji="0" lang="en-US" altLang="en-US" b="0" i="0" u="none" strike="noStrike" cap="none" normalizeH="0" baseline="0" dirty="0">
                <a:ln>
                  <a:noFill/>
                </a:ln>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P </a:t>
            </a:r>
            <a:r>
              <a:rPr kumimoji="0" lang="en-US" altLang="en-US" b="0" i="0" u="none" strike="noStrike" cap="none" normalizeH="0" baseline="0" dirty="0" err="1">
                <a:ln>
                  <a:noFill/>
                </a:ln>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chúng</a:t>
            </a:r>
            <a:r>
              <a:rPr kumimoji="0" lang="en-US" altLang="en-US" b="0" i="0" u="none" strike="noStrike" cap="none" normalizeH="0" baseline="0" dirty="0">
                <a:ln>
                  <a:noFill/>
                </a:ln>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ta </a:t>
            </a:r>
            <a:r>
              <a:rPr kumimoji="0" lang="en-US" altLang="en-US" b="0" i="0" u="none" strike="noStrike" cap="none" normalizeH="0" baseline="0" dirty="0" err="1">
                <a:ln>
                  <a:noFill/>
                </a:ln>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sẽ</a:t>
            </a:r>
            <a:r>
              <a:rPr kumimoji="0" lang="en-US" altLang="en-US" b="0" i="0" u="none" strike="noStrike" cap="none" normalizeH="0" baseline="0" dirty="0">
                <a:ln>
                  <a:noFill/>
                </a:ln>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có</a:t>
            </a:r>
            <a:r>
              <a:rPr kumimoji="0" lang="en-US" altLang="en-US" b="0" i="0" u="none" strike="noStrike" cap="none" normalizeH="0" baseline="0" dirty="0">
                <a:ln>
                  <a:noFill/>
                </a:ln>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thang </a:t>
            </a:r>
            <a:r>
              <a:rPr kumimoji="0" lang="en-US" altLang="en-US" b="0" i="0" u="none" strike="noStrike" cap="none" normalizeH="0" baseline="0" dirty="0" err="1">
                <a:ln>
                  <a:noFill/>
                </a:ln>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điểm</a:t>
            </a:r>
            <a:r>
              <a:rPr kumimoji="0" lang="en-US" altLang="en-US" b="0" i="0" u="none" strike="noStrike" cap="none" normalizeH="0" baseline="0" dirty="0">
                <a:ln>
                  <a:noFill/>
                </a:ln>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từ</a:t>
            </a:r>
            <a:r>
              <a:rPr kumimoji="0" lang="en-US" altLang="en-US" b="0" i="0" u="none" strike="noStrike" cap="none" normalizeH="0" baseline="0" dirty="0">
                <a:ln>
                  <a:noFill/>
                </a:ln>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1 ~</a:t>
            </a:r>
            <a:r>
              <a:rPr kumimoji="0" lang="en-US" altLang="en-US" b="0" i="0" u="none" strike="noStrike" cap="none" normalizeH="0" baseline="0">
                <a:ln>
                  <a:noFill/>
                </a:ln>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25.</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a:ln>
                  <a:noFill/>
                </a:ln>
                <a:solidFill>
                  <a:schemeClr val="accent6">
                    <a:lumMod val="50000"/>
                  </a:schemeClr>
                </a:solidFill>
                <a:effectLst/>
                <a:latin typeface="Times New Roman" panose="02020603050405020304" pitchFamily="18" charset="0"/>
                <a:cs typeface="Times New Roman" panose="02020603050405020304" pitchFamily="18" charset="0"/>
              </a:rPr>
              <a:t>Rủi ro đ</a:t>
            </a:r>
            <a:r>
              <a:rPr kumimoji="0" lang="vi-VN" altLang="en-US" b="0" i="0" u="none" strike="noStrike" cap="none" normalizeH="0" baseline="0">
                <a:ln>
                  <a:noFill/>
                </a:ln>
                <a:solidFill>
                  <a:schemeClr val="accent6">
                    <a:lumMod val="50000"/>
                  </a:schemeClr>
                </a:solidFill>
                <a:effectLst/>
                <a:latin typeface="Times New Roman" panose="02020603050405020304" pitchFamily="18" charset="0"/>
                <a:cs typeface="Times New Roman" panose="02020603050405020304" pitchFamily="18" charset="0"/>
              </a:rPr>
              <a:t>ư</a:t>
            </a:r>
            <a:r>
              <a:rPr kumimoji="0" lang="en-US" altLang="en-US" b="0" i="0" u="none" strike="noStrike" cap="none" normalizeH="0" baseline="0">
                <a:ln>
                  <a:noFill/>
                </a:ln>
                <a:solidFill>
                  <a:schemeClr val="accent6">
                    <a:lumMod val="50000"/>
                  </a:schemeClr>
                </a:solidFill>
                <a:effectLst/>
                <a:latin typeface="Times New Roman" panose="02020603050405020304" pitchFamily="18" charset="0"/>
                <a:cs typeface="Times New Roman" panose="02020603050405020304" pitchFamily="18" charset="0"/>
              </a:rPr>
              <a:t>ợc chia làm 4 cấp độ khác nhau:</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n-US" altLang="en-US">
                <a:solidFill>
                  <a:schemeClr val="accent6">
                    <a:lumMod val="50000"/>
                  </a:schemeClr>
                </a:solidFill>
                <a:latin typeface="Times New Roman" panose="02020603050405020304" pitchFamily="18" charset="0"/>
                <a:cs typeface="Times New Roman" panose="02020603050405020304" pitchFamily="18" charset="0"/>
              </a:rPr>
              <a:t>Rủi ro R thấp 1-4 điểm (vùng màu trắng).</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b="0" i="0" u="none" strike="noStrike" cap="none" normalizeH="0" baseline="0">
                <a:ln>
                  <a:noFill/>
                </a:ln>
                <a:solidFill>
                  <a:schemeClr val="accent6">
                    <a:lumMod val="50000"/>
                  </a:schemeClr>
                </a:solidFill>
                <a:effectLst/>
                <a:latin typeface="Times New Roman" panose="02020603050405020304" pitchFamily="18" charset="0"/>
                <a:cs typeface="Times New Roman" panose="02020603050405020304" pitchFamily="18" charset="0"/>
              </a:rPr>
              <a:t>R</a:t>
            </a:r>
            <a:r>
              <a:rPr lang="en-US" altLang="en-US">
                <a:solidFill>
                  <a:schemeClr val="accent6">
                    <a:lumMod val="50000"/>
                  </a:schemeClr>
                </a:solidFill>
                <a:latin typeface="Times New Roman" panose="02020603050405020304" pitchFamily="18" charset="0"/>
                <a:cs typeface="Times New Roman" panose="02020603050405020304" pitchFamily="18" charset="0"/>
              </a:rPr>
              <a:t>ủi ro R trung bình 5-9 điểm (vùng màu vàng).</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b="0" i="0" u="none" strike="noStrike" cap="none" normalizeH="0" baseline="0">
                <a:ln>
                  <a:noFill/>
                </a:ln>
                <a:solidFill>
                  <a:schemeClr val="accent6">
                    <a:lumMod val="50000"/>
                  </a:schemeClr>
                </a:solidFill>
                <a:effectLst/>
                <a:latin typeface="Times New Roman" panose="02020603050405020304" pitchFamily="18" charset="0"/>
                <a:cs typeface="Times New Roman" panose="02020603050405020304" pitchFamily="18" charset="0"/>
              </a:rPr>
              <a:t>Rủi ro R cao 10-12 điểm (vùng màu nâu).</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n-US" altLang="en-US">
                <a:solidFill>
                  <a:schemeClr val="accent6">
                    <a:lumMod val="50000"/>
                  </a:schemeClr>
                </a:solidFill>
                <a:latin typeface="Times New Roman" panose="02020603050405020304" pitchFamily="18" charset="0"/>
                <a:cs typeface="Times New Roman" panose="02020603050405020304" pitchFamily="18" charset="0"/>
              </a:rPr>
              <a:t>Rủi ro rất cao 15-25 điểm (vuàng màu cam).</a:t>
            </a:r>
            <a:endParaRPr kumimoji="0" lang="en-US" altLang="en-US" b="0" i="0" u="none" strike="noStrike" cap="none" normalizeH="0" baseline="0" dirty="0">
              <a:ln>
                <a:noFill/>
              </a:ln>
              <a:solidFill>
                <a:schemeClr val="accent6">
                  <a:lumMod val="50000"/>
                </a:schemeClr>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accent6">
                  <a:lumMod val="50000"/>
                </a:schemeClr>
              </a:solidFill>
              <a:effectLst/>
              <a:latin typeface="Times New Roman" panose="02020603050405020304" pitchFamily="18" charset="0"/>
              <a:cs typeface="Times New Roman" panose="02020603050405020304" pitchFamily="18" charset="0"/>
            </a:endParaRPr>
          </a:p>
        </p:txBody>
      </p:sp>
      <p:pic>
        <p:nvPicPr>
          <p:cNvPr id="1025" name="Picture 2">
            <a:extLst>
              <a:ext uri="{FF2B5EF4-FFF2-40B4-BE49-F238E27FC236}">
                <a16:creationId xmlns:a16="http://schemas.microsoft.com/office/drawing/2014/main" id="{3B6064AC-47B4-1F41-AEE2-A2F37458220B}"/>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472085" y="1642502"/>
            <a:ext cx="5647503" cy="3756405"/>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EFC36FEC-7D6F-4B6D-BBDA-363498C3F6A5}"/>
              </a:ext>
            </a:extLst>
          </p:cNvPr>
          <p:cNvSpPr>
            <a:spLocks noGrp="1"/>
          </p:cNvSpPr>
          <p:nvPr>
            <p:ph type="sldNum" sz="quarter" idx="4294967295"/>
          </p:nvPr>
        </p:nvSpPr>
        <p:spPr>
          <a:xfrm>
            <a:off x="9448800" y="6356350"/>
            <a:ext cx="2743200" cy="365125"/>
          </a:xfrm>
        </p:spPr>
        <p:txBody>
          <a:bodyPr/>
          <a:lstStyle/>
          <a:p>
            <a:fld id="{7D1F73D0-75E4-E44C-9793-91CFC617ABC9}" type="slidenum">
              <a:rPr lang="en-US" smtClean="0"/>
              <a:t>15</a:t>
            </a:fld>
            <a:endParaRPr lang="en-US"/>
          </a:p>
        </p:txBody>
      </p:sp>
    </p:spTree>
    <p:extLst>
      <p:ext uri="{BB962C8B-B14F-4D97-AF65-F5344CB8AC3E}">
        <p14:creationId xmlns:p14="http://schemas.microsoft.com/office/powerpoint/2010/main" val="42095878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18C4EC3-26EC-4BD3-80FD-F02BB9341E43}"/>
              </a:ext>
            </a:extLst>
          </p:cNvPr>
          <p:cNvSpPr/>
          <p:nvPr/>
        </p:nvSpPr>
        <p:spPr bwMode="auto">
          <a:xfrm>
            <a:off x="3081784" y="985912"/>
            <a:ext cx="6028431" cy="369332"/>
          </a:xfrm>
          <a:prstGeom prst="rect">
            <a:avLst/>
          </a:prstGeom>
          <a:noFill/>
          <a:effectLst/>
        </p:spPr>
        <p:txBody>
          <a:bodyPr wrap="square">
            <a:spAutoFit/>
          </a:bodyPr>
          <a:lstStyle/>
          <a:p>
            <a:pPr algn="ctr" fontAlgn="auto">
              <a:spcBef>
                <a:spcPts val="0"/>
              </a:spcBef>
              <a:spcAft>
                <a:spcPts val="0"/>
              </a:spcAft>
              <a:defRPr/>
            </a:pPr>
            <a:r>
              <a:rPr lang="en-US" b="1" kern="0" dirty="0">
                <a:solidFill>
                  <a:srgbClr val="0033CC"/>
                </a:solidFill>
                <a:latin typeface="Times New Roman" pitchFamily="18" charset="0"/>
                <a:cs typeface="Times New Roman" pitchFamily="18" charset="0"/>
              </a:rPr>
              <a:t>Các </a:t>
            </a:r>
            <a:r>
              <a:rPr lang="en-US" b="1" kern="0" dirty="0" err="1">
                <a:solidFill>
                  <a:srgbClr val="0033CC"/>
                </a:solidFill>
                <a:latin typeface="Times New Roman" pitchFamily="18" charset="0"/>
                <a:cs typeface="Times New Roman" pitchFamily="18" charset="0"/>
              </a:rPr>
              <a:t>quy</a:t>
            </a:r>
            <a:r>
              <a:rPr lang="en-US" b="1" kern="0" dirty="0">
                <a:solidFill>
                  <a:srgbClr val="0033CC"/>
                </a:solidFill>
                <a:latin typeface="Times New Roman" pitchFamily="18" charset="0"/>
                <a:cs typeface="Times New Roman" pitchFamily="18" charset="0"/>
              </a:rPr>
              <a:t> </a:t>
            </a:r>
            <a:r>
              <a:rPr lang="en-US" b="1" kern="0" dirty="0" err="1">
                <a:solidFill>
                  <a:srgbClr val="0033CC"/>
                </a:solidFill>
                <a:latin typeface="Times New Roman" pitchFamily="18" charset="0"/>
                <a:cs typeface="Times New Roman" pitchFamily="18" charset="0"/>
              </a:rPr>
              <a:t>định</a:t>
            </a:r>
            <a:r>
              <a:rPr lang="en-US" b="1" kern="0" dirty="0">
                <a:solidFill>
                  <a:srgbClr val="0033CC"/>
                </a:solidFill>
                <a:latin typeface="Times New Roman" pitchFamily="18" charset="0"/>
                <a:cs typeface="Times New Roman" pitchFamily="18" charset="0"/>
              </a:rPr>
              <a:t> </a:t>
            </a:r>
            <a:r>
              <a:rPr lang="en-US" b="1" kern="0" dirty="0" err="1">
                <a:solidFill>
                  <a:srgbClr val="0033CC"/>
                </a:solidFill>
                <a:latin typeface="Times New Roman" pitchFamily="18" charset="0"/>
                <a:cs typeface="Times New Roman" pitchFamily="18" charset="0"/>
              </a:rPr>
              <a:t>về</a:t>
            </a:r>
            <a:r>
              <a:rPr lang="en-US" b="1" kern="0" dirty="0">
                <a:solidFill>
                  <a:srgbClr val="0033CC"/>
                </a:solidFill>
                <a:latin typeface="Times New Roman" pitchFamily="18" charset="0"/>
                <a:cs typeface="Times New Roman" pitchFamily="18" charset="0"/>
              </a:rPr>
              <a:t> </a:t>
            </a:r>
            <a:r>
              <a:rPr lang="en-US" b="1" kern="0" dirty="0" err="1">
                <a:solidFill>
                  <a:srgbClr val="0033CC"/>
                </a:solidFill>
                <a:latin typeface="Times New Roman" pitchFamily="18" charset="0"/>
                <a:cs typeface="Times New Roman" pitchFamily="18" charset="0"/>
              </a:rPr>
              <a:t>giấy</a:t>
            </a:r>
            <a:r>
              <a:rPr lang="en-US" b="1" kern="0" dirty="0">
                <a:solidFill>
                  <a:srgbClr val="0033CC"/>
                </a:solidFill>
                <a:latin typeface="Times New Roman" pitchFamily="18" charset="0"/>
                <a:cs typeface="Times New Roman" pitchFamily="18" charset="0"/>
              </a:rPr>
              <a:t> </a:t>
            </a:r>
            <a:r>
              <a:rPr lang="en-US" b="1" kern="0" dirty="0" err="1">
                <a:solidFill>
                  <a:srgbClr val="0033CC"/>
                </a:solidFill>
                <a:latin typeface="Times New Roman" pitchFamily="18" charset="0"/>
                <a:cs typeface="Times New Roman" pitchFamily="18" charset="0"/>
              </a:rPr>
              <a:t>phép</a:t>
            </a:r>
            <a:r>
              <a:rPr lang="en-US" b="1" kern="0" dirty="0">
                <a:solidFill>
                  <a:srgbClr val="0033CC"/>
                </a:solidFill>
                <a:latin typeface="Times New Roman" pitchFamily="18" charset="0"/>
                <a:cs typeface="Times New Roman" pitchFamily="18" charset="0"/>
              </a:rPr>
              <a:t> </a:t>
            </a:r>
            <a:r>
              <a:rPr lang="en-US" b="1" kern="0" dirty="0" err="1">
                <a:solidFill>
                  <a:srgbClr val="0033CC"/>
                </a:solidFill>
                <a:latin typeface="Times New Roman" pitchFamily="18" charset="0"/>
                <a:cs typeface="Times New Roman" pitchFamily="18" charset="0"/>
              </a:rPr>
              <a:t>làm</a:t>
            </a:r>
            <a:r>
              <a:rPr lang="en-US" b="1" kern="0" dirty="0">
                <a:solidFill>
                  <a:srgbClr val="0033CC"/>
                </a:solidFill>
                <a:latin typeface="Times New Roman" pitchFamily="18" charset="0"/>
                <a:cs typeface="Times New Roman" pitchFamily="18" charset="0"/>
              </a:rPr>
              <a:t> </a:t>
            </a:r>
            <a:r>
              <a:rPr lang="en-US" b="1" kern="0" dirty="0" err="1">
                <a:solidFill>
                  <a:srgbClr val="0033CC"/>
                </a:solidFill>
                <a:latin typeface="Times New Roman" pitchFamily="18" charset="0"/>
                <a:cs typeface="Times New Roman" pitchFamily="18" charset="0"/>
              </a:rPr>
              <a:t>việc</a:t>
            </a:r>
            <a:r>
              <a:rPr lang="en-US" b="1" kern="0" dirty="0">
                <a:solidFill>
                  <a:srgbClr val="0033CC"/>
                </a:solidFill>
                <a:latin typeface="Times New Roman" pitchFamily="18" charset="0"/>
                <a:cs typeface="Times New Roman" pitchFamily="18" charset="0"/>
              </a:rPr>
              <a:t>, PTW, JSA, SIMOPS</a:t>
            </a:r>
          </a:p>
        </p:txBody>
      </p:sp>
      <p:sp>
        <p:nvSpPr>
          <p:cNvPr id="9" name="TextBox 8">
            <a:extLst>
              <a:ext uri="{FF2B5EF4-FFF2-40B4-BE49-F238E27FC236}">
                <a16:creationId xmlns:a16="http://schemas.microsoft.com/office/drawing/2014/main" id="{420BDB10-0602-43D4-831F-91F092E85BB7}"/>
              </a:ext>
            </a:extLst>
          </p:cNvPr>
          <p:cNvSpPr txBox="1"/>
          <p:nvPr/>
        </p:nvSpPr>
        <p:spPr>
          <a:xfrm>
            <a:off x="2783632" y="483666"/>
            <a:ext cx="7120121" cy="400110"/>
          </a:xfrm>
          <a:prstGeom prst="rect">
            <a:avLst/>
          </a:prstGeom>
          <a:noFill/>
        </p:spPr>
        <p:txBody>
          <a:bodyPr wrap="square" rtlCol="0">
            <a:spAutoFit/>
          </a:bodyPr>
          <a:lstStyle/>
          <a:p>
            <a:pPr fontAlgn="base">
              <a:spcBef>
                <a:spcPct val="0"/>
              </a:spcBef>
              <a:spcAft>
                <a:spcPct val="0"/>
              </a:spcAft>
            </a:pPr>
            <a:r>
              <a:rPr lang="en-US" sz="2000" b="1" kern="0">
                <a:solidFill>
                  <a:schemeClr val="accent6">
                    <a:lumMod val="50000"/>
                  </a:schemeClr>
                </a:solidFill>
                <a:latin typeface="Times New Roman" pitchFamily="18" charset="0"/>
                <a:cs typeface="Times New Roman" pitchFamily="18" charset="0"/>
              </a:rPr>
              <a:t>2</a:t>
            </a:r>
            <a:r>
              <a:rPr lang="en-US" sz="2000" b="1" kern="0" dirty="0">
                <a:solidFill>
                  <a:schemeClr val="accent6">
                    <a:lumMod val="50000"/>
                  </a:schemeClr>
                </a:solidFill>
                <a:latin typeface="Times New Roman" pitchFamily="18" charset="0"/>
                <a:cs typeface="Times New Roman" pitchFamily="18" charset="0"/>
              </a:rPr>
              <a:t>.CÔNG TÁC AN TOÀN TRÊN GIÀN NÉN KHÍ RỒNG</a:t>
            </a:r>
            <a:endParaRPr lang="en-US" sz="2000" b="1" dirty="0">
              <a:solidFill>
                <a:schemeClr val="accent6">
                  <a:lumMod val="50000"/>
                </a:schemeClr>
              </a:solidFill>
              <a:latin typeface="Times New Roman" pitchFamily="18" charset="0"/>
              <a:cs typeface="Times New Roman" pitchFamily="18" charset="0"/>
            </a:endParaRPr>
          </a:p>
        </p:txBody>
      </p:sp>
      <p:pic>
        <p:nvPicPr>
          <p:cNvPr id="18" name="Picture 10">
            <a:extLst>
              <a:ext uri="{FF2B5EF4-FFF2-40B4-BE49-F238E27FC236}">
                <a16:creationId xmlns:a16="http://schemas.microsoft.com/office/drawing/2014/main" id="{D696D500-F260-4B9F-9FD4-24EF1C679153}"/>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bwMode="auto">
          <a:xfrm>
            <a:off x="1559497" y="3958017"/>
            <a:ext cx="4389120" cy="249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8">
            <a:extLst>
              <a:ext uri="{FF2B5EF4-FFF2-40B4-BE49-F238E27FC236}">
                <a16:creationId xmlns:a16="http://schemas.microsoft.com/office/drawing/2014/main" id="{ED85424F-67E3-4F58-A8A4-B5C75BAFBD6C}"/>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1559496" y="1412776"/>
            <a:ext cx="4389120" cy="2392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9">
            <a:extLst>
              <a:ext uri="{FF2B5EF4-FFF2-40B4-BE49-F238E27FC236}">
                <a16:creationId xmlns:a16="http://schemas.microsoft.com/office/drawing/2014/main" id="{4E0AC061-3693-4108-8F3E-FA1CFBFCB255}"/>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bwMode="auto">
          <a:xfrm>
            <a:off x="6672064" y="1412776"/>
            <a:ext cx="4320480" cy="2424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F6C62927-4C85-C82F-44E1-34E7BE8CFCDF}"/>
              </a:ext>
            </a:extLst>
          </p:cNvPr>
          <p:cNvPicPr>
            <a:picLocks noChangeAspect="1"/>
          </p:cNvPicPr>
          <p:nvPr/>
        </p:nvPicPr>
        <p:blipFill>
          <a:blip r:embed="rId5"/>
          <a:stretch>
            <a:fillRect/>
          </a:stretch>
        </p:blipFill>
        <p:spPr>
          <a:xfrm>
            <a:off x="6672063" y="3933056"/>
            <a:ext cx="4361420" cy="2495319"/>
          </a:xfrm>
          <a:prstGeom prst="rect">
            <a:avLst/>
          </a:prstGeom>
        </p:spPr>
      </p:pic>
      <p:sp>
        <p:nvSpPr>
          <p:cNvPr id="5" name="Slide Number Placeholder 4">
            <a:extLst>
              <a:ext uri="{FF2B5EF4-FFF2-40B4-BE49-F238E27FC236}">
                <a16:creationId xmlns:a16="http://schemas.microsoft.com/office/drawing/2014/main" id="{D930CB3D-1A15-4804-B3F9-5B1B99F109F6}"/>
              </a:ext>
            </a:extLst>
          </p:cNvPr>
          <p:cNvSpPr>
            <a:spLocks noGrp="1"/>
          </p:cNvSpPr>
          <p:nvPr>
            <p:ph type="sldNum" sz="quarter" idx="4294967295"/>
          </p:nvPr>
        </p:nvSpPr>
        <p:spPr>
          <a:xfrm>
            <a:off x="9448800" y="6356350"/>
            <a:ext cx="2743200" cy="365125"/>
          </a:xfrm>
        </p:spPr>
        <p:txBody>
          <a:bodyPr/>
          <a:lstStyle/>
          <a:p>
            <a:fld id="{7D1F73D0-75E4-E44C-9793-91CFC617ABC9}" type="slidenum">
              <a:rPr lang="en-US" smtClean="0"/>
              <a:t>16</a:t>
            </a:fld>
            <a:endParaRPr lang="en-US"/>
          </a:p>
        </p:txBody>
      </p:sp>
    </p:spTree>
    <p:extLst>
      <p:ext uri="{BB962C8B-B14F-4D97-AF65-F5344CB8AC3E}">
        <p14:creationId xmlns:p14="http://schemas.microsoft.com/office/powerpoint/2010/main" val="10890222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09044A0-2D01-448E-A6D6-D0CE5A83A2AD}"/>
              </a:ext>
            </a:extLst>
          </p:cNvPr>
          <p:cNvPicPr>
            <a:picLocks noChangeAspect="1"/>
          </p:cNvPicPr>
          <p:nvPr/>
        </p:nvPicPr>
        <p:blipFill>
          <a:blip r:embed="rId2"/>
          <a:stretch>
            <a:fillRect/>
          </a:stretch>
        </p:blipFill>
        <p:spPr>
          <a:xfrm>
            <a:off x="551384" y="1412776"/>
            <a:ext cx="11377264" cy="5328592"/>
          </a:xfrm>
          <a:prstGeom prst="rect">
            <a:avLst/>
          </a:prstGeom>
        </p:spPr>
      </p:pic>
      <p:sp>
        <p:nvSpPr>
          <p:cNvPr id="3" name="TextBox 2">
            <a:extLst>
              <a:ext uri="{FF2B5EF4-FFF2-40B4-BE49-F238E27FC236}">
                <a16:creationId xmlns:a16="http://schemas.microsoft.com/office/drawing/2014/main" id="{BD723BD6-6288-4AE4-94A9-C23F89A52DB5}"/>
              </a:ext>
            </a:extLst>
          </p:cNvPr>
          <p:cNvSpPr txBox="1"/>
          <p:nvPr/>
        </p:nvSpPr>
        <p:spPr>
          <a:xfrm>
            <a:off x="2776439" y="259805"/>
            <a:ext cx="6639121" cy="40011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0" cap="none" spc="0" normalizeH="0" baseline="0" noProof="0">
                <a:ln>
                  <a:noFill/>
                </a:ln>
                <a:solidFill>
                  <a:schemeClr val="accent6">
                    <a:lumMod val="50000"/>
                  </a:schemeClr>
                </a:solidFill>
                <a:effectLst/>
                <a:uLnTx/>
                <a:uFillTx/>
                <a:latin typeface="Times New Roman" pitchFamily="18" charset="0"/>
                <a:ea typeface="+mn-ea"/>
                <a:cs typeface="Times New Roman" pitchFamily="18" charset="0"/>
              </a:rPr>
              <a:t>2. CÔNG </a:t>
            </a:r>
            <a:r>
              <a:rPr kumimoji="0" lang="en-US" sz="2000" b="1" i="0" u="none" strike="noStrike" kern="0" cap="none" spc="0" normalizeH="0" baseline="0" noProof="0" dirty="0">
                <a:ln>
                  <a:noFill/>
                </a:ln>
                <a:solidFill>
                  <a:schemeClr val="accent6">
                    <a:lumMod val="50000"/>
                  </a:schemeClr>
                </a:solidFill>
                <a:effectLst/>
                <a:uLnTx/>
                <a:uFillTx/>
                <a:latin typeface="Times New Roman" pitchFamily="18" charset="0"/>
                <a:ea typeface="+mn-ea"/>
                <a:cs typeface="Times New Roman" pitchFamily="18" charset="0"/>
              </a:rPr>
              <a:t>TÁC AN TOÀN TRÊN GIÀN NÉN KHÍ RỒNG</a:t>
            </a:r>
            <a:endParaRPr kumimoji="0" lang="en-US" sz="2000" b="1" i="0" u="none" strike="noStrike" kern="1200" cap="none" spc="0" normalizeH="0" baseline="0" noProof="0" dirty="0">
              <a:ln>
                <a:noFill/>
              </a:ln>
              <a:solidFill>
                <a:schemeClr val="accent6">
                  <a:lumMod val="50000"/>
                </a:schemeClr>
              </a:solidFill>
              <a:effectLst/>
              <a:uLnTx/>
              <a:uFillTx/>
              <a:latin typeface="Times New Roman" pitchFamily="18" charset="0"/>
              <a:ea typeface="+mn-ea"/>
              <a:cs typeface="Times New Roman" pitchFamily="18" charset="0"/>
            </a:endParaRPr>
          </a:p>
        </p:txBody>
      </p:sp>
      <p:sp>
        <p:nvSpPr>
          <p:cNvPr id="4" name="Rectangle 3">
            <a:extLst>
              <a:ext uri="{FF2B5EF4-FFF2-40B4-BE49-F238E27FC236}">
                <a16:creationId xmlns:a16="http://schemas.microsoft.com/office/drawing/2014/main" id="{DADD49C6-4B8F-4506-AD22-C1131E132A7A}"/>
              </a:ext>
            </a:extLst>
          </p:cNvPr>
          <p:cNvSpPr/>
          <p:nvPr/>
        </p:nvSpPr>
        <p:spPr bwMode="auto">
          <a:xfrm>
            <a:off x="1547837" y="763755"/>
            <a:ext cx="9096326" cy="369332"/>
          </a:xfrm>
          <a:prstGeom prst="rect">
            <a:avLst/>
          </a:prstGeom>
          <a:noFill/>
          <a:effectLst/>
        </p:spPr>
        <p:txBody>
          <a:bodyPr wrap="square">
            <a:spAutoFit/>
          </a:bodyPr>
          <a:lstStyle/>
          <a:p>
            <a:pPr marR="0" lvl="0" algn="ctr" defTabSz="895350" rtl="0" eaLnBrk="1" fontAlgn="auto" latinLnBrk="0" hangingPunct="1">
              <a:lnSpc>
                <a:spcPct val="100000"/>
              </a:lnSpc>
              <a:spcBef>
                <a:spcPts val="0"/>
              </a:spcBef>
              <a:spcAft>
                <a:spcPts val="0"/>
              </a:spcAft>
              <a:buClrTx/>
              <a:buSzTx/>
              <a:tabLst>
                <a:tab pos="714375" algn="l"/>
              </a:tabLst>
              <a:defRPr/>
            </a:pPr>
            <a:r>
              <a:rPr kumimoji="0" lang="en-US" sz="1800" b="1" i="0" u="none" strike="noStrike" kern="1200" cap="none" spc="0" normalizeH="0" baseline="0" noProof="0">
                <a:ln>
                  <a:noFill/>
                </a:ln>
                <a:solidFill>
                  <a:schemeClr val="accent6">
                    <a:lumMod val="50000"/>
                  </a:schemeClr>
                </a:solidFill>
                <a:effectLst/>
                <a:uLnTx/>
                <a:uFillTx/>
                <a:latin typeface="Times New Roman" panose="02020603050405020304" pitchFamily="18" charset="0"/>
                <a:ea typeface="+mn-ea"/>
                <a:cs typeface="+mn-cs"/>
              </a:rPr>
              <a:t>Ma trận mối nguy – Hậu quả - biện pháp  kiểm soát – hậu quả </a:t>
            </a:r>
            <a:endParaRPr kumimoji="0" lang="en-US" sz="1800" b="1" i="0" u="none" strike="noStrike" kern="1200" cap="none" spc="0" normalizeH="0" baseline="0" noProof="0" dirty="0">
              <a:ln>
                <a:noFill/>
              </a:ln>
              <a:solidFill>
                <a:schemeClr val="accent6">
                  <a:lumMod val="50000"/>
                </a:schemeClr>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3313773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B5672-A786-2F47-381A-F8B18197650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7FF46F2E-22B6-B4A5-74CA-D7D7C59D13C4}"/>
              </a:ext>
            </a:extLst>
          </p:cNvPr>
          <p:cNvSpPr txBox="1"/>
          <p:nvPr/>
        </p:nvSpPr>
        <p:spPr>
          <a:xfrm>
            <a:off x="2681536" y="476672"/>
            <a:ext cx="7200800" cy="58477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2000" b="1" kern="0">
                <a:solidFill>
                  <a:schemeClr val="accent6">
                    <a:lumMod val="50000"/>
                  </a:schemeClr>
                </a:solidFill>
                <a:latin typeface="Times New Roman" pitchFamily="18" charset="0"/>
                <a:cs typeface="Times New Roman" pitchFamily="18" charset="0"/>
              </a:rPr>
              <a:t>2. </a:t>
            </a:r>
            <a:r>
              <a:rPr kumimoji="0" lang="en-US" sz="2000" b="1" i="0" u="none" strike="noStrike" kern="0" cap="none" spc="0" normalizeH="0" baseline="0" noProof="0">
                <a:ln>
                  <a:noFill/>
                </a:ln>
                <a:solidFill>
                  <a:schemeClr val="accent6">
                    <a:lumMod val="50000"/>
                  </a:schemeClr>
                </a:solidFill>
                <a:effectLst/>
                <a:uLnTx/>
                <a:uFillTx/>
                <a:latin typeface="Times New Roman" pitchFamily="18" charset="0"/>
                <a:ea typeface="+mn-ea"/>
                <a:cs typeface="Times New Roman" pitchFamily="18" charset="0"/>
              </a:rPr>
              <a:t>CÔNG </a:t>
            </a:r>
            <a:r>
              <a:rPr kumimoji="0" lang="en-US" sz="2000" b="1" i="0" u="none" strike="noStrike" kern="0" cap="none" spc="0" normalizeH="0" baseline="0" noProof="0" dirty="0">
                <a:ln>
                  <a:noFill/>
                </a:ln>
                <a:solidFill>
                  <a:schemeClr val="accent6">
                    <a:lumMod val="50000"/>
                  </a:schemeClr>
                </a:solidFill>
                <a:effectLst/>
                <a:uLnTx/>
                <a:uFillTx/>
                <a:latin typeface="Times New Roman" pitchFamily="18" charset="0"/>
                <a:ea typeface="+mn-ea"/>
                <a:cs typeface="Times New Roman" pitchFamily="18" charset="0"/>
              </a:rPr>
              <a:t>TÁC AN TOÀN TRÊN GIÀN NÉN </a:t>
            </a:r>
            <a:r>
              <a:rPr kumimoji="0" lang="en-US" sz="2000" b="1" i="0" u="none" strike="noStrike" kern="0" cap="none" spc="0" normalizeH="0" baseline="0" noProof="0">
                <a:ln>
                  <a:noFill/>
                </a:ln>
                <a:solidFill>
                  <a:schemeClr val="accent6">
                    <a:lumMod val="50000"/>
                  </a:schemeClr>
                </a:solidFill>
                <a:effectLst/>
                <a:uLnTx/>
                <a:uFillTx/>
                <a:latin typeface="Times New Roman" pitchFamily="18" charset="0"/>
                <a:ea typeface="+mn-ea"/>
                <a:cs typeface="Times New Roman" pitchFamily="18" charset="0"/>
              </a:rPr>
              <a:t>KHÍ RỒNG</a:t>
            </a:r>
          </a:p>
          <a:p>
            <a:pPr marL="0" marR="0" lvl="0" indent="0" algn="ctr" defTabSz="914400" rtl="0" eaLnBrk="1" fontAlgn="base" latinLnBrk="0" hangingPunct="1">
              <a:lnSpc>
                <a:spcPct val="100000"/>
              </a:lnSpc>
              <a:spcBef>
                <a:spcPct val="0"/>
              </a:spcBef>
              <a:spcAft>
                <a:spcPct val="0"/>
              </a:spcAft>
              <a:buClrTx/>
              <a:buSzTx/>
              <a:buFontTx/>
              <a:buNone/>
              <a:tabLst/>
              <a:defRPr/>
            </a:pPr>
            <a:r>
              <a:rPr lang="en-US" sz="1200" b="1" kern="0">
                <a:solidFill>
                  <a:schemeClr val="accent6">
                    <a:lumMod val="50000"/>
                  </a:schemeClr>
                </a:solidFill>
                <a:latin typeface="Times New Roman" pitchFamily="18" charset="0"/>
                <a:cs typeface="Times New Roman" pitchFamily="18" charset="0"/>
              </a:rPr>
              <a:t>BẢNG MA TRẬN SIMOPS</a:t>
            </a:r>
            <a:endParaRPr kumimoji="0" lang="en-US" sz="1200" b="1" i="0" u="none" strike="noStrike" kern="1200" cap="none" spc="0" normalizeH="0" baseline="0" noProof="0" dirty="0">
              <a:ln>
                <a:noFill/>
              </a:ln>
              <a:solidFill>
                <a:schemeClr val="accent6">
                  <a:lumMod val="50000"/>
                </a:schemeClr>
              </a:solidFill>
              <a:effectLst/>
              <a:uLnTx/>
              <a:uFillTx/>
              <a:latin typeface="Times New Roman" pitchFamily="18" charset="0"/>
              <a:cs typeface="Times New Roman" pitchFamily="18" charset="0"/>
            </a:endParaRPr>
          </a:p>
        </p:txBody>
      </p:sp>
      <p:pic>
        <p:nvPicPr>
          <p:cNvPr id="3" name="Picture 2">
            <a:extLst>
              <a:ext uri="{FF2B5EF4-FFF2-40B4-BE49-F238E27FC236}">
                <a16:creationId xmlns:a16="http://schemas.microsoft.com/office/drawing/2014/main" id="{C34629F2-18FD-AB67-5E8D-F0932E3DC68F}"/>
              </a:ext>
            </a:extLst>
          </p:cNvPr>
          <p:cNvPicPr>
            <a:picLocks noChangeAspect="1"/>
          </p:cNvPicPr>
          <p:nvPr/>
        </p:nvPicPr>
        <p:blipFill>
          <a:blip r:embed="rId2"/>
          <a:stretch>
            <a:fillRect/>
          </a:stretch>
        </p:blipFill>
        <p:spPr>
          <a:xfrm>
            <a:off x="1" y="1340768"/>
            <a:ext cx="12068968" cy="5517232"/>
          </a:xfrm>
          <a:prstGeom prst="rect">
            <a:avLst/>
          </a:prstGeom>
        </p:spPr>
      </p:pic>
      <p:sp>
        <p:nvSpPr>
          <p:cNvPr id="2" name="Slide Number Placeholder 1">
            <a:extLst>
              <a:ext uri="{FF2B5EF4-FFF2-40B4-BE49-F238E27FC236}">
                <a16:creationId xmlns:a16="http://schemas.microsoft.com/office/drawing/2014/main" id="{6378AE54-3875-4C42-BA91-FE9A74FE3996}"/>
              </a:ext>
            </a:extLst>
          </p:cNvPr>
          <p:cNvSpPr>
            <a:spLocks noGrp="1"/>
          </p:cNvSpPr>
          <p:nvPr>
            <p:ph type="sldNum" sz="quarter" idx="4294967295"/>
          </p:nvPr>
        </p:nvSpPr>
        <p:spPr>
          <a:xfrm>
            <a:off x="9448800" y="6356350"/>
            <a:ext cx="2743200" cy="365125"/>
          </a:xfrm>
        </p:spPr>
        <p:txBody>
          <a:bodyPr/>
          <a:lstStyle/>
          <a:p>
            <a:fld id="{7D1F73D0-75E4-E44C-9793-91CFC617ABC9}" type="slidenum">
              <a:rPr lang="en-US" smtClean="0"/>
              <a:t>18</a:t>
            </a:fld>
            <a:endParaRPr lang="en-US"/>
          </a:p>
        </p:txBody>
      </p:sp>
    </p:spTree>
    <p:extLst>
      <p:ext uri="{BB962C8B-B14F-4D97-AF65-F5344CB8AC3E}">
        <p14:creationId xmlns:p14="http://schemas.microsoft.com/office/powerpoint/2010/main" val="30086361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18C4EC3-26EC-4BD3-80FD-F02BB9341E43}"/>
              </a:ext>
            </a:extLst>
          </p:cNvPr>
          <p:cNvSpPr/>
          <p:nvPr/>
        </p:nvSpPr>
        <p:spPr bwMode="auto">
          <a:xfrm>
            <a:off x="1487488" y="876715"/>
            <a:ext cx="9649072" cy="369332"/>
          </a:xfrm>
          <a:prstGeom prst="rect">
            <a:avLst/>
          </a:prstGeom>
          <a:noFill/>
          <a:effectLst/>
        </p:spPr>
        <p:txBody>
          <a:bodyPr wrap="square">
            <a:spAutoFit/>
          </a:bodyPr>
          <a:lstStyle/>
          <a:p>
            <a:pPr algn="ctr" fontAlgn="auto">
              <a:spcBef>
                <a:spcPts val="0"/>
              </a:spcBef>
              <a:spcAft>
                <a:spcPts val="0"/>
              </a:spcAft>
              <a:defRPr/>
            </a:pPr>
            <a:r>
              <a:rPr lang="en-US" b="1" kern="0">
                <a:solidFill>
                  <a:schemeClr val="accent6">
                    <a:lumMod val="50000"/>
                  </a:schemeClr>
                </a:solidFill>
                <a:latin typeface="Times New Roman" pitchFamily="18" charset="0"/>
                <a:cs typeface="Times New Roman" pitchFamily="18" charset="0"/>
              </a:rPr>
              <a:t>QUY </a:t>
            </a:r>
            <a:r>
              <a:rPr lang="en-US" b="1" kern="0" dirty="0">
                <a:solidFill>
                  <a:schemeClr val="accent6">
                    <a:lumMod val="50000"/>
                  </a:schemeClr>
                </a:solidFill>
                <a:latin typeface="Times New Roman" pitchFamily="18" charset="0"/>
                <a:cs typeface="Times New Roman" pitchFamily="18" charset="0"/>
              </a:rPr>
              <a:t>ĐỊNH AN TOÀN KHI LÀM VIỆC TRÊN GIÀN NÉN KHÍ</a:t>
            </a:r>
          </a:p>
        </p:txBody>
      </p:sp>
      <p:sp>
        <p:nvSpPr>
          <p:cNvPr id="9" name="TextBox 8">
            <a:extLst>
              <a:ext uri="{FF2B5EF4-FFF2-40B4-BE49-F238E27FC236}">
                <a16:creationId xmlns:a16="http://schemas.microsoft.com/office/drawing/2014/main" id="{420BDB10-0602-43D4-831F-91F092E85BB7}"/>
              </a:ext>
            </a:extLst>
          </p:cNvPr>
          <p:cNvSpPr txBox="1"/>
          <p:nvPr/>
        </p:nvSpPr>
        <p:spPr>
          <a:xfrm>
            <a:off x="2739945" y="264799"/>
            <a:ext cx="6956455" cy="400110"/>
          </a:xfrm>
          <a:prstGeom prst="rect">
            <a:avLst/>
          </a:prstGeom>
          <a:noFill/>
        </p:spPr>
        <p:txBody>
          <a:bodyPr wrap="square" rtlCol="0">
            <a:spAutoFit/>
          </a:bodyPr>
          <a:lstStyle/>
          <a:p>
            <a:pPr fontAlgn="base">
              <a:spcBef>
                <a:spcPct val="0"/>
              </a:spcBef>
              <a:spcAft>
                <a:spcPct val="0"/>
              </a:spcAft>
            </a:pPr>
            <a:r>
              <a:rPr lang="en-US" sz="2000" b="1" kern="0">
                <a:solidFill>
                  <a:schemeClr val="accent6">
                    <a:lumMod val="50000"/>
                  </a:schemeClr>
                </a:solidFill>
                <a:latin typeface="Times New Roman" pitchFamily="18" charset="0"/>
                <a:cs typeface="Times New Roman" pitchFamily="18" charset="0"/>
              </a:rPr>
              <a:t>2</a:t>
            </a:r>
            <a:r>
              <a:rPr lang="en-US" sz="2000" b="1" kern="0" dirty="0">
                <a:solidFill>
                  <a:schemeClr val="accent6">
                    <a:lumMod val="50000"/>
                  </a:schemeClr>
                </a:solidFill>
                <a:latin typeface="Times New Roman" pitchFamily="18" charset="0"/>
                <a:cs typeface="Times New Roman" pitchFamily="18" charset="0"/>
              </a:rPr>
              <a:t>. CÔNG TÁC AN TOÀN TRÊN GIÀN NÉN KHÍ RỒNG</a:t>
            </a:r>
            <a:endParaRPr lang="en-US" sz="2000" b="1" dirty="0">
              <a:solidFill>
                <a:schemeClr val="accent6">
                  <a:lumMod val="50000"/>
                </a:schemeClr>
              </a:solidFill>
              <a:latin typeface="Times New Roman" pitchFamily="18" charset="0"/>
              <a:cs typeface="Times New Roman" pitchFamily="18" charset="0"/>
            </a:endParaRPr>
          </a:p>
        </p:txBody>
      </p:sp>
      <p:pic>
        <p:nvPicPr>
          <p:cNvPr id="5" name="Picture 4">
            <a:extLst>
              <a:ext uri="{FF2B5EF4-FFF2-40B4-BE49-F238E27FC236}">
                <a16:creationId xmlns:a16="http://schemas.microsoft.com/office/drawing/2014/main" id="{4722E71D-7D36-49E2-8AED-1D1A0C4FE1FD}"/>
              </a:ext>
            </a:extLst>
          </p:cNvPr>
          <p:cNvPicPr>
            <a:picLocks noChangeAspect="1"/>
          </p:cNvPicPr>
          <p:nvPr/>
        </p:nvPicPr>
        <p:blipFill>
          <a:blip r:embed="rId2">
            <a:extLst>
              <a:ext uri="{28A0092B-C50C-407E-A947-70E740481C1C}">
                <a14:useLocalDpi xmlns:a14="http://schemas.microsoft.com/office/drawing/2010/main"/>
              </a:ext>
            </a:extLst>
          </a:blip>
          <a:srcRect/>
          <a:stretch>
            <a:fillRect/>
          </a:stretch>
        </p:blipFill>
        <p:spPr bwMode="auto">
          <a:xfrm>
            <a:off x="1020712" y="1457853"/>
            <a:ext cx="10403880" cy="5135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a:extLst>
              <a:ext uri="{FF2B5EF4-FFF2-40B4-BE49-F238E27FC236}">
                <a16:creationId xmlns:a16="http://schemas.microsoft.com/office/drawing/2014/main" id="{D42DA379-E195-4E33-8D75-2B3AB45C6989}"/>
              </a:ext>
            </a:extLst>
          </p:cNvPr>
          <p:cNvSpPr>
            <a:spLocks noGrp="1"/>
          </p:cNvSpPr>
          <p:nvPr>
            <p:ph type="sldNum" sz="quarter" idx="4294967295"/>
          </p:nvPr>
        </p:nvSpPr>
        <p:spPr>
          <a:xfrm>
            <a:off x="9448800" y="6356350"/>
            <a:ext cx="2743200" cy="365125"/>
          </a:xfrm>
        </p:spPr>
        <p:txBody>
          <a:bodyPr/>
          <a:lstStyle/>
          <a:p>
            <a:fld id="{7D1F73D0-75E4-E44C-9793-91CFC617ABC9}" type="slidenum">
              <a:rPr lang="en-US" smtClean="0"/>
              <a:t>19</a:t>
            </a:fld>
            <a:endParaRPr lang="en-US"/>
          </a:p>
        </p:txBody>
      </p:sp>
    </p:spTree>
    <p:extLst>
      <p:ext uri="{BB962C8B-B14F-4D97-AF65-F5344CB8AC3E}">
        <p14:creationId xmlns:p14="http://schemas.microsoft.com/office/powerpoint/2010/main" val="21371065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420BDB10-0602-43D4-831F-91F092E85BB7}"/>
              </a:ext>
            </a:extLst>
          </p:cNvPr>
          <p:cNvSpPr txBox="1"/>
          <p:nvPr/>
        </p:nvSpPr>
        <p:spPr>
          <a:xfrm>
            <a:off x="2754204" y="418822"/>
            <a:ext cx="7664457" cy="400110"/>
          </a:xfrm>
          <a:prstGeom prst="rect">
            <a:avLst/>
          </a:prstGeom>
          <a:noFill/>
        </p:spPr>
        <p:txBody>
          <a:bodyPr wrap="square" rtlCol="0">
            <a:spAutoFit/>
          </a:bodyPr>
          <a:lstStyle/>
          <a:p>
            <a:pPr fontAlgn="base">
              <a:spcBef>
                <a:spcPct val="0"/>
              </a:spcBef>
              <a:spcAft>
                <a:spcPct val="0"/>
              </a:spcAft>
            </a:pPr>
            <a:r>
              <a:rPr lang="en-US" sz="2000" b="1" kern="0">
                <a:solidFill>
                  <a:schemeClr val="accent6">
                    <a:lumMod val="50000"/>
                  </a:schemeClr>
                </a:solidFill>
                <a:latin typeface="Times New Roman" pitchFamily="18" charset="0"/>
                <a:cs typeface="Times New Roman" pitchFamily="18" charset="0"/>
              </a:rPr>
              <a:t>2. CÔNG </a:t>
            </a:r>
            <a:r>
              <a:rPr lang="en-US" sz="2000" b="1" kern="0" dirty="0">
                <a:solidFill>
                  <a:schemeClr val="accent6">
                    <a:lumMod val="50000"/>
                  </a:schemeClr>
                </a:solidFill>
                <a:latin typeface="Times New Roman" pitchFamily="18" charset="0"/>
                <a:cs typeface="Times New Roman" pitchFamily="18" charset="0"/>
              </a:rPr>
              <a:t>TÁC AN TOÀN TRÊN GIÀN NÉN KHÍ RỒNG</a:t>
            </a:r>
            <a:endParaRPr lang="en-US" sz="2000" b="1" dirty="0">
              <a:solidFill>
                <a:schemeClr val="accent6">
                  <a:lumMod val="50000"/>
                </a:schemeClr>
              </a:solidFill>
              <a:latin typeface="Times New Roman" pitchFamily="18" charset="0"/>
              <a:cs typeface="Times New Roman" pitchFamily="18" charset="0"/>
            </a:endParaRPr>
          </a:p>
        </p:txBody>
      </p:sp>
      <p:sp>
        <p:nvSpPr>
          <p:cNvPr id="4" name="Content Placeholder 3">
            <a:extLst>
              <a:ext uri="{FF2B5EF4-FFF2-40B4-BE49-F238E27FC236}">
                <a16:creationId xmlns:a16="http://schemas.microsoft.com/office/drawing/2014/main" id="{416DADA9-B5B2-42D5-BE2B-C57666CA1908}"/>
              </a:ext>
            </a:extLst>
          </p:cNvPr>
          <p:cNvSpPr>
            <a:spLocks noGrp="1"/>
          </p:cNvSpPr>
          <p:nvPr>
            <p:ph idx="4294967295"/>
          </p:nvPr>
        </p:nvSpPr>
        <p:spPr>
          <a:xfrm>
            <a:off x="0" y="1762125"/>
            <a:ext cx="10515600" cy="4414838"/>
          </a:xfrm>
        </p:spPr>
        <p:txBody>
          <a:bodyPr>
            <a:normAutofit/>
          </a:bodyPr>
          <a:lstStyle/>
          <a:p>
            <a:pPr marL="0" indent="0">
              <a:buNone/>
            </a:pPr>
            <a:endParaRPr lang="vi-VN" dirty="0">
              <a:solidFill>
                <a:srgbClr val="FF0000"/>
              </a:solidFill>
            </a:endParaRPr>
          </a:p>
          <a:p>
            <a:endParaRPr lang="en-US" dirty="0">
              <a:solidFill>
                <a:srgbClr val="0E1FBE"/>
              </a:solidFill>
            </a:endParaRPr>
          </a:p>
        </p:txBody>
      </p:sp>
      <p:sp>
        <p:nvSpPr>
          <p:cNvPr id="5" name="Slide Number Placeholder 4">
            <a:extLst>
              <a:ext uri="{FF2B5EF4-FFF2-40B4-BE49-F238E27FC236}">
                <a16:creationId xmlns:a16="http://schemas.microsoft.com/office/drawing/2014/main" id="{B9AC8D5A-BEA9-4B88-93D4-769E625FE5F2}"/>
              </a:ext>
            </a:extLst>
          </p:cNvPr>
          <p:cNvSpPr>
            <a:spLocks noGrp="1"/>
          </p:cNvSpPr>
          <p:nvPr>
            <p:ph type="sldNum" sz="quarter" idx="4294967295"/>
          </p:nvPr>
        </p:nvSpPr>
        <p:spPr>
          <a:xfrm>
            <a:off x="9448800" y="6356350"/>
            <a:ext cx="2743200" cy="365125"/>
          </a:xfrm>
        </p:spPr>
        <p:txBody>
          <a:bodyPr/>
          <a:lstStyle/>
          <a:p>
            <a:fld id="{7D1F73D0-75E4-E44C-9793-91CFC617ABC9}" type="slidenum">
              <a:rPr lang="en-US" smtClean="0"/>
              <a:t>20</a:t>
            </a:fld>
            <a:endParaRPr lang="en-US"/>
          </a:p>
        </p:txBody>
      </p:sp>
      <p:grpSp>
        <p:nvGrpSpPr>
          <p:cNvPr id="6" name="Group 5">
            <a:extLst>
              <a:ext uri="{FF2B5EF4-FFF2-40B4-BE49-F238E27FC236}">
                <a16:creationId xmlns:a16="http://schemas.microsoft.com/office/drawing/2014/main" id="{5AA7F5D7-3EF6-4DAD-BE74-729AD26AA7E6}"/>
              </a:ext>
            </a:extLst>
          </p:cNvPr>
          <p:cNvGrpSpPr/>
          <p:nvPr/>
        </p:nvGrpSpPr>
        <p:grpSpPr>
          <a:xfrm>
            <a:off x="2265952" y="1158357"/>
            <a:ext cx="8640960" cy="5040560"/>
            <a:chOff x="304800" y="1524000"/>
            <a:chExt cx="8772525" cy="5219700"/>
          </a:xfrm>
        </p:grpSpPr>
        <p:pic>
          <p:nvPicPr>
            <p:cNvPr id="7" name="Picture 5">
              <a:extLst>
                <a:ext uri="{FF2B5EF4-FFF2-40B4-BE49-F238E27FC236}">
                  <a16:creationId xmlns:a16="http://schemas.microsoft.com/office/drawing/2014/main" id="{77441B30-64D4-4A27-AD07-7A6DC8380CFE}"/>
                </a:ext>
              </a:extLst>
            </p:cNvPr>
            <p:cNvPicPr>
              <a:picLocks noChangeAspect="1"/>
            </p:cNvPicPr>
            <p:nvPr/>
          </p:nvPicPr>
          <p:blipFill>
            <a:blip r:embed="rId2">
              <a:extLst>
                <a:ext uri="{28A0092B-C50C-407E-A947-70E740481C1C}">
                  <a14:useLocalDpi xmlns:a14="http://schemas.microsoft.com/office/drawing/2010/main"/>
                </a:ext>
              </a:extLst>
            </a:blip>
            <a:srcRect/>
            <a:stretch>
              <a:fillRect/>
            </a:stretch>
          </p:blipFill>
          <p:spPr bwMode="auto">
            <a:xfrm>
              <a:off x="7162800" y="3581400"/>
              <a:ext cx="1914525" cy="239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6">
              <a:extLst>
                <a:ext uri="{FF2B5EF4-FFF2-40B4-BE49-F238E27FC236}">
                  <a16:creationId xmlns:a16="http://schemas.microsoft.com/office/drawing/2014/main" id="{4AAE9302-CA9C-4BC2-AAAC-117A119A6254}"/>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3886200" y="1676400"/>
              <a:ext cx="19050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8">
              <a:extLst>
                <a:ext uri="{FF2B5EF4-FFF2-40B4-BE49-F238E27FC236}">
                  <a16:creationId xmlns:a16="http://schemas.microsoft.com/office/drawing/2014/main" id="{2D1490E6-4849-469D-B656-7E8066A01E92}"/>
                </a:ext>
              </a:extLst>
            </p:cNvPr>
            <p:cNvPicPr>
              <a:picLocks noChangeAspect="1"/>
            </p:cNvPicPr>
            <p:nvPr/>
          </p:nvPicPr>
          <p:blipFill>
            <a:blip r:embed="rId4">
              <a:extLst>
                <a:ext uri="{28A0092B-C50C-407E-A947-70E740481C1C}">
                  <a14:useLocalDpi xmlns:a14="http://schemas.microsoft.com/office/drawing/2010/main"/>
                </a:ext>
              </a:extLst>
            </a:blip>
            <a:srcRect/>
            <a:stretch>
              <a:fillRect/>
            </a:stretch>
          </p:blipFill>
          <p:spPr bwMode="auto">
            <a:xfrm>
              <a:off x="5867400" y="1524000"/>
              <a:ext cx="2068513"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9">
              <a:extLst>
                <a:ext uri="{FF2B5EF4-FFF2-40B4-BE49-F238E27FC236}">
                  <a16:creationId xmlns:a16="http://schemas.microsoft.com/office/drawing/2014/main" id="{11496619-0CE0-41F6-98A9-576D7FD2518E}"/>
                </a:ext>
              </a:extLst>
            </p:cNvPr>
            <p:cNvPicPr>
              <a:picLocks noChangeAspect="1"/>
            </p:cNvPicPr>
            <p:nvPr/>
          </p:nvPicPr>
          <p:blipFill>
            <a:blip r:embed="rId5" cstate="email">
              <a:extLst>
                <a:ext uri="{28A0092B-C50C-407E-A947-70E740481C1C}">
                  <a14:useLocalDpi xmlns:a14="http://schemas.microsoft.com/office/drawing/2010/main"/>
                </a:ext>
              </a:extLst>
            </a:blip>
            <a:srcRect/>
            <a:stretch>
              <a:fillRect/>
            </a:stretch>
          </p:blipFill>
          <p:spPr bwMode="auto">
            <a:xfrm>
              <a:off x="3886200" y="3581400"/>
              <a:ext cx="1905000" cy="174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0">
              <a:extLst>
                <a:ext uri="{FF2B5EF4-FFF2-40B4-BE49-F238E27FC236}">
                  <a16:creationId xmlns:a16="http://schemas.microsoft.com/office/drawing/2014/main" id="{E61C4B9E-F617-446E-9F33-00A9C5A6780D}"/>
                </a:ext>
              </a:extLst>
            </p:cNvPr>
            <p:cNvPicPr>
              <a:picLocks noChangeAspect="1"/>
            </p:cNvPicPr>
            <p:nvPr/>
          </p:nvPicPr>
          <p:blipFill>
            <a:blip r:embed="rId6" cstate="email">
              <a:extLst>
                <a:ext uri="{28A0092B-C50C-407E-A947-70E740481C1C}">
                  <a14:useLocalDpi xmlns:a14="http://schemas.microsoft.com/office/drawing/2010/main"/>
                </a:ext>
              </a:extLst>
            </a:blip>
            <a:srcRect/>
            <a:stretch>
              <a:fillRect/>
            </a:stretch>
          </p:blipFill>
          <p:spPr bwMode="auto">
            <a:xfrm>
              <a:off x="3962400" y="5410200"/>
              <a:ext cx="3124200" cy="124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1">
              <a:extLst>
                <a:ext uri="{FF2B5EF4-FFF2-40B4-BE49-F238E27FC236}">
                  <a16:creationId xmlns:a16="http://schemas.microsoft.com/office/drawing/2014/main" id="{6DFE78EE-E2ED-4BD8-BBBD-1336AEAA6434}"/>
                </a:ext>
              </a:extLst>
            </p:cNvPr>
            <p:cNvPicPr>
              <a:picLocks noChangeAspect="1"/>
            </p:cNvPicPr>
            <p:nvPr/>
          </p:nvPicPr>
          <p:blipFill>
            <a:blip r:embed="rId7">
              <a:extLst>
                <a:ext uri="{28A0092B-C50C-407E-A947-70E740481C1C}">
                  <a14:useLocalDpi xmlns:a14="http://schemas.microsoft.com/office/drawing/2010/main"/>
                </a:ext>
              </a:extLst>
            </a:blip>
            <a:srcRect/>
            <a:stretch>
              <a:fillRect/>
            </a:stretch>
          </p:blipFill>
          <p:spPr bwMode="auto">
            <a:xfrm>
              <a:off x="5867400" y="3581400"/>
              <a:ext cx="1219200" cy="176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2">
              <a:extLst>
                <a:ext uri="{FF2B5EF4-FFF2-40B4-BE49-F238E27FC236}">
                  <a16:creationId xmlns:a16="http://schemas.microsoft.com/office/drawing/2014/main" id="{7FEFDAB9-D1EF-4660-8EC9-DC51043130D5}"/>
                </a:ext>
              </a:extLst>
            </p:cNvPr>
            <p:cNvPicPr>
              <a:picLocks noChangeAspect="1"/>
            </p:cNvPicPr>
            <p:nvPr/>
          </p:nvPicPr>
          <p:blipFill>
            <a:blip r:embed="rId8">
              <a:extLst>
                <a:ext uri="{28A0092B-C50C-407E-A947-70E740481C1C}">
                  <a14:useLocalDpi xmlns:a14="http://schemas.microsoft.com/office/drawing/2010/main"/>
                </a:ext>
              </a:extLst>
            </a:blip>
            <a:srcRect/>
            <a:stretch>
              <a:fillRect/>
            </a:stretch>
          </p:blipFill>
          <p:spPr bwMode="auto">
            <a:xfrm>
              <a:off x="304800" y="1600200"/>
              <a:ext cx="3522663"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718239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420BDB10-0602-43D4-831F-91F092E85BB7}"/>
              </a:ext>
            </a:extLst>
          </p:cNvPr>
          <p:cNvSpPr txBox="1"/>
          <p:nvPr/>
        </p:nvSpPr>
        <p:spPr>
          <a:xfrm>
            <a:off x="2595929" y="425913"/>
            <a:ext cx="7000141" cy="400110"/>
          </a:xfrm>
          <a:prstGeom prst="rect">
            <a:avLst/>
          </a:prstGeom>
          <a:noFill/>
        </p:spPr>
        <p:txBody>
          <a:bodyPr wrap="square" rtlCol="0">
            <a:spAutoFit/>
          </a:bodyPr>
          <a:lstStyle/>
          <a:p>
            <a:pPr fontAlgn="base">
              <a:spcBef>
                <a:spcPct val="0"/>
              </a:spcBef>
              <a:spcAft>
                <a:spcPct val="0"/>
              </a:spcAft>
            </a:pPr>
            <a:r>
              <a:rPr lang="en-US" sz="2000" b="1" kern="0">
                <a:solidFill>
                  <a:schemeClr val="accent6">
                    <a:lumMod val="50000"/>
                  </a:schemeClr>
                </a:solidFill>
                <a:latin typeface="Times New Roman" pitchFamily="18" charset="0"/>
                <a:cs typeface="Times New Roman" pitchFamily="18" charset="0"/>
              </a:rPr>
              <a:t>2. CÔNG </a:t>
            </a:r>
            <a:r>
              <a:rPr lang="en-US" sz="2000" b="1" kern="0" dirty="0">
                <a:solidFill>
                  <a:schemeClr val="accent6">
                    <a:lumMod val="50000"/>
                  </a:schemeClr>
                </a:solidFill>
                <a:latin typeface="Times New Roman" pitchFamily="18" charset="0"/>
                <a:cs typeface="Times New Roman" pitchFamily="18" charset="0"/>
              </a:rPr>
              <a:t>TÁC AN TOÀN TRÊN GIÀN NÉN KHÍ RỒNG</a:t>
            </a:r>
            <a:endParaRPr lang="en-US" sz="2000" b="1" dirty="0">
              <a:solidFill>
                <a:schemeClr val="accent6">
                  <a:lumMod val="50000"/>
                </a:schemeClr>
              </a:solidFill>
              <a:latin typeface="Times New Roman" pitchFamily="18" charset="0"/>
              <a:cs typeface="Times New Roman" pitchFamily="18" charset="0"/>
            </a:endParaRPr>
          </a:p>
        </p:txBody>
      </p:sp>
      <p:grpSp>
        <p:nvGrpSpPr>
          <p:cNvPr id="10" name="Group 9">
            <a:extLst>
              <a:ext uri="{FF2B5EF4-FFF2-40B4-BE49-F238E27FC236}">
                <a16:creationId xmlns:a16="http://schemas.microsoft.com/office/drawing/2014/main" id="{02FC1AE8-FF22-44B7-AB95-C8BEC02E5D22}"/>
              </a:ext>
            </a:extLst>
          </p:cNvPr>
          <p:cNvGrpSpPr/>
          <p:nvPr/>
        </p:nvGrpSpPr>
        <p:grpSpPr>
          <a:xfrm>
            <a:off x="519188" y="1454862"/>
            <a:ext cx="10905404" cy="4795409"/>
            <a:chOff x="-6056686" y="1686816"/>
            <a:chExt cx="15217939" cy="5171184"/>
          </a:xfrm>
        </p:grpSpPr>
        <p:pic>
          <p:nvPicPr>
            <p:cNvPr id="11" name="Picture 10">
              <a:extLst>
                <a:ext uri="{FF2B5EF4-FFF2-40B4-BE49-F238E27FC236}">
                  <a16:creationId xmlns:a16="http://schemas.microsoft.com/office/drawing/2014/main" id="{3B89AD67-2FFC-4029-93FA-AA65313E0B7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7253" y="1719083"/>
              <a:ext cx="9144000" cy="5138917"/>
            </a:xfrm>
            <a:prstGeom prst="rect">
              <a:avLst/>
            </a:prstGeom>
          </p:spPr>
        </p:pic>
        <p:sp>
          <p:nvSpPr>
            <p:cNvPr id="12" name="TextBox 11">
              <a:extLst>
                <a:ext uri="{FF2B5EF4-FFF2-40B4-BE49-F238E27FC236}">
                  <a16:creationId xmlns:a16="http://schemas.microsoft.com/office/drawing/2014/main" id="{CC67A1C6-67C9-4454-86E5-BBEDA74898F7}"/>
                </a:ext>
              </a:extLst>
            </p:cNvPr>
            <p:cNvSpPr txBox="1"/>
            <p:nvPr/>
          </p:nvSpPr>
          <p:spPr>
            <a:xfrm>
              <a:off x="-6056686" y="1686816"/>
              <a:ext cx="5772488" cy="4281438"/>
            </a:xfrm>
            <a:prstGeom prst="rect">
              <a:avLst/>
            </a:prstGeom>
            <a:noFill/>
          </p:spPr>
          <p:txBody>
            <a:bodyPr wrap="square" rtlCol="0">
              <a:spAutoFit/>
            </a:bodyPr>
            <a:lstStyle/>
            <a:p>
              <a:pPr marL="285750" indent="-285750" algn="just">
                <a:buFont typeface="Wingdings" panose="05000000000000000000" pitchFamily="2" charset="2"/>
                <a:buChar char="v"/>
              </a:pPr>
              <a:r>
                <a:rPr lang="en-US" b="1">
                  <a:solidFill>
                    <a:schemeClr val="accent6">
                      <a:lumMod val="50000"/>
                    </a:schemeClr>
                  </a:solidFill>
                  <a:latin typeface="Times New Roman" panose="02020603050405020304" pitchFamily="18" charset="0"/>
                  <a:cs typeface="Times New Roman" panose="02020603050405020304" pitchFamily="18" charset="0"/>
                </a:rPr>
                <a:t>Quy tắc an toàn khi di chuyển ng</a:t>
              </a:r>
              <a:r>
                <a:rPr lang="vi-VN" b="1">
                  <a:solidFill>
                    <a:schemeClr val="accent6">
                      <a:lumMod val="50000"/>
                    </a:schemeClr>
                  </a:solidFill>
                  <a:latin typeface="Times New Roman" panose="02020603050405020304" pitchFamily="18" charset="0"/>
                  <a:cs typeface="Times New Roman" panose="02020603050405020304" pitchFamily="18" charset="0"/>
                </a:rPr>
                <a:t>ư</a:t>
              </a:r>
              <a:r>
                <a:rPr lang="en-US" b="1">
                  <a:solidFill>
                    <a:schemeClr val="accent6">
                      <a:lumMod val="50000"/>
                    </a:schemeClr>
                  </a:solidFill>
                  <a:latin typeface="Times New Roman" panose="02020603050405020304" pitchFamily="18" charset="0"/>
                  <a:cs typeface="Times New Roman" panose="02020603050405020304" pitchFamily="18" charset="0"/>
                </a:rPr>
                <a:t>ời từ tàu lên giàn và ng</a:t>
              </a:r>
              <a:r>
                <a:rPr lang="vi-VN" b="1">
                  <a:solidFill>
                    <a:schemeClr val="accent6">
                      <a:lumMod val="50000"/>
                    </a:schemeClr>
                  </a:solidFill>
                  <a:latin typeface="Times New Roman" panose="02020603050405020304" pitchFamily="18" charset="0"/>
                  <a:cs typeface="Times New Roman" panose="02020603050405020304" pitchFamily="18" charset="0"/>
                </a:rPr>
                <a:t>ư</a:t>
              </a:r>
              <a:r>
                <a:rPr lang="en-US" b="1">
                  <a:solidFill>
                    <a:schemeClr val="accent6">
                      <a:lumMod val="50000"/>
                    </a:schemeClr>
                  </a:solidFill>
                  <a:latin typeface="Times New Roman" panose="02020603050405020304" pitchFamily="18" charset="0"/>
                  <a:cs typeface="Times New Roman" panose="02020603050405020304" pitchFamily="18" charset="0"/>
                </a:rPr>
                <a:t>ợc lại:</a:t>
              </a:r>
            </a:p>
            <a:p>
              <a:endParaRPr lang="en-US">
                <a:solidFill>
                  <a:schemeClr val="accent6">
                    <a:lumMod val="50000"/>
                  </a:schemeClr>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a:solidFill>
                    <a:schemeClr val="accent6">
                      <a:lumMod val="50000"/>
                    </a:schemeClr>
                  </a:solidFill>
                  <a:latin typeface="Times New Roman" panose="02020603050405020304" pitchFamily="18" charset="0"/>
                  <a:cs typeface="Times New Roman" panose="02020603050405020304" pitchFamily="18" charset="0"/>
                </a:rPr>
                <a:t>Mặt áo phao, đội nón bảo hộ lao động.  trang bị đầy đủ BHLĐ.</a:t>
              </a:r>
            </a:p>
            <a:p>
              <a:pPr marL="285750" indent="-285750" algn="just">
                <a:buFont typeface="Wingdings" panose="05000000000000000000" pitchFamily="2" charset="2"/>
                <a:buChar char="§"/>
              </a:pPr>
              <a:r>
                <a:rPr lang="en-US">
                  <a:solidFill>
                    <a:schemeClr val="accent6">
                      <a:lumMod val="50000"/>
                    </a:schemeClr>
                  </a:solidFill>
                  <a:latin typeface="Times New Roman" panose="02020603050405020304" pitchFamily="18" charset="0"/>
                  <a:cs typeface="Times New Roman" panose="02020603050405020304" pitchFamily="18" charset="0"/>
                </a:rPr>
                <a:t>Mỗi lần di chuyển không quá 3 ng</a:t>
              </a:r>
              <a:r>
                <a:rPr lang="vi-VN">
                  <a:solidFill>
                    <a:schemeClr val="accent6">
                      <a:lumMod val="50000"/>
                    </a:schemeClr>
                  </a:solidFill>
                  <a:latin typeface="Times New Roman" panose="02020603050405020304" pitchFamily="18" charset="0"/>
                  <a:cs typeface="Times New Roman" panose="02020603050405020304" pitchFamily="18" charset="0"/>
                </a:rPr>
                <a:t>ư</a:t>
              </a:r>
              <a:r>
                <a:rPr lang="en-US">
                  <a:solidFill>
                    <a:schemeClr val="accent6">
                      <a:lumMod val="50000"/>
                    </a:schemeClr>
                  </a:solidFill>
                  <a:latin typeface="Times New Roman" panose="02020603050405020304" pitchFamily="18" charset="0"/>
                  <a:cs typeface="Times New Roman" panose="02020603050405020304" pitchFamily="18" charset="0"/>
                </a:rPr>
                <a:t>ời</a:t>
              </a:r>
            </a:p>
            <a:p>
              <a:pPr marL="285750" indent="-285750" algn="just">
                <a:buFont typeface="Wingdings" panose="05000000000000000000" pitchFamily="2" charset="2"/>
                <a:buChar char="§"/>
              </a:pPr>
              <a:r>
                <a:rPr lang="en-US">
                  <a:solidFill>
                    <a:schemeClr val="accent6">
                      <a:lumMod val="50000"/>
                    </a:schemeClr>
                  </a:solidFill>
                  <a:latin typeface="Times New Roman" panose="02020603050405020304" pitchFamily="18" charset="0"/>
                  <a:cs typeface="Times New Roman" panose="02020603050405020304" pitchFamily="18" charset="0"/>
                </a:rPr>
                <a:t>Chân đứng trên thành nôi</a:t>
              </a:r>
            </a:p>
            <a:p>
              <a:pPr marL="285750" indent="-285750" algn="just">
                <a:buFont typeface="Wingdings" panose="05000000000000000000" pitchFamily="2" charset="2"/>
                <a:buChar char="§"/>
              </a:pPr>
              <a:r>
                <a:rPr lang="en-US">
                  <a:solidFill>
                    <a:schemeClr val="accent6">
                      <a:lumMod val="50000"/>
                    </a:schemeClr>
                  </a:solidFill>
                  <a:latin typeface="Times New Roman" panose="02020603050405020304" pitchFamily="18" charset="0"/>
                  <a:cs typeface="Times New Roman" panose="02020603050405020304" pitchFamily="18" charset="0"/>
                </a:rPr>
                <a:t>Tay trái đ</a:t>
              </a:r>
              <a:r>
                <a:rPr lang="vi-VN">
                  <a:solidFill>
                    <a:schemeClr val="accent6">
                      <a:lumMod val="50000"/>
                    </a:schemeClr>
                  </a:solidFill>
                  <a:latin typeface="Times New Roman" panose="02020603050405020304" pitchFamily="18" charset="0"/>
                  <a:cs typeface="Times New Roman" panose="02020603050405020304" pitchFamily="18" charset="0"/>
                </a:rPr>
                <a:t>ư</a:t>
              </a:r>
              <a:r>
                <a:rPr lang="en-US">
                  <a:solidFill>
                    <a:schemeClr val="accent6">
                      <a:lumMod val="50000"/>
                    </a:schemeClr>
                  </a:solidFill>
                  <a:latin typeface="Times New Roman" panose="02020603050405020304" pitchFamily="18" charset="0"/>
                  <a:cs typeface="Times New Roman" panose="02020603050405020304" pitchFamily="18" charset="0"/>
                </a:rPr>
                <a:t>a qua nắm sợi dây bên phải. tay phải đ</a:t>
              </a:r>
              <a:r>
                <a:rPr lang="vi-VN">
                  <a:solidFill>
                    <a:schemeClr val="accent6">
                      <a:lumMod val="50000"/>
                    </a:schemeClr>
                  </a:solidFill>
                  <a:latin typeface="Times New Roman" panose="02020603050405020304" pitchFamily="18" charset="0"/>
                  <a:cs typeface="Times New Roman" panose="02020603050405020304" pitchFamily="18" charset="0"/>
                </a:rPr>
                <a:t>ư</a:t>
              </a:r>
              <a:r>
                <a:rPr lang="en-US">
                  <a:solidFill>
                    <a:schemeClr val="accent6">
                      <a:lumMod val="50000"/>
                    </a:schemeClr>
                  </a:solidFill>
                  <a:latin typeface="Times New Roman" panose="02020603050405020304" pitchFamily="18" charset="0"/>
                  <a:cs typeface="Times New Roman" panose="02020603050405020304" pitchFamily="18" charset="0"/>
                </a:rPr>
                <a:t>a qua nắm sợi dây bên trái</a:t>
              </a:r>
            </a:p>
            <a:p>
              <a:pPr marL="285750" indent="-285750" algn="just">
                <a:buFont typeface="Wingdings" panose="05000000000000000000" pitchFamily="2" charset="2"/>
                <a:buChar char="§"/>
              </a:pPr>
              <a:r>
                <a:rPr lang="en-US">
                  <a:solidFill>
                    <a:schemeClr val="accent6">
                      <a:lumMod val="50000"/>
                    </a:schemeClr>
                  </a:solidFill>
                  <a:latin typeface="Times New Roman" panose="02020603050405020304" pitchFamily="18" charset="0"/>
                  <a:cs typeface="Times New Roman" panose="02020603050405020304" pitchFamily="18" charset="0"/>
                </a:rPr>
                <a:t>Hai bàn tay nắm chặt lấy mắt l</a:t>
              </a:r>
              <a:r>
                <a:rPr lang="vi-VN">
                  <a:solidFill>
                    <a:schemeClr val="accent6">
                      <a:lumMod val="50000"/>
                    </a:schemeClr>
                  </a:solidFill>
                  <a:latin typeface="Times New Roman" panose="02020603050405020304" pitchFamily="18" charset="0"/>
                  <a:cs typeface="Times New Roman" panose="02020603050405020304" pitchFamily="18" charset="0"/>
                </a:rPr>
                <a:t>ư</a:t>
              </a:r>
              <a:r>
                <a:rPr lang="en-US">
                  <a:solidFill>
                    <a:schemeClr val="accent6">
                      <a:lumMod val="50000"/>
                    </a:schemeClr>
                  </a:solidFill>
                  <a:latin typeface="Times New Roman" panose="02020603050405020304" pitchFamily="18" charset="0"/>
                  <a:cs typeface="Times New Roman" panose="02020603050405020304" pitchFamily="18" charset="0"/>
                </a:rPr>
                <a:t>ới</a:t>
              </a:r>
            </a:p>
            <a:p>
              <a:pPr marL="285750" indent="-285750" algn="just">
                <a:buFont typeface="Wingdings" panose="05000000000000000000" pitchFamily="2" charset="2"/>
                <a:buChar char="§"/>
              </a:pPr>
              <a:r>
                <a:rPr lang="en-US">
                  <a:solidFill>
                    <a:schemeClr val="accent6">
                      <a:lumMod val="50000"/>
                    </a:schemeClr>
                  </a:solidFill>
                  <a:latin typeface="Times New Roman" panose="02020603050405020304" pitchFamily="18" charset="0"/>
                  <a:cs typeface="Times New Roman" panose="02020603050405020304" pitchFamily="18" charset="0"/>
                </a:rPr>
                <a:t>Chỉ rời khỏi nôi khi nôi đã tiếp mặt boong ổn định</a:t>
              </a:r>
            </a:p>
            <a:p>
              <a:pPr marL="285750" indent="-285750" algn="just">
                <a:buFont typeface="Wingdings" panose="05000000000000000000" pitchFamily="2" charset="2"/>
                <a:buChar char="§"/>
              </a:pPr>
              <a:r>
                <a:rPr lang="en-US">
                  <a:solidFill>
                    <a:schemeClr val="accent6">
                      <a:lumMod val="50000"/>
                    </a:schemeClr>
                  </a:solidFill>
                  <a:latin typeface="Times New Roman" panose="02020603050405020304" pitchFamily="18" charset="0"/>
                  <a:cs typeface="Times New Roman" panose="02020603050405020304" pitchFamily="18" charset="0"/>
                </a:rPr>
                <a:t>Cởi áo phao cài vào nôi. chạy về phía tập trung để đ</a:t>
              </a:r>
              <a:r>
                <a:rPr lang="vi-VN">
                  <a:solidFill>
                    <a:schemeClr val="accent6">
                      <a:lumMod val="50000"/>
                    </a:schemeClr>
                  </a:solidFill>
                  <a:latin typeface="Times New Roman" panose="02020603050405020304" pitchFamily="18" charset="0"/>
                  <a:cs typeface="Times New Roman" panose="02020603050405020304" pitchFamily="18" charset="0"/>
                </a:rPr>
                <a:t>ư</a:t>
              </a:r>
              <a:r>
                <a:rPr lang="en-US">
                  <a:solidFill>
                    <a:schemeClr val="accent6">
                      <a:lumMod val="50000"/>
                    </a:schemeClr>
                  </a:solidFill>
                  <a:latin typeface="Times New Roman" panose="02020603050405020304" pitchFamily="18" charset="0"/>
                  <a:cs typeface="Times New Roman" panose="02020603050405020304" pitchFamily="18" charset="0"/>
                </a:rPr>
                <a:t>ợc h</a:t>
              </a:r>
              <a:r>
                <a:rPr lang="vi-VN">
                  <a:solidFill>
                    <a:schemeClr val="accent6">
                      <a:lumMod val="50000"/>
                    </a:schemeClr>
                  </a:solidFill>
                  <a:latin typeface="Times New Roman" panose="02020603050405020304" pitchFamily="18" charset="0"/>
                  <a:cs typeface="Times New Roman" panose="02020603050405020304" pitchFamily="18" charset="0"/>
                </a:rPr>
                <a:t>ư</a:t>
              </a:r>
              <a:r>
                <a:rPr lang="en-US">
                  <a:solidFill>
                    <a:schemeClr val="accent6">
                      <a:lumMod val="50000"/>
                    </a:schemeClr>
                  </a:solidFill>
                  <a:latin typeface="Times New Roman" panose="02020603050405020304" pitchFamily="18" charset="0"/>
                  <a:cs typeface="Times New Roman" panose="02020603050405020304" pitchFamily="18" charset="0"/>
                </a:rPr>
                <a:t>ớng dẫn an toàn</a:t>
              </a:r>
              <a:endParaRPr lang="vi-VN" dirty="0">
                <a:solidFill>
                  <a:schemeClr val="accent6">
                    <a:lumMod val="50000"/>
                  </a:schemeClr>
                </a:solidFill>
                <a:latin typeface="Times New Roman" panose="02020603050405020304" pitchFamily="18" charset="0"/>
                <a:cs typeface="Times New Roman" panose="02020603050405020304" pitchFamily="18" charset="0"/>
              </a:endParaRPr>
            </a:p>
          </p:txBody>
        </p:sp>
      </p:grpSp>
      <p:sp>
        <p:nvSpPr>
          <p:cNvPr id="4" name="Slide Number Placeholder 3">
            <a:extLst>
              <a:ext uri="{FF2B5EF4-FFF2-40B4-BE49-F238E27FC236}">
                <a16:creationId xmlns:a16="http://schemas.microsoft.com/office/drawing/2014/main" id="{D4411B2A-6364-46F1-9D85-982105A0C2EC}"/>
              </a:ext>
            </a:extLst>
          </p:cNvPr>
          <p:cNvSpPr>
            <a:spLocks noGrp="1"/>
          </p:cNvSpPr>
          <p:nvPr>
            <p:ph type="sldNum" sz="quarter" idx="4294967295"/>
          </p:nvPr>
        </p:nvSpPr>
        <p:spPr>
          <a:xfrm>
            <a:off x="9448800" y="6356350"/>
            <a:ext cx="2743200" cy="365125"/>
          </a:xfrm>
        </p:spPr>
        <p:txBody>
          <a:bodyPr/>
          <a:lstStyle/>
          <a:p>
            <a:fld id="{7D1F73D0-75E4-E44C-9793-91CFC617ABC9}" type="slidenum">
              <a:rPr lang="en-US" smtClean="0"/>
              <a:t>21</a:t>
            </a:fld>
            <a:endParaRPr lang="en-US"/>
          </a:p>
        </p:txBody>
      </p:sp>
    </p:spTree>
    <p:extLst>
      <p:ext uri="{BB962C8B-B14F-4D97-AF65-F5344CB8AC3E}">
        <p14:creationId xmlns:p14="http://schemas.microsoft.com/office/powerpoint/2010/main" val="25059286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8">
            <a:extLst>
              <a:ext uri="{FF2B5EF4-FFF2-40B4-BE49-F238E27FC236}">
                <a16:creationId xmlns:a16="http://schemas.microsoft.com/office/drawing/2014/main" id="{B852DA3C-A7DF-419F-9A7B-C92E51323D1E}"/>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bwMode="auto">
          <a:xfrm>
            <a:off x="1231833" y="1312546"/>
            <a:ext cx="5109750" cy="2870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1" name="Picture 9">
            <a:extLst>
              <a:ext uri="{FF2B5EF4-FFF2-40B4-BE49-F238E27FC236}">
                <a16:creationId xmlns:a16="http://schemas.microsoft.com/office/drawing/2014/main" id="{C24A6C2C-649C-4555-B6A6-575F51A7CC6C}"/>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1248792" y="4216648"/>
            <a:ext cx="5127237" cy="2535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2" name="Picture 10">
            <a:extLst>
              <a:ext uri="{FF2B5EF4-FFF2-40B4-BE49-F238E27FC236}">
                <a16:creationId xmlns:a16="http://schemas.microsoft.com/office/drawing/2014/main" id="{F884A5E1-A233-4462-9F01-8C754E68DB1E}"/>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bwMode="auto">
          <a:xfrm>
            <a:off x="7176120" y="1178342"/>
            <a:ext cx="4819283" cy="2900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3" name="Picture 11">
            <a:extLst>
              <a:ext uri="{FF2B5EF4-FFF2-40B4-BE49-F238E27FC236}">
                <a16:creationId xmlns:a16="http://schemas.microsoft.com/office/drawing/2014/main" id="{0D6EACDE-2659-4AA1-A02D-4D725321E35D}"/>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7176119" y="4121911"/>
            <a:ext cx="4819283" cy="2581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14">
            <a:extLst>
              <a:ext uri="{FF2B5EF4-FFF2-40B4-BE49-F238E27FC236}">
                <a16:creationId xmlns:a16="http://schemas.microsoft.com/office/drawing/2014/main" id="{60629223-2E08-4DDD-A110-22243D7C82DF}"/>
              </a:ext>
            </a:extLst>
          </p:cNvPr>
          <p:cNvSpPr txBox="1">
            <a:spLocks noChangeArrowheads="1"/>
          </p:cNvSpPr>
          <p:nvPr/>
        </p:nvSpPr>
        <p:spPr bwMode="auto">
          <a:xfrm>
            <a:off x="4871864" y="764704"/>
            <a:ext cx="35623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just" eaLnBrk="1" hangingPunct="1"/>
            <a:r>
              <a:rPr lang="en-US" altLang="vi-VN" sz="1600" i="1" dirty="0">
                <a:solidFill>
                  <a:schemeClr val="accent6">
                    <a:lumMod val="50000"/>
                  </a:schemeClr>
                </a:solidFill>
                <a:latin typeface="Times New Roman" pitchFamily="18" charset="0"/>
                <a:cs typeface="Times New Roman" pitchFamily="18" charset="0"/>
              </a:rPr>
              <a:t>5.   </a:t>
            </a:r>
            <a:r>
              <a:rPr lang="en-US" altLang="vi-VN" kern="0" dirty="0" err="1">
                <a:solidFill>
                  <a:schemeClr val="accent6">
                    <a:lumMod val="50000"/>
                  </a:schemeClr>
                </a:solidFill>
                <a:latin typeface="Times New Roman" pitchFamily="18" charset="0"/>
                <a:cs typeface="Times New Roman" pitchFamily="18" charset="0"/>
              </a:rPr>
              <a:t>Hệ</a:t>
            </a:r>
            <a:r>
              <a:rPr lang="en-US" altLang="vi-VN" kern="0" dirty="0">
                <a:solidFill>
                  <a:schemeClr val="accent6">
                    <a:lumMod val="50000"/>
                  </a:schemeClr>
                </a:solidFill>
                <a:latin typeface="Times New Roman" pitchFamily="18" charset="0"/>
                <a:cs typeface="Times New Roman" pitchFamily="18" charset="0"/>
              </a:rPr>
              <a:t> </a:t>
            </a:r>
            <a:r>
              <a:rPr lang="en-US" altLang="vi-VN" kern="0" dirty="0" err="1">
                <a:solidFill>
                  <a:schemeClr val="accent6">
                    <a:lumMod val="50000"/>
                  </a:schemeClr>
                </a:solidFill>
                <a:latin typeface="Times New Roman" pitchFamily="18" charset="0"/>
                <a:cs typeface="Times New Roman" pitchFamily="18" charset="0"/>
              </a:rPr>
              <a:t>thống</a:t>
            </a:r>
            <a:r>
              <a:rPr lang="en-US" altLang="vi-VN" kern="0" dirty="0">
                <a:solidFill>
                  <a:schemeClr val="accent6">
                    <a:lumMod val="50000"/>
                  </a:schemeClr>
                </a:solidFill>
                <a:latin typeface="Times New Roman" pitchFamily="18" charset="0"/>
                <a:cs typeface="Times New Roman" pitchFamily="18" charset="0"/>
              </a:rPr>
              <a:t> PCCC </a:t>
            </a:r>
            <a:r>
              <a:rPr lang="en-US" altLang="vi-VN" kern="0" dirty="0" err="1">
                <a:solidFill>
                  <a:schemeClr val="accent6">
                    <a:lumMod val="50000"/>
                  </a:schemeClr>
                </a:solidFill>
                <a:latin typeface="Times New Roman" pitchFamily="18" charset="0"/>
                <a:cs typeface="Times New Roman" pitchFamily="18" charset="0"/>
              </a:rPr>
              <a:t>trên</a:t>
            </a:r>
            <a:r>
              <a:rPr lang="en-US" altLang="vi-VN" kern="0" dirty="0">
                <a:solidFill>
                  <a:schemeClr val="accent6">
                    <a:lumMod val="50000"/>
                  </a:schemeClr>
                </a:solidFill>
                <a:latin typeface="Times New Roman" pitchFamily="18" charset="0"/>
                <a:cs typeface="Times New Roman" pitchFamily="18" charset="0"/>
              </a:rPr>
              <a:t> giàn</a:t>
            </a:r>
            <a:endParaRPr lang="vi-VN" altLang="vi-VN" kern="0" dirty="0">
              <a:solidFill>
                <a:schemeClr val="accent6">
                  <a:lumMod val="50000"/>
                </a:schemeClr>
              </a:solidFill>
              <a:latin typeface="Times New Roman" pitchFamily="18" charset="0"/>
              <a:cs typeface="Times New Roman" pitchFamily="18" charset="0"/>
            </a:endParaRPr>
          </a:p>
        </p:txBody>
      </p:sp>
      <p:sp>
        <p:nvSpPr>
          <p:cNvPr id="12" name="TextBox 11">
            <a:extLst>
              <a:ext uri="{FF2B5EF4-FFF2-40B4-BE49-F238E27FC236}">
                <a16:creationId xmlns:a16="http://schemas.microsoft.com/office/drawing/2014/main" id="{25C697E1-EEDF-4BDF-87ED-8940FAE8CC99}"/>
              </a:ext>
            </a:extLst>
          </p:cNvPr>
          <p:cNvSpPr txBox="1"/>
          <p:nvPr/>
        </p:nvSpPr>
        <p:spPr>
          <a:xfrm>
            <a:off x="2803951" y="393316"/>
            <a:ext cx="7144157" cy="400110"/>
          </a:xfrm>
          <a:prstGeom prst="rect">
            <a:avLst/>
          </a:prstGeom>
          <a:noFill/>
        </p:spPr>
        <p:txBody>
          <a:bodyPr wrap="square" rtlCol="0">
            <a:spAutoFit/>
          </a:bodyPr>
          <a:lstStyle/>
          <a:p>
            <a:pPr fontAlgn="base">
              <a:spcBef>
                <a:spcPct val="0"/>
              </a:spcBef>
              <a:spcAft>
                <a:spcPct val="0"/>
              </a:spcAft>
            </a:pPr>
            <a:r>
              <a:rPr lang="en-US" sz="2000" b="1" kern="0">
                <a:solidFill>
                  <a:schemeClr val="accent6">
                    <a:lumMod val="50000"/>
                  </a:schemeClr>
                </a:solidFill>
                <a:latin typeface="Times New Roman" pitchFamily="18" charset="0"/>
                <a:cs typeface="Times New Roman" pitchFamily="18" charset="0"/>
              </a:rPr>
              <a:t>2. CÔNG </a:t>
            </a:r>
            <a:r>
              <a:rPr lang="en-US" sz="2000" b="1" kern="0" dirty="0">
                <a:solidFill>
                  <a:schemeClr val="accent6">
                    <a:lumMod val="50000"/>
                  </a:schemeClr>
                </a:solidFill>
                <a:latin typeface="Times New Roman" pitchFamily="18" charset="0"/>
                <a:cs typeface="Times New Roman" pitchFamily="18" charset="0"/>
              </a:rPr>
              <a:t>TÁC AN TOÀN TRÊN GIÀN NÉN KHÍ RỒNG</a:t>
            </a:r>
            <a:endParaRPr lang="en-US" sz="2000" b="1" dirty="0">
              <a:solidFill>
                <a:schemeClr val="accent6">
                  <a:lumMod val="50000"/>
                </a:schemeClr>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414A335E-62B5-48EC-9777-FC4B3BC96BA9}"/>
              </a:ext>
            </a:extLst>
          </p:cNvPr>
          <p:cNvSpPr>
            <a:spLocks noGrp="1"/>
          </p:cNvSpPr>
          <p:nvPr>
            <p:ph type="sldNum" sz="quarter" idx="4294967295"/>
          </p:nvPr>
        </p:nvSpPr>
        <p:spPr>
          <a:xfrm>
            <a:off x="9448800" y="6356350"/>
            <a:ext cx="2743200" cy="365125"/>
          </a:xfrm>
        </p:spPr>
        <p:txBody>
          <a:bodyPr/>
          <a:lstStyle/>
          <a:p>
            <a:fld id="{7D1F73D0-75E4-E44C-9793-91CFC617ABC9}" type="slidenum">
              <a:rPr lang="en-US" smtClean="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14">
            <a:extLst>
              <a:ext uri="{FF2B5EF4-FFF2-40B4-BE49-F238E27FC236}">
                <a16:creationId xmlns:a16="http://schemas.microsoft.com/office/drawing/2014/main" id="{60629223-2E08-4DDD-A110-22243D7C82DF}"/>
              </a:ext>
            </a:extLst>
          </p:cNvPr>
          <p:cNvSpPr txBox="1">
            <a:spLocks noChangeArrowheads="1"/>
          </p:cNvSpPr>
          <p:nvPr/>
        </p:nvSpPr>
        <p:spPr bwMode="auto">
          <a:xfrm>
            <a:off x="344684" y="1515636"/>
            <a:ext cx="829465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marL="285750" indent="-285750" algn="just">
              <a:buFont typeface="Wingdings" panose="05000000000000000000" pitchFamily="2" charset="2"/>
              <a:buChar char="v"/>
            </a:pPr>
            <a:r>
              <a:rPr lang="vi-VN" altLang="vi-VN" sz="1600">
                <a:solidFill>
                  <a:schemeClr val="accent6">
                    <a:lumMod val="50000"/>
                  </a:schemeClr>
                </a:solidFill>
                <a:latin typeface="Times New Roman" pitchFamily="18" charset="0"/>
                <a:cs typeface="Times New Roman" pitchFamily="18" charset="0"/>
              </a:rPr>
              <a:t>CÁC </a:t>
            </a:r>
            <a:r>
              <a:rPr lang="vi-VN" altLang="vi-VN" sz="1600" dirty="0">
                <a:solidFill>
                  <a:schemeClr val="accent6">
                    <a:lumMod val="50000"/>
                  </a:schemeClr>
                </a:solidFill>
                <a:latin typeface="Times New Roman" pitchFamily="18" charset="0"/>
                <a:cs typeface="Times New Roman" pitchFamily="18" charset="0"/>
              </a:rPr>
              <a:t>DẠNG BÁO ĐỘNG VÀ</a:t>
            </a:r>
            <a:r>
              <a:rPr lang="en-US" altLang="vi-VN" sz="1600" dirty="0">
                <a:solidFill>
                  <a:schemeClr val="accent6">
                    <a:lumMod val="50000"/>
                  </a:schemeClr>
                </a:solidFill>
                <a:latin typeface="Times New Roman" pitchFamily="18" charset="0"/>
                <a:cs typeface="Times New Roman" pitchFamily="18" charset="0"/>
              </a:rPr>
              <a:t> THOÁT HIỂM RỜI GIÀN KHI XẢY RA TÌNH HUỐNG KHẨN CẤP</a:t>
            </a:r>
            <a:endParaRPr lang="vi-VN" altLang="vi-VN" kern="0" dirty="0">
              <a:solidFill>
                <a:schemeClr val="accent6">
                  <a:lumMod val="50000"/>
                </a:schemeClr>
              </a:solidFill>
              <a:latin typeface="Times New Roman" pitchFamily="18" charset="0"/>
              <a:cs typeface="Times New Roman" pitchFamily="18" charset="0"/>
            </a:endParaRPr>
          </a:p>
        </p:txBody>
      </p:sp>
      <p:sp>
        <p:nvSpPr>
          <p:cNvPr id="12" name="TextBox 11">
            <a:extLst>
              <a:ext uri="{FF2B5EF4-FFF2-40B4-BE49-F238E27FC236}">
                <a16:creationId xmlns:a16="http://schemas.microsoft.com/office/drawing/2014/main" id="{25C697E1-EEDF-4BDF-87ED-8940FAE8CC99}"/>
              </a:ext>
            </a:extLst>
          </p:cNvPr>
          <p:cNvSpPr txBox="1"/>
          <p:nvPr/>
        </p:nvSpPr>
        <p:spPr>
          <a:xfrm>
            <a:off x="3016137" y="467321"/>
            <a:ext cx="7072149" cy="400110"/>
          </a:xfrm>
          <a:prstGeom prst="rect">
            <a:avLst/>
          </a:prstGeom>
          <a:noFill/>
        </p:spPr>
        <p:txBody>
          <a:bodyPr wrap="square" rtlCol="0">
            <a:spAutoFit/>
          </a:bodyPr>
          <a:lstStyle/>
          <a:p>
            <a:pPr fontAlgn="base">
              <a:spcBef>
                <a:spcPct val="0"/>
              </a:spcBef>
              <a:spcAft>
                <a:spcPct val="0"/>
              </a:spcAft>
            </a:pPr>
            <a:r>
              <a:rPr lang="en-US" sz="2000" b="1" kern="0">
                <a:solidFill>
                  <a:schemeClr val="accent6">
                    <a:lumMod val="50000"/>
                  </a:schemeClr>
                </a:solidFill>
                <a:latin typeface="Times New Roman" pitchFamily="18" charset="0"/>
                <a:cs typeface="Times New Roman" pitchFamily="18" charset="0"/>
              </a:rPr>
              <a:t>2. CÔNG </a:t>
            </a:r>
            <a:r>
              <a:rPr lang="en-US" sz="2000" b="1" kern="0" dirty="0">
                <a:solidFill>
                  <a:schemeClr val="accent6">
                    <a:lumMod val="50000"/>
                  </a:schemeClr>
                </a:solidFill>
                <a:latin typeface="Times New Roman" pitchFamily="18" charset="0"/>
                <a:cs typeface="Times New Roman" pitchFamily="18" charset="0"/>
              </a:rPr>
              <a:t>TÁC AN TOÀN TRÊN GIÀN NÉN KHÍ RỒNG</a:t>
            </a:r>
            <a:endParaRPr lang="en-US" sz="2000" b="1" dirty="0">
              <a:solidFill>
                <a:schemeClr val="accent6">
                  <a:lumMod val="50000"/>
                </a:schemeClr>
              </a:solidFill>
              <a:latin typeface="Times New Roman" pitchFamily="18" charset="0"/>
              <a:cs typeface="Times New Roman" pitchFamily="18" charset="0"/>
            </a:endParaRPr>
          </a:p>
        </p:txBody>
      </p:sp>
      <p:pic>
        <p:nvPicPr>
          <p:cNvPr id="2" name="Picture 1">
            <a:extLst>
              <a:ext uri="{FF2B5EF4-FFF2-40B4-BE49-F238E27FC236}">
                <a16:creationId xmlns:a16="http://schemas.microsoft.com/office/drawing/2014/main" id="{29F0AB4A-574B-4FBD-A33B-E770707E171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775600" y="4334269"/>
            <a:ext cx="3234345" cy="2233936"/>
          </a:xfrm>
          <a:prstGeom prst="rect">
            <a:avLst/>
          </a:prstGeom>
        </p:spPr>
      </p:pic>
      <p:pic>
        <p:nvPicPr>
          <p:cNvPr id="11" name="Picture 10">
            <a:extLst>
              <a:ext uri="{FF2B5EF4-FFF2-40B4-BE49-F238E27FC236}">
                <a16:creationId xmlns:a16="http://schemas.microsoft.com/office/drawing/2014/main" id="{CDEE7942-0E0A-47CD-8B10-F11CD1604A08}"/>
              </a:ext>
            </a:extLst>
          </p:cNvPr>
          <p:cNvPicPr/>
          <p:nvPr/>
        </p:nvPicPr>
        <p:blipFill>
          <a:blip r:embed="rId3" cstate="email">
            <a:extLst>
              <a:ext uri="{28A0092B-C50C-407E-A947-70E740481C1C}">
                <a14:useLocalDpi xmlns:a14="http://schemas.microsoft.com/office/drawing/2010/main"/>
              </a:ext>
            </a:extLst>
          </a:blip>
          <a:stretch>
            <a:fillRect/>
          </a:stretch>
        </p:blipFill>
        <p:spPr>
          <a:xfrm>
            <a:off x="8760296" y="1961876"/>
            <a:ext cx="3183969" cy="2233937"/>
          </a:xfrm>
          <a:prstGeom prst="rect">
            <a:avLst/>
          </a:prstGeom>
        </p:spPr>
      </p:pic>
      <p:sp>
        <p:nvSpPr>
          <p:cNvPr id="5" name="Slide Number Placeholder 4">
            <a:extLst>
              <a:ext uri="{FF2B5EF4-FFF2-40B4-BE49-F238E27FC236}">
                <a16:creationId xmlns:a16="http://schemas.microsoft.com/office/drawing/2014/main" id="{B35BD7F5-F0E4-4945-88B2-962811139ACA}"/>
              </a:ext>
            </a:extLst>
          </p:cNvPr>
          <p:cNvSpPr>
            <a:spLocks noGrp="1"/>
          </p:cNvSpPr>
          <p:nvPr>
            <p:ph type="sldNum" sz="quarter" idx="4294967295"/>
          </p:nvPr>
        </p:nvSpPr>
        <p:spPr>
          <a:xfrm>
            <a:off x="9448800" y="6356350"/>
            <a:ext cx="2743200" cy="365125"/>
          </a:xfrm>
        </p:spPr>
        <p:txBody>
          <a:bodyPr/>
          <a:lstStyle/>
          <a:p>
            <a:fld id="{7D1F73D0-75E4-E44C-9793-91CFC617ABC9}" type="slidenum">
              <a:rPr lang="en-US" smtClean="0"/>
              <a:t>23</a:t>
            </a:fld>
            <a:endParaRPr lang="en-US"/>
          </a:p>
        </p:txBody>
      </p:sp>
      <p:sp>
        <p:nvSpPr>
          <p:cNvPr id="7" name="Rectangle 1">
            <a:extLst>
              <a:ext uri="{FF2B5EF4-FFF2-40B4-BE49-F238E27FC236}">
                <a16:creationId xmlns:a16="http://schemas.microsoft.com/office/drawing/2014/main" id="{0CB9A1CE-E16A-447F-BF7B-45CA754DD86F}"/>
              </a:ext>
            </a:extLst>
          </p:cNvPr>
          <p:cNvSpPr>
            <a:spLocks noChangeArrowheads="1"/>
          </p:cNvSpPr>
          <p:nvPr/>
        </p:nvSpPr>
        <p:spPr bwMode="auto">
          <a:xfrm>
            <a:off x="344684" y="2203043"/>
            <a:ext cx="8098865" cy="313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marL="342900" indent="-342900" algn="just">
              <a:buAutoNum type="arabicPeriod"/>
            </a:pPr>
            <a:r>
              <a:rPr lang="ru-RU" altLang="vi-VN" dirty="0">
                <a:solidFill>
                  <a:schemeClr val="accent6">
                    <a:lumMod val="75000"/>
                  </a:schemeClr>
                </a:solidFill>
                <a:latin typeface="Times New Roman" panose="02020603050405020304" pitchFamily="18" charset="0"/>
                <a:cs typeface="Times New Roman" panose="02020603050405020304" pitchFamily="18" charset="0"/>
              </a:rPr>
              <a:t>“Rò khí”:</a:t>
            </a:r>
            <a:r>
              <a:rPr lang="en-US" altLang="vi-VN" dirty="0">
                <a:solidFill>
                  <a:schemeClr val="accent6">
                    <a:lumMod val="75000"/>
                  </a:schemeClr>
                </a:solidFill>
                <a:latin typeface="Times New Roman" panose="02020603050405020304" pitchFamily="18" charset="0"/>
                <a:cs typeface="Times New Roman" panose="02020603050405020304" pitchFamily="18" charset="0"/>
              </a:rPr>
              <a:t> </a:t>
            </a:r>
            <a:r>
              <a:rPr lang="ru-RU" altLang="vi-VN" b="0" dirty="0">
                <a:solidFill>
                  <a:schemeClr val="accent6">
                    <a:lumMod val="75000"/>
                  </a:schemeClr>
                </a:solidFill>
                <a:latin typeface="Times New Roman" panose="02020603050405020304" pitchFamily="18" charset="0"/>
                <a:cs typeface="Times New Roman" panose="02020603050405020304" pitchFamily="18" charset="0"/>
              </a:rPr>
              <a:t>7 hồi chuông ngắn một hồi chuông dài. Đèn tín hiệu màu vàng chớp sáng liên tục, kèm với tiếng còi hú liên tục. Đồng thời có thông báo chỉ dẫn về dạng báo động.</a:t>
            </a:r>
            <a:endParaRPr lang="en-US" altLang="vi-VN" b="0" dirty="0">
              <a:solidFill>
                <a:schemeClr val="accent6">
                  <a:lumMod val="75000"/>
                </a:schemeClr>
              </a:solidFill>
              <a:latin typeface="Times New Roman" panose="02020603050405020304" pitchFamily="18" charset="0"/>
              <a:cs typeface="Times New Roman" panose="02020603050405020304" pitchFamily="18" charset="0"/>
            </a:endParaRPr>
          </a:p>
          <a:p>
            <a:pPr marL="342900" indent="-342900" algn="just">
              <a:buAutoNum type="arabicPeriod"/>
            </a:pPr>
            <a:r>
              <a:rPr lang="ru-RU" altLang="vi-VN" dirty="0">
                <a:solidFill>
                  <a:schemeClr val="accent6">
                    <a:lumMod val="75000"/>
                  </a:schemeClr>
                </a:solidFill>
                <a:latin typeface="Times New Roman" panose="02020603050405020304" pitchFamily="18" charset="0"/>
                <a:cs typeface="Times New Roman" panose="02020603050405020304" pitchFamily="18" charset="0"/>
              </a:rPr>
              <a:t>“Báo cháy”:</a:t>
            </a:r>
            <a:r>
              <a:rPr lang="en-US" altLang="vi-VN" dirty="0">
                <a:solidFill>
                  <a:schemeClr val="accent6">
                    <a:lumMod val="75000"/>
                  </a:schemeClr>
                </a:solidFill>
                <a:latin typeface="Times New Roman" panose="02020603050405020304" pitchFamily="18" charset="0"/>
                <a:cs typeface="Times New Roman" panose="02020603050405020304" pitchFamily="18" charset="0"/>
              </a:rPr>
              <a:t> </a:t>
            </a:r>
            <a:r>
              <a:rPr lang="ru-RU" altLang="vi-VN" b="0" dirty="0">
                <a:solidFill>
                  <a:schemeClr val="accent6">
                    <a:lumMod val="75000"/>
                  </a:schemeClr>
                </a:solidFill>
                <a:latin typeface="Times New Roman" panose="02020603050405020304" pitchFamily="18" charset="0"/>
                <a:cs typeface="Times New Roman" panose="02020603050405020304" pitchFamily="18" charset="0"/>
              </a:rPr>
              <a:t>7 hồi chuông ngắn một hồi chuông dài. Đèn tín hiệu màu đỏ chớp sáng liên tục, kèm với tiếng còi hú liên tục. Đồng thời có thông báo chỉ dẫn về dạng báo động.</a:t>
            </a:r>
            <a:endParaRPr lang="en-US" altLang="vi-VN" b="0" dirty="0">
              <a:solidFill>
                <a:schemeClr val="accent6">
                  <a:lumMod val="75000"/>
                </a:schemeClr>
              </a:solidFill>
              <a:latin typeface="Times New Roman" panose="02020603050405020304" pitchFamily="18" charset="0"/>
              <a:cs typeface="Times New Roman" panose="02020603050405020304" pitchFamily="18" charset="0"/>
            </a:endParaRPr>
          </a:p>
          <a:p>
            <a:pPr marL="342900" indent="-342900" algn="just">
              <a:buAutoNum type="arabicPeriod"/>
            </a:pPr>
            <a:r>
              <a:rPr lang="ru-RU" altLang="vi-VN" dirty="0">
                <a:solidFill>
                  <a:schemeClr val="accent6">
                    <a:lumMod val="75000"/>
                  </a:schemeClr>
                </a:solidFill>
                <a:latin typeface="Times New Roman" panose="02020603050405020304" pitchFamily="18" charset="0"/>
                <a:cs typeface="Times New Roman" panose="02020603050405020304" pitchFamily="18" charset="0"/>
              </a:rPr>
              <a:t>“Rời giàn”: </a:t>
            </a:r>
            <a:r>
              <a:rPr lang="ru-RU" altLang="vi-VN" b="0" dirty="0">
                <a:solidFill>
                  <a:schemeClr val="accent6">
                    <a:lumMod val="75000"/>
                  </a:schemeClr>
                </a:solidFill>
                <a:latin typeface="Times New Roman" panose="02020603050405020304" pitchFamily="18" charset="0"/>
                <a:cs typeface="Times New Roman" panose="02020603050405020304" pitchFamily="18" charset="0"/>
              </a:rPr>
              <a:t>7 hồi chuông ngắn một hồi chuông dài.</a:t>
            </a:r>
            <a:r>
              <a:rPr lang="en-US" altLang="vi-VN" b="0" dirty="0">
                <a:solidFill>
                  <a:schemeClr val="accent6">
                    <a:lumMod val="75000"/>
                  </a:schemeClr>
                </a:solidFill>
                <a:latin typeface="Times New Roman" panose="02020603050405020304" pitchFamily="18" charset="0"/>
                <a:cs typeface="Times New Roman" panose="02020603050405020304" pitchFamily="18" charset="0"/>
              </a:rPr>
              <a:t> </a:t>
            </a:r>
            <a:r>
              <a:rPr lang="ru-RU" altLang="vi-VN" b="0" dirty="0">
                <a:solidFill>
                  <a:schemeClr val="accent6">
                    <a:lumMod val="75000"/>
                  </a:schemeClr>
                </a:solidFill>
                <a:latin typeface="Times New Roman" panose="02020603050405020304" pitchFamily="18" charset="0"/>
                <a:cs typeface="Times New Roman" panose="02020603050405020304" pitchFamily="18" charset="0"/>
              </a:rPr>
              <a:t>Đèn tín hiệu màu xanh chớp sáng liên tục, kèm với tiếng còi hú liên tục. Đồng thời có thông báo chỉ dẫn về dạng báo động.</a:t>
            </a:r>
            <a:endParaRPr lang="en-US" altLang="vi-VN" b="0" dirty="0">
              <a:solidFill>
                <a:schemeClr val="accent6">
                  <a:lumMod val="75000"/>
                </a:schemeClr>
              </a:solidFill>
              <a:latin typeface="Times New Roman" panose="02020603050405020304" pitchFamily="18" charset="0"/>
              <a:cs typeface="Times New Roman" panose="02020603050405020304" pitchFamily="18" charset="0"/>
            </a:endParaRPr>
          </a:p>
          <a:p>
            <a:pPr marL="342900" indent="-342900" algn="just">
              <a:buAutoNum type="arabicPeriod"/>
            </a:pPr>
            <a:r>
              <a:rPr lang="ru-RU" altLang="vi-VN" dirty="0">
                <a:solidFill>
                  <a:schemeClr val="accent6">
                    <a:lumMod val="75000"/>
                  </a:schemeClr>
                </a:solidFill>
                <a:latin typeface="Times New Roman" panose="02020603050405020304" pitchFamily="18" charset="0"/>
                <a:cs typeface="Times New Roman" panose="02020603050405020304" pitchFamily="18" charset="0"/>
              </a:rPr>
              <a:t>“Người rơi xuống biển”: </a:t>
            </a:r>
            <a:r>
              <a:rPr lang="ru-RU" altLang="vi-VN" b="0" dirty="0">
                <a:solidFill>
                  <a:schemeClr val="accent6">
                    <a:lumMod val="75000"/>
                  </a:schemeClr>
                </a:solidFill>
                <a:latin typeface="Times New Roman" panose="02020603050405020304" pitchFamily="18" charset="0"/>
                <a:cs typeface="Times New Roman" panose="02020603050405020304" pitchFamily="18" charset="0"/>
              </a:rPr>
              <a:t>Xuất hiện thông báo “Người rơi xuống biển” với chỉ dẫn vị trí nạn nhân tại mạn nào.</a:t>
            </a:r>
            <a:endParaRPr lang="vi-VN" altLang="vi-VN" b="0" dirty="0">
              <a:solidFill>
                <a:schemeClr val="accent6">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52126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C73F4-D152-74B0-8D37-97E18C67E5AF}"/>
            </a:ext>
          </a:extLst>
        </p:cNvPr>
        <p:cNvGrpSpPr/>
        <p:nvPr/>
      </p:nvGrpSpPr>
      <p:grpSpPr>
        <a:xfrm>
          <a:off x="0" y="0"/>
          <a:ext cx="0" cy="0"/>
          <a:chOff x="0" y="0"/>
          <a:chExt cx="0" cy="0"/>
        </a:xfrm>
      </p:grpSpPr>
      <p:sp>
        <p:nvSpPr>
          <p:cNvPr id="4" name="Text Placeholder 7">
            <a:extLst>
              <a:ext uri="{FF2B5EF4-FFF2-40B4-BE49-F238E27FC236}">
                <a16:creationId xmlns:a16="http://schemas.microsoft.com/office/drawing/2014/main" id="{7A0B0A23-EFDC-45D1-8A69-273A6847E531}"/>
              </a:ext>
            </a:extLst>
          </p:cNvPr>
          <p:cNvSpPr txBox="1">
            <a:spLocks/>
          </p:cNvSpPr>
          <p:nvPr/>
        </p:nvSpPr>
        <p:spPr>
          <a:xfrm>
            <a:off x="440284" y="1514083"/>
            <a:ext cx="7128792" cy="46976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784C4"/>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a:buChar char="•"/>
              <a:defRPr sz="2400" kern="1200">
                <a:solidFill>
                  <a:srgbClr val="0784C4"/>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a:buChar char="•"/>
              <a:defRPr sz="2000" kern="1200">
                <a:solidFill>
                  <a:srgbClr val="0784C4"/>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a:buChar char="•"/>
              <a:defRPr sz="1800" kern="1200">
                <a:solidFill>
                  <a:srgbClr val="0784C4"/>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a:buChar char="•"/>
              <a:defRPr sz="1800" kern="1200">
                <a:solidFill>
                  <a:srgbClr val="0784C4"/>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v"/>
              <a:defRPr/>
            </a:pPr>
            <a:r>
              <a:rPr lang="vi-VN" altLang="vi-VN" sz="1800" b="1" kern="0" dirty="0">
                <a:solidFill>
                  <a:schemeClr val="accent6">
                    <a:lumMod val="75000"/>
                  </a:schemeClr>
                </a:solidFill>
              </a:rPr>
              <a:t>HÀNH ĐỘNG KHI CÓ BÁO ĐỘNG VÀ TÌNH HUỐNG SỰ CỐ TRÊN GIÀN </a:t>
            </a:r>
          </a:p>
          <a:p>
            <a:pPr algn="just">
              <a:buFont typeface="Wingdings" panose="05000000000000000000" pitchFamily="2" charset="2"/>
              <a:buChar char="§"/>
              <a:defRPr/>
            </a:pPr>
            <a:r>
              <a:rPr lang="ru-RU" sz="1800" dirty="0">
                <a:solidFill>
                  <a:schemeClr val="accent6">
                    <a:lumMod val="75000"/>
                  </a:schemeClr>
                </a:solidFill>
              </a:rPr>
              <a:t>Dừng tất cả các công việc trên giàn.</a:t>
            </a:r>
            <a:endParaRPr lang="vi-VN" sz="1800" dirty="0">
              <a:solidFill>
                <a:schemeClr val="accent6">
                  <a:lumMod val="75000"/>
                </a:schemeClr>
              </a:solidFill>
            </a:endParaRPr>
          </a:p>
          <a:p>
            <a:pPr algn="just">
              <a:buFont typeface="Wingdings" panose="05000000000000000000" pitchFamily="2" charset="2"/>
              <a:buChar char="§"/>
              <a:defRPr/>
            </a:pPr>
            <a:r>
              <a:rPr lang="vi-VN" sz="1800" dirty="0">
                <a:solidFill>
                  <a:schemeClr val="accent6">
                    <a:lumMod val="75000"/>
                  </a:schemeClr>
                </a:solidFill>
              </a:rPr>
              <a:t>Đảm bảo an toàn cá nhân bằng cách sử dụng các phương tiện bảo vệ tương ứng</a:t>
            </a:r>
            <a:endParaRPr lang="en-US" sz="1800" dirty="0">
              <a:solidFill>
                <a:schemeClr val="accent6">
                  <a:lumMod val="75000"/>
                </a:schemeClr>
              </a:solidFill>
            </a:endParaRPr>
          </a:p>
          <a:p>
            <a:pPr algn="just">
              <a:buFont typeface="Wingdings" panose="05000000000000000000" pitchFamily="2" charset="2"/>
              <a:buChar char="§"/>
              <a:defRPr/>
            </a:pPr>
            <a:r>
              <a:rPr lang="vi-VN" sz="1800" dirty="0">
                <a:solidFill>
                  <a:schemeClr val="accent6">
                    <a:lumMod val="75000"/>
                  </a:schemeClr>
                </a:solidFill>
              </a:rPr>
              <a:t>Thông báo về những người đang trong vùng nguy hiểm cho kỹ sư điều độ</a:t>
            </a:r>
            <a:r>
              <a:rPr lang="en-US" sz="1800" dirty="0">
                <a:solidFill>
                  <a:schemeClr val="accent6">
                    <a:lumMod val="75000"/>
                  </a:schemeClr>
                </a:solidFill>
              </a:rPr>
              <a:t>.</a:t>
            </a:r>
            <a:endParaRPr lang="vi-VN" sz="1800" dirty="0">
              <a:solidFill>
                <a:schemeClr val="accent6">
                  <a:lumMod val="75000"/>
                </a:schemeClr>
              </a:solidFill>
            </a:endParaRPr>
          </a:p>
          <a:p>
            <a:pPr algn="just">
              <a:buFont typeface="Wingdings" panose="05000000000000000000" pitchFamily="2" charset="2"/>
              <a:buChar char="§"/>
              <a:defRPr/>
            </a:pPr>
            <a:r>
              <a:rPr lang="ru-RU" sz="1800" dirty="0">
                <a:solidFill>
                  <a:schemeClr val="accent6">
                    <a:lumMod val="75000"/>
                  </a:schemeClr>
                </a:solidFill>
              </a:rPr>
              <a:t>Trong trường hợp bị vỡ đường ống khí hoặc condensate, đeo mặt nạ chống độc và rời khỏi khu vực có nguy cơ cháy, di chuyển vuông góc </a:t>
            </a:r>
            <a:r>
              <a:rPr lang="en-US" sz="1800" dirty="0">
                <a:solidFill>
                  <a:schemeClr val="accent6">
                    <a:lumMod val="75000"/>
                  </a:schemeClr>
                </a:solidFill>
              </a:rPr>
              <a:t>ho</a:t>
            </a:r>
            <a:r>
              <a:rPr lang="ru-RU" sz="1800" dirty="0">
                <a:solidFill>
                  <a:schemeClr val="accent6">
                    <a:lumMod val="75000"/>
                  </a:schemeClr>
                </a:solidFill>
              </a:rPr>
              <a:t>ặс </a:t>
            </a:r>
            <a:r>
              <a:rPr lang="en-US" sz="1800" dirty="0">
                <a:solidFill>
                  <a:schemeClr val="accent6">
                    <a:lumMod val="75000"/>
                  </a:schemeClr>
                </a:solidFill>
              </a:rPr>
              <a:t>ng</a:t>
            </a:r>
            <a:r>
              <a:rPr lang="ru-RU" sz="1800" dirty="0">
                <a:solidFill>
                  <a:schemeClr val="accent6">
                    <a:lumMod val="75000"/>
                  </a:schemeClr>
                </a:solidFill>
              </a:rPr>
              <a:t>ư</a:t>
            </a:r>
            <a:r>
              <a:rPr lang="en-US" sz="1800" dirty="0" err="1">
                <a:solidFill>
                  <a:schemeClr val="accent6">
                    <a:lumMod val="75000"/>
                  </a:schemeClr>
                </a:solidFill>
              </a:rPr>
              <a:t>ợc</a:t>
            </a:r>
            <a:r>
              <a:rPr lang="ru-RU" sz="1800" dirty="0">
                <a:solidFill>
                  <a:schemeClr val="accent6">
                    <a:lumMod val="75000"/>
                  </a:schemeClr>
                </a:solidFill>
              </a:rPr>
              <a:t> với hướng gió.</a:t>
            </a:r>
            <a:endParaRPr lang="en-US" sz="1800" dirty="0">
              <a:solidFill>
                <a:schemeClr val="accent6">
                  <a:lumMod val="75000"/>
                </a:schemeClr>
              </a:solidFill>
            </a:endParaRPr>
          </a:p>
          <a:p>
            <a:pPr algn="just">
              <a:buFont typeface="Wingdings" panose="05000000000000000000" pitchFamily="2" charset="2"/>
              <a:buChar char="§"/>
              <a:defRPr/>
            </a:pPr>
            <a:r>
              <a:rPr lang="ru-RU" sz="1800" dirty="0">
                <a:solidFill>
                  <a:schemeClr val="accent6">
                    <a:lumMod val="75000"/>
                  </a:schemeClr>
                </a:solidFill>
              </a:rPr>
              <a:t>Tập kết tại vị trí tập trung trên giàn để chờ hiệu lệnh tiếp theo. </a:t>
            </a:r>
            <a:endParaRPr lang="en-US" sz="1800" dirty="0">
              <a:solidFill>
                <a:schemeClr val="accent6">
                  <a:lumMod val="75000"/>
                </a:schemeClr>
              </a:solidFill>
            </a:endParaRPr>
          </a:p>
          <a:p>
            <a:pPr algn="just">
              <a:buFont typeface="Wingdings" panose="05000000000000000000" pitchFamily="2" charset="2"/>
              <a:buChar char="§"/>
              <a:defRPr/>
            </a:pPr>
            <a:r>
              <a:rPr lang="ru-RU" sz="1800" dirty="0">
                <a:solidFill>
                  <a:schemeClr val="accent6">
                    <a:lumMod val="75000"/>
                  </a:schemeClr>
                </a:solidFill>
              </a:rPr>
              <a:t>T</a:t>
            </a:r>
            <a:r>
              <a:rPr lang="en-US" sz="1800" dirty="0" err="1">
                <a:solidFill>
                  <a:schemeClr val="accent6">
                    <a:lumMod val="75000"/>
                  </a:schemeClr>
                </a:solidFill>
              </a:rPr>
              <a:t>uân</a:t>
            </a:r>
            <a:r>
              <a:rPr lang="en-US" sz="1800" dirty="0">
                <a:solidFill>
                  <a:schemeClr val="accent6">
                    <a:lumMod val="75000"/>
                  </a:schemeClr>
                </a:solidFill>
              </a:rPr>
              <a:t> </a:t>
            </a:r>
            <a:r>
              <a:rPr lang="en-US" sz="1800" dirty="0" err="1">
                <a:solidFill>
                  <a:schemeClr val="accent6">
                    <a:lumMod val="75000"/>
                  </a:schemeClr>
                </a:solidFill>
              </a:rPr>
              <a:t>thủ</a:t>
            </a:r>
            <a:r>
              <a:rPr lang="en-US" sz="1800" dirty="0">
                <a:solidFill>
                  <a:schemeClr val="accent6">
                    <a:lumMod val="75000"/>
                  </a:schemeClr>
                </a:solidFill>
              </a:rPr>
              <a:t> </a:t>
            </a:r>
            <a:r>
              <a:rPr lang="en-US" sz="1800" dirty="0" err="1">
                <a:solidFill>
                  <a:schemeClr val="accent6">
                    <a:lumMod val="75000"/>
                  </a:schemeClr>
                </a:solidFill>
              </a:rPr>
              <a:t>hiệu</a:t>
            </a:r>
            <a:r>
              <a:rPr lang="en-US" sz="1800" dirty="0">
                <a:solidFill>
                  <a:schemeClr val="accent6">
                    <a:lumMod val="75000"/>
                  </a:schemeClr>
                </a:solidFill>
              </a:rPr>
              <a:t> </a:t>
            </a:r>
            <a:r>
              <a:rPr lang="en-US" sz="1800" dirty="0" err="1">
                <a:solidFill>
                  <a:schemeClr val="accent6">
                    <a:lumMod val="75000"/>
                  </a:schemeClr>
                </a:solidFill>
              </a:rPr>
              <a:t>lệnh</a:t>
            </a:r>
            <a:r>
              <a:rPr lang="en-US" sz="1800" dirty="0">
                <a:solidFill>
                  <a:schemeClr val="accent6">
                    <a:lumMod val="75000"/>
                  </a:schemeClr>
                </a:solidFill>
              </a:rPr>
              <a:t>,</a:t>
            </a:r>
            <a:r>
              <a:rPr lang="ru-RU" sz="1800" dirty="0">
                <a:solidFill>
                  <a:schemeClr val="accent6">
                    <a:lumMod val="75000"/>
                  </a:schemeClr>
                </a:solidFill>
              </a:rPr>
              <a:t> điều lệnh của nhóm </a:t>
            </a:r>
            <a:r>
              <a:rPr lang="en-US" sz="1800" dirty="0" err="1">
                <a:solidFill>
                  <a:schemeClr val="accent6">
                    <a:lumMod val="75000"/>
                  </a:schemeClr>
                </a:solidFill>
              </a:rPr>
              <a:t>Ứng</a:t>
            </a:r>
            <a:r>
              <a:rPr lang="en-US" sz="1800" dirty="0">
                <a:solidFill>
                  <a:schemeClr val="accent6">
                    <a:lumMod val="75000"/>
                  </a:schemeClr>
                </a:solidFill>
              </a:rPr>
              <a:t> </a:t>
            </a:r>
            <a:r>
              <a:rPr lang="en-US" sz="1800" dirty="0" err="1">
                <a:solidFill>
                  <a:schemeClr val="accent6">
                    <a:lumMod val="75000"/>
                  </a:schemeClr>
                </a:solidFill>
              </a:rPr>
              <a:t>cứu</a:t>
            </a:r>
            <a:r>
              <a:rPr lang="en-US" sz="1800" dirty="0">
                <a:solidFill>
                  <a:schemeClr val="accent6">
                    <a:lumMod val="75000"/>
                  </a:schemeClr>
                </a:solidFill>
              </a:rPr>
              <a:t> </a:t>
            </a:r>
            <a:r>
              <a:rPr lang="ru-RU" sz="1800" dirty="0">
                <a:solidFill>
                  <a:schemeClr val="accent6">
                    <a:lumMod val="75000"/>
                  </a:schemeClr>
                </a:solidFill>
              </a:rPr>
              <a:t>sự cố</a:t>
            </a:r>
            <a:r>
              <a:rPr lang="en-US" sz="1800" dirty="0">
                <a:solidFill>
                  <a:schemeClr val="accent6">
                    <a:lumMod val="75000"/>
                  </a:schemeClr>
                </a:solidFill>
              </a:rPr>
              <a:t>.</a:t>
            </a:r>
            <a:r>
              <a:rPr lang="ru-RU" sz="1800" dirty="0">
                <a:solidFill>
                  <a:schemeClr val="accent6">
                    <a:lumMod val="75000"/>
                  </a:schemeClr>
                </a:solidFill>
              </a:rPr>
              <a:t> </a:t>
            </a:r>
            <a:endParaRPr lang="en-US" sz="1800" dirty="0">
              <a:solidFill>
                <a:schemeClr val="accent6">
                  <a:lumMod val="75000"/>
                </a:schemeClr>
              </a:solidFill>
            </a:endParaRPr>
          </a:p>
          <a:p>
            <a:pPr algn="just">
              <a:buFont typeface="Wingdings" panose="05000000000000000000" pitchFamily="2" charset="2"/>
              <a:buChar char="§"/>
              <a:defRPr/>
            </a:pPr>
            <a:r>
              <a:rPr lang="en-US" sz="1800" dirty="0">
                <a:solidFill>
                  <a:schemeClr val="accent6">
                    <a:lumMod val="75000"/>
                  </a:schemeClr>
                </a:solidFill>
              </a:rPr>
              <a:t>Đ</a:t>
            </a:r>
            <a:r>
              <a:rPr lang="vi-VN" sz="1800" dirty="0">
                <a:solidFill>
                  <a:schemeClr val="accent6">
                    <a:lumMod val="75000"/>
                  </a:schemeClr>
                </a:solidFill>
              </a:rPr>
              <a:t>ư</a:t>
            </a:r>
            <a:r>
              <a:rPr lang="en-US" sz="1800" dirty="0" err="1">
                <a:solidFill>
                  <a:schemeClr val="accent6">
                    <a:lumMod val="75000"/>
                  </a:schemeClr>
                </a:solidFill>
              </a:rPr>
              <a:t>ợc</a:t>
            </a:r>
            <a:r>
              <a:rPr lang="en-US" sz="1800" dirty="0">
                <a:solidFill>
                  <a:schemeClr val="accent6">
                    <a:lumMod val="75000"/>
                  </a:schemeClr>
                </a:solidFill>
              </a:rPr>
              <a:t> h</a:t>
            </a:r>
            <a:r>
              <a:rPr lang="vi-VN" sz="1800" dirty="0">
                <a:solidFill>
                  <a:schemeClr val="accent6">
                    <a:lumMod val="75000"/>
                  </a:schemeClr>
                </a:solidFill>
              </a:rPr>
              <a:t>ư</a:t>
            </a:r>
            <a:r>
              <a:rPr lang="en-US" sz="1800" dirty="0" err="1">
                <a:solidFill>
                  <a:schemeClr val="accent6">
                    <a:lumMod val="75000"/>
                  </a:schemeClr>
                </a:solidFill>
              </a:rPr>
              <a:t>ớng</a:t>
            </a:r>
            <a:r>
              <a:rPr lang="en-US" sz="1800" dirty="0">
                <a:solidFill>
                  <a:schemeClr val="accent6">
                    <a:lumMod val="75000"/>
                  </a:schemeClr>
                </a:solidFill>
              </a:rPr>
              <a:t> </a:t>
            </a:r>
            <a:r>
              <a:rPr lang="en-US" sz="1800" dirty="0" err="1">
                <a:solidFill>
                  <a:schemeClr val="accent6">
                    <a:lumMod val="75000"/>
                  </a:schemeClr>
                </a:solidFill>
              </a:rPr>
              <a:t>dẫn</a:t>
            </a:r>
            <a:r>
              <a:rPr lang="en-US" sz="1800" dirty="0">
                <a:solidFill>
                  <a:schemeClr val="accent6">
                    <a:lumMod val="75000"/>
                  </a:schemeClr>
                </a:solidFill>
              </a:rPr>
              <a:t> </a:t>
            </a:r>
            <a:r>
              <a:rPr lang="en-US" sz="1800" dirty="0" err="1">
                <a:solidFill>
                  <a:schemeClr val="accent6">
                    <a:lumMod val="75000"/>
                  </a:schemeClr>
                </a:solidFill>
              </a:rPr>
              <a:t>sử</a:t>
            </a:r>
            <a:r>
              <a:rPr lang="en-US" sz="1800" dirty="0">
                <a:solidFill>
                  <a:schemeClr val="accent6">
                    <a:lumMod val="75000"/>
                  </a:schemeClr>
                </a:solidFill>
              </a:rPr>
              <a:t> </a:t>
            </a:r>
            <a:r>
              <a:rPr lang="en-US" sz="1800" dirty="0" err="1">
                <a:solidFill>
                  <a:schemeClr val="accent6">
                    <a:lumMod val="75000"/>
                  </a:schemeClr>
                </a:solidFill>
              </a:rPr>
              <a:t>dụng</a:t>
            </a:r>
            <a:r>
              <a:rPr lang="en-US" sz="1800" dirty="0">
                <a:solidFill>
                  <a:schemeClr val="accent6">
                    <a:lumMod val="75000"/>
                  </a:schemeClr>
                </a:solidFill>
              </a:rPr>
              <a:t> </a:t>
            </a:r>
            <a:r>
              <a:rPr lang="en-US" sz="1800" dirty="0" err="1">
                <a:solidFill>
                  <a:schemeClr val="accent6">
                    <a:lumMod val="75000"/>
                  </a:schemeClr>
                </a:solidFill>
              </a:rPr>
              <a:t>bè</a:t>
            </a:r>
            <a:r>
              <a:rPr lang="en-US" sz="1800" dirty="0">
                <a:solidFill>
                  <a:schemeClr val="accent6">
                    <a:lumMod val="75000"/>
                  </a:schemeClr>
                </a:solidFill>
              </a:rPr>
              <a:t> </a:t>
            </a:r>
            <a:r>
              <a:rPr lang="en-US" sz="1800" dirty="0" err="1">
                <a:solidFill>
                  <a:schemeClr val="accent6">
                    <a:lumMod val="75000"/>
                  </a:schemeClr>
                </a:solidFill>
              </a:rPr>
              <a:t>cứu</a:t>
            </a:r>
            <a:r>
              <a:rPr lang="en-US" sz="1800" dirty="0">
                <a:solidFill>
                  <a:schemeClr val="accent6">
                    <a:lumMod val="75000"/>
                  </a:schemeClr>
                </a:solidFill>
              </a:rPr>
              <a:t> </a:t>
            </a:r>
            <a:r>
              <a:rPr lang="en-US" sz="1800" dirty="0" err="1">
                <a:solidFill>
                  <a:schemeClr val="accent6">
                    <a:lumMod val="75000"/>
                  </a:schemeClr>
                </a:solidFill>
              </a:rPr>
              <a:t>sinh</a:t>
            </a:r>
            <a:r>
              <a:rPr lang="en-US" sz="1800" dirty="0">
                <a:solidFill>
                  <a:schemeClr val="accent6">
                    <a:lumMod val="75000"/>
                  </a:schemeClr>
                </a:solidFill>
              </a:rPr>
              <a:t>, </a:t>
            </a:r>
            <a:r>
              <a:rPr lang="en-US" sz="1800" dirty="0" err="1">
                <a:solidFill>
                  <a:schemeClr val="accent6">
                    <a:lumMod val="75000"/>
                  </a:schemeClr>
                </a:solidFill>
              </a:rPr>
              <a:t>vào</a:t>
            </a:r>
            <a:r>
              <a:rPr lang="en-US" sz="1800" dirty="0">
                <a:solidFill>
                  <a:schemeClr val="accent6">
                    <a:lumMod val="75000"/>
                  </a:schemeClr>
                </a:solidFill>
              </a:rPr>
              <a:t> </a:t>
            </a:r>
            <a:r>
              <a:rPr lang="en-US" sz="1800" dirty="0" err="1">
                <a:solidFill>
                  <a:schemeClr val="accent6">
                    <a:lumMod val="75000"/>
                  </a:schemeClr>
                </a:solidFill>
              </a:rPr>
              <a:t>xuồng</a:t>
            </a:r>
            <a:r>
              <a:rPr lang="en-US" sz="1800" dirty="0">
                <a:solidFill>
                  <a:schemeClr val="accent6">
                    <a:lumMod val="75000"/>
                  </a:schemeClr>
                </a:solidFill>
              </a:rPr>
              <a:t> </a:t>
            </a:r>
            <a:r>
              <a:rPr lang="en-US" sz="1800" dirty="0" err="1">
                <a:solidFill>
                  <a:schemeClr val="accent6">
                    <a:lumMod val="75000"/>
                  </a:schemeClr>
                </a:solidFill>
              </a:rPr>
              <a:t>cứu</a:t>
            </a:r>
            <a:r>
              <a:rPr lang="en-US" sz="1800" dirty="0">
                <a:solidFill>
                  <a:schemeClr val="accent6">
                    <a:lumMod val="75000"/>
                  </a:schemeClr>
                </a:solidFill>
              </a:rPr>
              <a:t> </a:t>
            </a:r>
            <a:r>
              <a:rPr lang="en-US" sz="1800" dirty="0" err="1">
                <a:solidFill>
                  <a:schemeClr val="accent6">
                    <a:lumMod val="75000"/>
                  </a:schemeClr>
                </a:solidFill>
              </a:rPr>
              <a:t>sinh</a:t>
            </a:r>
            <a:r>
              <a:rPr lang="en-US" sz="1800" dirty="0">
                <a:solidFill>
                  <a:schemeClr val="accent6">
                    <a:lumMod val="75000"/>
                  </a:schemeClr>
                </a:solidFill>
              </a:rPr>
              <a:t> </a:t>
            </a:r>
            <a:r>
              <a:rPr lang="en-US" sz="1800" dirty="0" err="1">
                <a:solidFill>
                  <a:schemeClr val="accent6">
                    <a:lumMod val="75000"/>
                  </a:schemeClr>
                </a:solidFill>
              </a:rPr>
              <a:t>thoát</a:t>
            </a:r>
            <a:r>
              <a:rPr lang="en-US" sz="1800" dirty="0">
                <a:solidFill>
                  <a:schemeClr val="accent6">
                    <a:lumMod val="75000"/>
                  </a:schemeClr>
                </a:solidFill>
              </a:rPr>
              <a:t> </a:t>
            </a:r>
            <a:r>
              <a:rPr lang="en-US" sz="1800" dirty="0" err="1">
                <a:solidFill>
                  <a:schemeClr val="accent6">
                    <a:lumMod val="75000"/>
                  </a:schemeClr>
                </a:solidFill>
              </a:rPr>
              <a:t>hiểm</a:t>
            </a:r>
            <a:r>
              <a:rPr lang="en-US" sz="1800" dirty="0">
                <a:solidFill>
                  <a:schemeClr val="accent6">
                    <a:lumMod val="75000"/>
                  </a:schemeClr>
                </a:solidFill>
              </a:rPr>
              <a:t> </a:t>
            </a:r>
            <a:r>
              <a:rPr lang="en-US" sz="1800" dirty="0" err="1">
                <a:solidFill>
                  <a:schemeClr val="accent6">
                    <a:lumMod val="75000"/>
                  </a:schemeClr>
                </a:solidFill>
              </a:rPr>
              <a:t>hoặc</a:t>
            </a:r>
            <a:r>
              <a:rPr lang="en-US" sz="1800" dirty="0">
                <a:solidFill>
                  <a:schemeClr val="accent6">
                    <a:lumMod val="75000"/>
                  </a:schemeClr>
                </a:solidFill>
              </a:rPr>
              <a:t> </a:t>
            </a:r>
            <a:r>
              <a:rPr lang="ru-RU" sz="1800" dirty="0">
                <a:solidFill>
                  <a:schemeClr val="accent6">
                    <a:lumMod val="75000"/>
                  </a:schemeClr>
                </a:solidFill>
              </a:rPr>
              <a:t>đi qua cầu nối sang </a:t>
            </a:r>
            <a:r>
              <a:rPr lang="en-US" sz="1800" dirty="0" err="1">
                <a:solidFill>
                  <a:schemeClr val="accent6">
                    <a:lumMod val="75000"/>
                  </a:schemeClr>
                </a:solidFill>
              </a:rPr>
              <a:t>các</a:t>
            </a:r>
            <a:r>
              <a:rPr lang="en-US" sz="1800" dirty="0">
                <a:solidFill>
                  <a:schemeClr val="accent6">
                    <a:lumMod val="75000"/>
                  </a:schemeClr>
                </a:solidFill>
              </a:rPr>
              <a:t> Block </a:t>
            </a:r>
            <a:r>
              <a:rPr lang="en-US" sz="1800" dirty="0" err="1">
                <a:solidFill>
                  <a:schemeClr val="accent6">
                    <a:lumMod val="75000"/>
                  </a:schemeClr>
                </a:solidFill>
              </a:rPr>
              <a:t>nhà</a:t>
            </a:r>
            <a:r>
              <a:rPr lang="en-US" sz="1800" dirty="0">
                <a:solidFill>
                  <a:schemeClr val="accent6">
                    <a:lumMod val="75000"/>
                  </a:schemeClr>
                </a:solidFill>
              </a:rPr>
              <a:t> ở</a:t>
            </a:r>
            <a:r>
              <a:rPr lang="ru-RU" sz="1800" dirty="0">
                <a:solidFill>
                  <a:schemeClr val="accent6">
                    <a:lumMod val="75000"/>
                  </a:schemeClr>
                </a:solidFill>
              </a:rPr>
              <a:t> và thực hiện theo chỉ </a:t>
            </a:r>
            <a:r>
              <a:rPr lang="en-US" sz="1800" dirty="0" err="1">
                <a:solidFill>
                  <a:schemeClr val="accent6">
                    <a:lumMod val="75000"/>
                  </a:schemeClr>
                </a:solidFill>
              </a:rPr>
              <a:t>đạo</a:t>
            </a:r>
            <a:r>
              <a:rPr lang="ru-RU" sz="1800" dirty="0">
                <a:solidFill>
                  <a:schemeClr val="accent6">
                    <a:lumMod val="75000"/>
                  </a:schemeClr>
                </a:solidFill>
              </a:rPr>
              <a:t> của đội sự cố giàn </a:t>
            </a:r>
            <a:r>
              <a:rPr lang="en-US" sz="1800" dirty="0" err="1">
                <a:solidFill>
                  <a:schemeClr val="accent6">
                    <a:lumMod val="75000"/>
                  </a:schemeClr>
                </a:solidFill>
              </a:rPr>
              <a:t>chủ</a:t>
            </a:r>
            <a:r>
              <a:rPr lang="en-US" sz="1800" dirty="0">
                <a:solidFill>
                  <a:schemeClr val="accent6">
                    <a:lumMod val="75000"/>
                  </a:schemeClr>
                </a:solidFill>
              </a:rPr>
              <a:t> </a:t>
            </a:r>
            <a:r>
              <a:rPr lang="en-US" sz="1800" dirty="0" err="1">
                <a:solidFill>
                  <a:schemeClr val="accent6">
                    <a:lumMod val="75000"/>
                  </a:schemeClr>
                </a:solidFill>
              </a:rPr>
              <a:t>quản</a:t>
            </a:r>
            <a:r>
              <a:rPr lang="ru-RU" sz="1800" dirty="0">
                <a:solidFill>
                  <a:schemeClr val="accent6">
                    <a:lumMod val="75000"/>
                  </a:schemeClr>
                </a:solidFill>
              </a:rPr>
              <a:t>.</a:t>
            </a:r>
            <a:endParaRPr lang="vi-VN" sz="1800" dirty="0">
              <a:solidFill>
                <a:schemeClr val="accent6">
                  <a:lumMod val="75000"/>
                </a:schemeClr>
              </a:solidFill>
            </a:endParaRPr>
          </a:p>
        </p:txBody>
      </p:sp>
      <p:sp>
        <p:nvSpPr>
          <p:cNvPr id="6" name="Slide Number Placeholder 5">
            <a:extLst>
              <a:ext uri="{FF2B5EF4-FFF2-40B4-BE49-F238E27FC236}">
                <a16:creationId xmlns:a16="http://schemas.microsoft.com/office/drawing/2014/main" id="{E14BE13C-C86F-4CF9-8B19-ADF7CEB5AE92}"/>
              </a:ext>
            </a:extLst>
          </p:cNvPr>
          <p:cNvSpPr>
            <a:spLocks noGrp="1"/>
          </p:cNvSpPr>
          <p:nvPr>
            <p:ph type="sldNum" sz="quarter" idx="4294967295"/>
          </p:nvPr>
        </p:nvSpPr>
        <p:spPr>
          <a:xfrm>
            <a:off x="9448800" y="6356350"/>
            <a:ext cx="2743200" cy="365125"/>
          </a:xfrm>
        </p:spPr>
        <p:txBody>
          <a:bodyPr/>
          <a:lstStyle/>
          <a:p>
            <a:fld id="{7D1F73D0-75E4-E44C-9793-91CFC617ABC9}" type="slidenum">
              <a:rPr lang="en-US" smtClean="0"/>
              <a:t>24</a:t>
            </a:fld>
            <a:endParaRPr lang="en-US"/>
          </a:p>
        </p:txBody>
      </p:sp>
      <p:sp>
        <p:nvSpPr>
          <p:cNvPr id="7" name="TextBox 6">
            <a:extLst>
              <a:ext uri="{FF2B5EF4-FFF2-40B4-BE49-F238E27FC236}">
                <a16:creationId xmlns:a16="http://schemas.microsoft.com/office/drawing/2014/main" id="{C8EB3D25-7AA9-411C-81F6-9DF54A6B570E}"/>
              </a:ext>
            </a:extLst>
          </p:cNvPr>
          <p:cNvSpPr txBox="1"/>
          <p:nvPr/>
        </p:nvSpPr>
        <p:spPr>
          <a:xfrm>
            <a:off x="3016137" y="467321"/>
            <a:ext cx="7072149" cy="400110"/>
          </a:xfrm>
          <a:prstGeom prst="rect">
            <a:avLst/>
          </a:prstGeom>
          <a:noFill/>
        </p:spPr>
        <p:txBody>
          <a:bodyPr wrap="square" rtlCol="0">
            <a:spAutoFit/>
          </a:bodyPr>
          <a:lstStyle/>
          <a:p>
            <a:pPr fontAlgn="base">
              <a:spcBef>
                <a:spcPct val="0"/>
              </a:spcBef>
              <a:spcAft>
                <a:spcPct val="0"/>
              </a:spcAft>
            </a:pPr>
            <a:r>
              <a:rPr lang="en-US" sz="2000" b="1" kern="0">
                <a:solidFill>
                  <a:schemeClr val="accent6">
                    <a:lumMod val="50000"/>
                  </a:schemeClr>
                </a:solidFill>
                <a:latin typeface="Times New Roman" pitchFamily="18" charset="0"/>
                <a:cs typeface="Times New Roman" pitchFamily="18" charset="0"/>
              </a:rPr>
              <a:t>2. CÔNG </a:t>
            </a:r>
            <a:r>
              <a:rPr lang="en-US" sz="2000" b="1" kern="0" dirty="0">
                <a:solidFill>
                  <a:schemeClr val="accent6">
                    <a:lumMod val="50000"/>
                  </a:schemeClr>
                </a:solidFill>
                <a:latin typeface="Times New Roman" pitchFamily="18" charset="0"/>
                <a:cs typeface="Times New Roman" pitchFamily="18" charset="0"/>
              </a:rPr>
              <a:t>TÁC AN TOÀN TRÊN GIÀN NÉN KHÍ RỒNG</a:t>
            </a:r>
            <a:endParaRPr lang="en-US" sz="2000" b="1" dirty="0">
              <a:solidFill>
                <a:schemeClr val="accent6">
                  <a:lumMod val="50000"/>
                </a:schemeClr>
              </a:solidFill>
              <a:latin typeface="Times New Roman" pitchFamily="18" charset="0"/>
              <a:cs typeface="Times New Roman" pitchFamily="18" charset="0"/>
            </a:endParaRPr>
          </a:p>
        </p:txBody>
      </p:sp>
      <p:pic>
        <p:nvPicPr>
          <p:cNvPr id="8" name="Picture 7" descr="20.XII-1.So do thoat hiem DGCPjpg_Page1">
            <a:extLst>
              <a:ext uri="{FF2B5EF4-FFF2-40B4-BE49-F238E27FC236}">
                <a16:creationId xmlns:a16="http://schemas.microsoft.com/office/drawing/2014/main" id="{36F0A0B8-B2F6-4557-BB12-3223B5A5A943}"/>
              </a:ext>
            </a:extLst>
          </p:cNvPr>
          <p:cNvPicPr>
            <a:picLocks noGrp="1" noChangeAspect="1"/>
          </p:cNvPicPr>
          <p:nvPr isPhoto="1"/>
        </p:nvPicPr>
        <p:blipFill rotWithShape="1">
          <a:blip r:embed="rId2" cstate="email">
            <a:lum/>
            <a:extLst>
              <a:ext uri="{28A0092B-C50C-407E-A947-70E740481C1C}">
                <a14:useLocalDpi xmlns:a14="http://schemas.microsoft.com/office/drawing/2010/main" val="0"/>
              </a:ext>
            </a:extLst>
          </a:blip>
          <a:srcRect l="3640" r="4739"/>
          <a:stretch/>
        </p:blipFill>
        <p:spPr>
          <a:xfrm>
            <a:off x="7896200" y="1628800"/>
            <a:ext cx="4176464" cy="4248471"/>
          </a:xfrm>
          <a:prstGeom prst="rect">
            <a:avLst/>
          </a:prstGeom>
        </p:spPr>
      </p:pic>
    </p:spTree>
    <p:extLst>
      <p:ext uri="{BB962C8B-B14F-4D97-AF65-F5344CB8AC3E}">
        <p14:creationId xmlns:p14="http://schemas.microsoft.com/office/powerpoint/2010/main" val="33896131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20.XII-1.So do thoat hiem DGCPjpg_Page2">
            <a:extLst>
              <a:ext uri="{FF2B5EF4-FFF2-40B4-BE49-F238E27FC236}">
                <a16:creationId xmlns:a16="http://schemas.microsoft.com/office/drawing/2014/main" id="{DB872698-10A0-40DF-8359-E13F4FD50EB7}"/>
              </a:ext>
            </a:extLst>
          </p:cNvPr>
          <p:cNvPicPr>
            <a:picLocks noGrp="1" noChangeAspect="1"/>
          </p:cNvPicPr>
          <p:nvPr isPhoto="1"/>
        </p:nvPicPr>
        <p:blipFill>
          <a:blip r:embed="rId2" cstate="email">
            <a:lum/>
            <a:extLst>
              <a:ext uri="{28A0092B-C50C-407E-A947-70E740481C1C}">
                <a14:useLocalDpi xmlns:a14="http://schemas.microsoft.com/office/drawing/2010/main" val="0"/>
              </a:ext>
            </a:extLst>
          </a:blip>
          <a:stretch>
            <a:fillRect/>
          </a:stretch>
        </p:blipFill>
        <p:spPr>
          <a:xfrm>
            <a:off x="1991544" y="1171774"/>
            <a:ext cx="8528791" cy="5184576"/>
          </a:xfrm>
          <a:prstGeom prst="rect">
            <a:avLst/>
          </a:prstGeom>
        </p:spPr>
      </p:pic>
      <p:sp>
        <p:nvSpPr>
          <p:cNvPr id="2" name="Slide Number Placeholder 1">
            <a:extLst>
              <a:ext uri="{FF2B5EF4-FFF2-40B4-BE49-F238E27FC236}">
                <a16:creationId xmlns:a16="http://schemas.microsoft.com/office/drawing/2014/main" id="{9620EA1A-7809-4A63-BFAF-BEEA4E35571E}"/>
              </a:ext>
            </a:extLst>
          </p:cNvPr>
          <p:cNvSpPr>
            <a:spLocks noGrp="1"/>
          </p:cNvSpPr>
          <p:nvPr>
            <p:ph type="sldNum" sz="quarter" idx="4294967295"/>
          </p:nvPr>
        </p:nvSpPr>
        <p:spPr>
          <a:xfrm>
            <a:off x="9448800" y="6356350"/>
            <a:ext cx="2743200" cy="365125"/>
          </a:xfrm>
        </p:spPr>
        <p:txBody>
          <a:bodyPr/>
          <a:lstStyle/>
          <a:p>
            <a:fld id="{7D1F73D0-75E4-E44C-9793-91CFC617ABC9}" type="slidenum">
              <a:rPr lang="en-US" smtClean="0"/>
              <a:t>25</a:t>
            </a:fld>
            <a:endParaRPr lang="en-US"/>
          </a:p>
        </p:txBody>
      </p:sp>
      <p:sp>
        <p:nvSpPr>
          <p:cNvPr id="4" name="TextBox 3">
            <a:extLst>
              <a:ext uri="{FF2B5EF4-FFF2-40B4-BE49-F238E27FC236}">
                <a16:creationId xmlns:a16="http://schemas.microsoft.com/office/drawing/2014/main" id="{9154A045-A01A-4AAF-A506-2BB4B865396D}"/>
              </a:ext>
            </a:extLst>
          </p:cNvPr>
          <p:cNvSpPr txBox="1"/>
          <p:nvPr/>
        </p:nvSpPr>
        <p:spPr>
          <a:xfrm>
            <a:off x="3016137" y="467321"/>
            <a:ext cx="7072149" cy="400110"/>
          </a:xfrm>
          <a:prstGeom prst="rect">
            <a:avLst/>
          </a:prstGeom>
          <a:noFill/>
        </p:spPr>
        <p:txBody>
          <a:bodyPr wrap="square" rtlCol="0">
            <a:spAutoFit/>
          </a:bodyPr>
          <a:lstStyle/>
          <a:p>
            <a:pPr fontAlgn="base">
              <a:spcBef>
                <a:spcPct val="0"/>
              </a:spcBef>
              <a:spcAft>
                <a:spcPct val="0"/>
              </a:spcAft>
            </a:pPr>
            <a:r>
              <a:rPr lang="en-US" sz="2000" b="1" kern="0">
                <a:solidFill>
                  <a:schemeClr val="accent6">
                    <a:lumMod val="50000"/>
                  </a:schemeClr>
                </a:solidFill>
                <a:latin typeface="Times New Roman" pitchFamily="18" charset="0"/>
                <a:cs typeface="Times New Roman" pitchFamily="18" charset="0"/>
              </a:rPr>
              <a:t>2. CÔNG </a:t>
            </a:r>
            <a:r>
              <a:rPr lang="en-US" sz="2000" b="1" kern="0" dirty="0">
                <a:solidFill>
                  <a:schemeClr val="accent6">
                    <a:lumMod val="50000"/>
                  </a:schemeClr>
                </a:solidFill>
                <a:latin typeface="Times New Roman" pitchFamily="18" charset="0"/>
                <a:cs typeface="Times New Roman" pitchFamily="18" charset="0"/>
              </a:rPr>
              <a:t>TÁC AN TOÀN TRÊN GIÀN NÉN KHÍ RỒNG</a:t>
            </a:r>
            <a:endParaRPr lang="en-US" sz="2000" b="1" dirty="0">
              <a:solidFill>
                <a:schemeClr val="accent6">
                  <a:lumMod val="50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27879939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20.XII-1.So do thoat hiem DGCPjpg_Page3">
            <a:extLst>
              <a:ext uri="{FF2B5EF4-FFF2-40B4-BE49-F238E27FC236}">
                <a16:creationId xmlns:a16="http://schemas.microsoft.com/office/drawing/2014/main" id="{7206F696-3925-4DEF-81C4-4294D69D6445}"/>
              </a:ext>
            </a:extLst>
          </p:cNvPr>
          <p:cNvPicPr>
            <a:picLocks noGrp="1" noChangeAspect="1"/>
          </p:cNvPicPr>
          <p:nvPr isPhoto="1"/>
        </p:nvPicPr>
        <p:blipFill>
          <a:blip r:embed="rId2" cstate="email">
            <a:lum/>
            <a:extLst>
              <a:ext uri="{28A0092B-C50C-407E-A947-70E740481C1C}">
                <a14:useLocalDpi xmlns:a14="http://schemas.microsoft.com/office/drawing/2010/main" val="0"/>
              </a:ext>
            </a:extLst>
          </a:blip>
          <a:stretch>
            <a:fillRect/>
          </a:stretch>
        </p:blipFill>
        <p:spPr>
          <a:xfrm>
            <a:off x="2128337" y="1052736"/>
            <a:ext cx="8432160" cy="5337943"/>
          </a:xfrm>
          <a:prstGeom prst="rect">
            <a:avLst/>
          </a:prstGeom>
        </p:spPr>
      </p:pic>
      <p:sp>
        <p:nvSpPr>
          <p:cNvPr id="2" name="Slide Number Placeholder 1">
            <a:extLst>
              <a:ext uri="{FF2B5EF4-FFF2-40B4-BE49-F238E27FC236}">
                <a16:creationId xmlns:a16="http://schemas.microsoft.com/office/drawing/2014/main" id="{67734A40-B8EC-4943-8106-E35E51C5F492}"/>
              </a:ext>
            </a:extLst>
          </p:cNvPr>
          <p:cNvSpPr>
            <a:spLocks noGrp="1"/>
          </p:cNvSpPr>
          <p:nvPr>
            <p:ph type="sldNum" sz="quarter" idx="4294967295"/>
          </p:nvPr>
        </p:nvSpPr>
        <p:spPr>
          <a:xfrm>
            <a:off x="9448800" y="6356350"/>
            <a:ext cx="2743200" cy="365125"/>
          </a:xfrm>
        </p:spPr>
        <p:txBody>
          <a:bodyPr/>
          <a:lstStyle/>
          <a:p>
            <a:fld id="{7D1F73D0-75E4-E44C-9793-91CFC617ABC9}" type="slidenum">
              <a:rPr lang="en-US" smtClean="0"/>
              <a:t>26</a:t>
            </a:fld>
            <a:endParaRPr lang="en-US"/>
          </a:p>
        </p:txBody>
      </p:sp>
      <p:sp>
        <p:nvSpPr>
          <p:cNvPr id="4" name="TextBox 3">
            <a:extLst>
              <a:ext uri="{FF2B5EF4-FFF2-40B4-BE49-F238E27FC236}">
                <a16:creationId xmlns:a16="http://schemas.microsoft.com/office/drawing/2014/main" id="{F326C1C9-F5BF-47E0-9C38-0652536E03AB}"/>
              </a:ext>
            </a:extLst>
          </p:cNvPr>
          <p:cNvSpPr txBox="1"/>
          <p:nvPr/>
        </p:nvSpPr>
        <p:spPr>
          <a:xfrm>
            <a:off x="3016137" y="467321"/>
            <a:ext cx="7072149" cy="400110"/>
          </a:xfrm>
          <a:prstGeom prst="rect">
            <a:avLst/>
          </a:prstGeom>
          <a:noFill/>
        </p:spPr>
        <p:txBody>
          <a:bodyPr wrap="square" rtlCol="0">
            <a:spAutoFit/>
          </a:bodyPr>
          <a:lstStyle/>
          <a:p>
            <a:pPr fontAlgn="base">
              <a:spcBef>
                <a:spcPct val="0"/>
              </a:spcBef>
              <a:spcAft>
                <a:spcPct val="0"/>
              </a:spcAft>
            </a:pPr>
            <a:r>
              <a:rPr lang="en-US" sz="2000" b="1" kern="0">
                <a:solidFill>
                  <a:schemeClr val="accent6">
                    <a:lumMod val="50000"/>
                  </a:schemeClr>
                </a:solidFill>
                <a:latin typeface="Times New Roman" pitchFamily="18" charset="0"/>
                <a:cs typeface="Times New Roman" pitchFamily="18" charset="0"/>
              </a:rPr>
              <a:t>2. CÔNG </a:t>
            </a:r>
            <a:r>
              <a:rPr lang="en-US" sz="2000" b="1" kern="0" dirty="0">
                <a:solidFill>
                  <a:schemeClr val="accent6">
                    <a:lumMod val="50000"/>
                  </a:schemeClr>
                </a:solidFill>
                <a:latin typeface="Times New Roman" pitchFamily="18" charset="0"/>
                <a:cs typeface="Times New Roman" pitchFamily="18" charset="0"/>
              </a:rPr>
              <a:t>TÁC AN TOÀN TRÊN GIÀN NÉN KHÍ RỒNG</a:t>
            </a:r>
            <a:endParaRPr lang="en-US" sz="2000" b="1" dirty="0">
              <a:solidFill>
                <a:schemeClr val="accent6">
                  <a:lumMod val="50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13825697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20.XII-1.So do thoat hiem DGCPjpg_Page4">
            <a:extLst>
              <a:ext uri="{FF2B5EF4-FFF2-40B4-BE49-F238E27FC236}">
                <a16:creationId xmlns:a16="http://schemas.microsoft.com/office/drawing/2014/main" id="{BB21B089-0EDC-4C90-8FD2-1F555A58BA74}"/>
              </a:ext>
            </a:extLst>
          </p:cNvPr>
          <p:cNvPicPr>
            <a:picLocks noGrp="1" noChangeAspect="1"/>
          </p:cNvPicPr>
          <p:nvPr isPhoto="1"/>
        </p:nvPicPr>
        <p:blipFill>
          <a:blip r:embed="rId2" cstate="email">
            <a:lum/>
            <a:extLst>
              <a:ext uri="{28A0092B-C50C-407E-A947-70E740481C1C}">
                <a14:useLocalDpi xmlns:a14="http://schemas.microsoft.com/office/drawing/2010/main" val="0"/>
              </a:ext>
            </a:extLst>
          </a:blip>
          <a:stretch>
            <a:fillRect/>
          </a:stretch>
        </p:blipFill>
        <p:spPr>
          <a:xfrm>
            <a:off x="2351584" y="1052736"/>
            <a:ext cx="8124395" cy="5486176"/>
          </a:xfrm>
          <a:prstGeom prst="rect">
            <a:avLst/>
          </a:prstGeom>
        </p:spPr>
      </p:pic>
      <p:sp>
        <p:nvSpPr>
          <p:cNvPr id="2" name="Slide Number Placeholder 1">
            <a:extLst>
              <a:ext uri="{FF2B5EF4-FFF2-40B4-BE49-F238E27FC236}">
                <a16:creationId xmlns:a16="http://schemas.microsoft.com/office/drawing/2014/main" id="{C4FF0564-14F8-48CB-B02B-AD1BF073C954}"/>
              </a:ext>
            </a:extLst>
          </p:cNvPr>
          <p:cNvSpPr>
            <a:spLocks noGrp="1"/>
          </p:cNvSpPr>
          <p:nvPr>
            <p:ph type="sldNum" sz="quarter" idx="4294967295"/>
          </p:nvPr>
        </p:nvSpPr>
        <p:spPr>
          <a:xfrm>
            <a:off x="9448800" y="6356350"/>
            <a:ext cx="2743200" cy="365125"/>
          </a:xfrm>
        </p:spPr>
        <p:txBody>
          <a:bodyPr/>
          <a:lstStyle/>
          <a:p>
            <a:fld id="{7D1F73D0-75E4-E44C-9793-91CFC617ABC9}" type="slidenum">
              <a:rPr lang="en-US" smtClean="0"/>
              <a:t>27</a:t>
            </a:fld>
            <a:endParaRPr lang="en-US"/>
          </a:p>
        </p:txBody>
      </p:sp>
      <p:sp>
        <p:nvSpPr>
          <p:cNvPr id="4" name="TextBox 3">
            <a:extLst>
              <a:ext uri="{FF2B5EF4-FFF2-40B4-BE49-F238E27FC236}">
                <a16:creationId xmlns:a16="http://schemas.microsoft.com/office/drawing/2014/main" id="{0723CF0B-1557-41CD-9C5D-AFDFFF44B78C}"/>
              </a:ext>
            </a:extLst>
          </p:cNvPr>
          <p:cNvSpPr txBox="1"/>
          <p:nvPr/>
        </p:nvSpPr>
        <p:spPr>
          <a:xfrm>
            <a:off x="3016137" y="467321"/>
            <a:ext cx="7072149" cy="400110"/>
          </a:xfrm>
          <a:prstGeom prst="rect">
            <a:avLst/>
          </a:prstGeom>
          <a:noFill/>
        </p:spPr>
        <p:txBody>
          <a:bodyPr wrap="square" rtlCol="0">
            <a:spAutoFit/>
          </a:bodyPr>
          <a:lstStyle/>
          <a:p>
            <a:pPr fontAlgn="base">
              <a:spcBef>
                <a:spcPct val="0"/>
              </a:spcBef>
              <a:spcAft>
                <a:spcPct val="0"/>
              </a:spcAft>
            </a:pPr>
            <a:r>
              <a:rPr lang="en-US" sz="2000" b="1" kern="0">
                <a:solidFill>
                  <a:schemeClr val="accent6">
                    <a:lumMod val="50000"/>
                  </a:schemeClr>
                </a:solidFill>
                <a:latin typeface="Times New Roman" pitchFamily="18" charset="0"/>
                <a:cs typeface="Times New Roman" pitchFamily="18" charset="0"/>
              </a:rPr>
              <a:t>2. CÔNG </a:t>
            </a:r>
            <a:r>
              <a:rPr lang="en-US" sz="2000" b="1" kern="0" dirty="0">
                <a:solidFill>
                  <a:schemeClr val="accent6">
                    <a:lumMod val="50000"/>
                  </a:schemeClr>
                </a:solidFill>
                <a:latin typeface="Times New Roman" pitchFamily="18" charset="0"/>
                <a:cs typeface="Times New Roman" pitchFamily="18" charset="0"/>
              </a:rPr>
              <a:t>TÁC AN TOÀN TRÊN GIÀN NÉN KHÍ RỒNG</a:t>
            </a:r>
            <a:endParaRPr lang="en-US" sz="2000" b="1" dirty="0">
              <a:solidFill>
                <a:schemeClr val="accent6">
                  <a:lumMod val="50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33607254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20.XII-1.So do thoat hiem DGCPjpg_Page5">
            <a:extLst>
              <a:ext uri="{FF2B5EF4-FFF2-40B4-BE49-F238E27FC236}">
                <a16:creationId xmlns:a16="http://schemas.microsoft.com/office/drawing/2014/main" id="{8A121C6A-F55E-42B7-B4B1-0C7D503D1693}"/>
              </a:ext>
            </a:extLst>
          </p:cNvPr>
          <p:cNvPicPr>
            <a:picLocks noGrp="1" noChangeAspect="1"/>
          </p:cNvPicPr>
          <p:nvPr isPhoto="1"/>
        </p:nvPicPr>
        <p:blipFill>
          <a:blip r:embed="rId2" cstate="email">
            <a:lum/>
            <a:extLst>
              <a:ext uri="{28A0092B-C50C-407E-A947-70E740481C1C}">
                <a14:useLocalDpi xmlns:a14="http://schemas.microsoft.com/office/drawing/2010/main" val="0"/>
              </a:ext>
            </a:extLst>
          </a:blip>
          <a:stretch>
            <a:fillRect/>
          </a:stretch>
        </p:blipFill>
        <p:spPr>
          <a:xfrm>
            <a:off x="2351584" y="1052736"/>
            <a:ext cx="8124395" cy="5486176"/>
          </a:xfrm>
          <a:prstGeom prst="rect">
            <a:avLst/>
          </a:prstGeom>
        </p:spPr>
      </p:pic>
      <p:sp>
        <p:nvSpPr>
          <p:cNvPr id="2" name="Slide Number Placeholder 1">
            <a:extLst>
              <a:ext uri="{FF2B5EF4-FFF2-40B4-BE49-F238E27FC236}">
                <a16:creationId xmlns:a16="http://schemas.microsoft.com/office/drawing/2014/main" id="{B3BF0AC1-15A0-448C-9914-586170214BF6}"/>
              </a:ext>
            </a:extLst>
          </p:cNvPr>
          <p:cNvSpPr>
            <a:spLocks noGrp="1"/>
          </p:cNvSpPr>
          <p:nvPr>
            <p:ph type="sldNum" sz="quarter" idx="4294967295"/>
          </p:nvPr>
        </p:nvSpPr>
        <p:spPr>
          <a:xfrm>
            <a:off x="9448800" y="6356350"/>
            <a:ext cx="2743200" cy="365125"/>
          </a:xfrm>
        </p:spPr>
        <p:txBody>
          <a:bodyPr/>
          <a:lstStyle/>
          <a:p>
            <a:fld id="{7D1F73D0-75E4-E44C-9793-91CFC617ABC9}" type="slidenum">
              <a:rPr lang="en-US" smtClean="0"/>
              <a:t>28</a:t>
            </a:fld>
            <a:endParaRPr lang="en-US"/>
          </a:p>
        </p:txBody>
      </p:sp>
      <p:sp>
        <p:nvSpPr>
          <p:cNvPr id="4" name="TextBox 3">
            <a:extLst>
              <a:ext uri="{FF2B5EF4-FFF2-40B4-BE49-F238E27FC236}">
                <a16:creationId xmlns:a16="http://schemas.microsoft.com/office/drawing/2014/main" id="{1882923E-D320-4178-A73B-908C55F06C14}"/>
              </a:ext>
            </a:extLst>
          </p:cNvPr>
          <p:cNvSpPr txBox="1"/>
          <p:nvPr/>
        </p:nvSpPr>
        <p:spPr>
          <a:xfrm>
            <a:off x="3016137" y="467321"/>
            <a:ext cx="7072149" cy="400110"/>
          </a:xfrm>
          <a:prstGeom prst="rect">
            <a:avLst/>
          </a:prstGeom>
          <a:noFill/>
        </p:spPr>
        <p:txBody>
          <a:bodyPr wrap="square" rtlCol="0">
            <a:spAutoFit/>
          </a:bodyPr>
          <a:lstStyle/>
          <a:p>
            <a:pPr fontAlgn="base">
              <a:spcBef>
                <a:spcPct val="0"/>
              </a:spcBef>
              <a:spcAft>
                <a:spcPct val="0"/>
              </a:spcAft>
            </a:pPr>
            <a:r>
              <a:rPr lang="en-US" sz="2000" b="1" kern="0">
                <a:solidFill>
                  <a:schemeClr val="accent6">
                    <a:lumMod val="50000"/>
                  </a:schemeClr>
                </a:solidFill>
                <a:latin typeface="Times New Roman" pitchFamily="18" charset="0"/>
                <a:cs typeface="Times New Roman" pitchFamily="18" charset="0"/>
              </a:rPr>
              <a:t>2. CÔNG </a:t>
            </a:r>
            <a:r>
              <a:rPr lang="en-US" sz="2000" b="1" kern="0" dirty="0">
                <a:solidFill>
                  <a:schemeClr val="accent6">
                    <a:lumMod val="50000"/>
                  </a:schemeClr>
                </a:solidFill>
                <a:latin typeface="Times New Roman" pitchFamily="18" charset="0"/>
                <a:cs typeface="Times New Roman" pitchFamily="18" charset="0"/>
              </a:rPr>
              <a:t>TÁC AN TOÀN TRÊN GIÀN NÉN KHÍ RỒNG</a:t>
            </a:r>
            <a:endParaRPr lang="en-US" sz="2000" b="1" dirty="0">
              <a:solidFill>
                <a:schemeClr val="accent6">
                  <a:lumMod val="50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42651471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20.XII-1.So do thoat hiem DGCPjpg_Page6">
            <a:extLst>
              <a:ext uri="{FF2B5EF4-FFF2-40B4-BE49-F238E27FC236}">
                <a16:creationId xmlns:a16="http://schemas.microsoft.com/office/drawing/2014/main" id="{BAAD22F7-D6EF-4B5F-98C3-52E113349D3C}"/>
              </a:ext>
            </a:extLst>
          </p:cNvPr>
          <p:cNvPicPr>
            <a:picLocks noGrp="1" noChangeAspect="1"/>
          </p:cNvPicPr>
          <p:nvPr isPhoto="1"/>
        </p:nvPicPr>
        <p:blipFill>
          <a:blip r:embed="rId2" cstate="email">
            <a:lum/>
            <a:extLst>
              <a:ext uri="{28A0092B-C50C-407E-A947-70E740481C1C}">
                <a14:useLocalDpi xmlns:a14="http://schemas.microsoft.com/office/drawing/2010/main" val="0"/>
              </a:ext>
            </a:extLst>
          </a:blip>
          <a:stretch>
            <a:fillRect/>
          </a:stretch>
        </p:blipFill>
        <p:spPr>
          <a:xfrm>
            <a:off x="2495600" y="908720"/>
            <a:ext cx="7740352" cy="5595446"/>
          </a:xfrm>
          <a:prstGeom prst="rect">
            <a:avLst/>
          </a:prstGeom>
        </p:spPr>
      </p:pic>
      <p:sp>
        <p:nvSpPr>
          <p:cNvPr id="2" name="Slide Number Placeholder 1">
            <a:extLst>
              <a:ext uri="{FF2B5EF4-FFF2-40B4-BE49-F238E27FC236}">
                <a16:creationId xmlns:a16="http://schemas.microsoft.com/office/drawing/2014/main" id="{516CF70F-B7DB-42FE-8A8E-FC7E5DB28D67}"/>
              </a:ext>
            </a:extLst>
          </p:cNvPr>
          <p:cNvSpPr>
            <a:spLocks noGrp="1"/>
          </p:cNvSpPr>
          <p:nvPr>
            <p:ph type="sldNum" sz="quarter" idx="4294967295"/>
          </p:nvPr>
        </p:nvSpPr>
        <p:spPr>
          <a:xfrm>
            <a:off x="9448800" y="6356350"/>
            <a:ext cx="2743200" cy="365125"/>
          </a:xfrm>
        </p:spPr>
        <p:txBody>
          <a:bodyPr/>
          <a:lstStyle/>
          <a:p>
            <a:fld id="{7D1F73D0-75E4-E44C-9793-91CFC617ABC9}" type="slidenum">
              <a:rPr lang="en-US" smtClean="0"/>
              <a:t>29</a:t>
            </a:fld>
            <a:endParaRPr lang="en-US"/>
          </a:p>
        </p:txBody>
      </p:sp>
      <p:sp>
        <p:nvSpPr>
          <p:cNvPr id="4" name="TextBox 3">
            <a:extLst>
              <a:ext uri="{FF2B5EF4-FFF2-40B4-BE49-F238E27FC236}">
                <a16:creationId xmlns:a16="http://schemas.microsoft.com/office/drawing/2014/main" id="{7AFE3ECF-EC58-4CAC-A953-8E9E9C4A4AAF}"/>
              </a:ext>
            </a:extLst>
          </p:cNvPr>
          <p:cNvSpPr txBox="1"/>
          <p:nvPr/>
        </p:nvSpPr>
        <p:spPr>
          <a:xfrm>
            <a:off x="3016137" y="467321"/>
            <a:ext cx="7072149" cy="400110"/>
          </a:xfrm>
          <a:prstGeom prst="rect">
            <a:avLst/>
          </a:prstGeom>
          <a:noFill/>
        </p:spPr>
        <p:txBody>
          <a:bodyPr wrap="square" rtlCol="0">
            <a:spAutoFit/>
          </a:bodyPr>
          <a:lstStyle/>
          <a:p>
            <a:pPr fontAlgn="base">
              <a:spcBef>
                <a:spcPct val="0"/>
              </a:spcBef>
              <a:spcAft>
                <a:spcPct val="0"/>
              </a:spcAft>
            </a:pPr>
            <a:r>
              <a:rPr lang="en-US" sz="2000" b="1" kern="0">
                <a:solidFill>
                  <a:schemeClr val="accent6">
                    <a:lumMod val="50000"/>
                  </a:schemeClr>
                </a:solidFill>
                <a:latin typeface="Times New Roman" pitchFamily="18" charset="0"/>
                <a:cs typeface="Times New Roman" pitchFamily="18" charset="0"/>
              </a:rPr>
              <a:t>2. CÔNG </a:t>
            </a:r>
            <a:r>
              <a:rPr lang="en-US" sz="2000" b="1" kern="0" dirty="0">
                <a:solidFill>
                  <a:schemeClr val="accent6">
                    <a:lumMod val="50000"/>
                  </a:schemeClr>
                </a:solidFill>
                <a:latin typeface="Times New Roman" pitchFamily="18" charset="0"/>
                <a:cs typeface="Times New Roman" pitchFamily="18" charset="0"/>
              </a:rPr>
              <a:t>TÁC AN TOÀN TRÊN GIÀN NÉN KHÍ RỒNG</a:t>
            </a:r>
            <a:endParaRPr lang="en-US" sz="2000" b="1" dirty="0">
              <a:solidFill>
                <a:schemeClr val="accent6">
                  <a:lumMod val="50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34701687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20.XII-1.So do thoat hiem DGCPjpg_Page7">
            <a:extLst>
              <a:ext uri="{FF2B5EF4-FFF2-40B4-BE49-F238E27FC236}">
                <a16:creationId xmlns:a16="http://schemas.microsoft.com/office/drawing/2014/main" id="{2FC9D66D-F89D-4371-8417-44A55B52D025}"/>
              </a:ext>
            </a:extLst>
          </p:cNvPr>
          <p:cNvPicPr>
            <a:picLocks noGrp="1" noChangeAspect="1"/>
          </p:cNvPicPr>
          <p:nvPr isPhoto="1"/>
        </p:nvPicPr>
        <p:blipFill>
          <a:blip r:embed="rId2" cstate="email">
            <a:lum/>
            <a:extLst>
              <a:ext uri="{28A0092B-C50C-407E-A947-70E740481C1C}">
                <a14:useLocalDpi xmlns:a14="http://schemas.microsoft.com/office/drawing/2010/main" val="0"/>
              </a:ext>
            </a:extLst>
          </a:blip>
          <a:stretch>
            <a:fillRect/>
          </a:stretch>
        </p:blipFill>
        <p:spPr>
          <a:xfrm>
            <a:off x="2135560" y="1124744"/>
            <a:ext cx="8280920" cy="5231606"/>
          </a:xfrm>
          <a:prstGeom prst="rect">
            <a:avLst/>
          </a:prstGeom>
        </p:spPr>
      </p:pic>
      <p:sp>
        <p:nvSpPr>
          <p:cNvPr id="2" name="Slide Number Placeholder 1">
            <a:extLst>
              <a:ext uri="{FF2B5EF4-FFF2-40B4-BE49-F238E27FC236}">
                <a16:creationId xmlns:a16="http://schemas.microsoft.com/office/drawing/2014/main" id="{93734778-8961-4A31-AEAE-E7CE6C217373}"/>
              </a:ext>
            </a:extLst>
          </p:cNvPr>
          <p:cNvSpPr>
            <a:spLocks noGrp="1"/>
          </p:cNvSpPr>
          <p:nvPr>
            <p:ph type="sldNum" sz="quarter" idx="4294967295"/>
          </p:nvPr>
        </p:nvSpPr>
        <p:spPr>
          <a:xfrm>
            <a:off x="9448800" y="6356350"/>
            <a:ext cx="2743200" cy="365125"/>
          </a:xfrm>
        </p:spPr>
        <p:txBody>
          <a:bodyPr/>
          <a:lstStyle/>
          <a:p>
            <a:fld id="{7D1F73D0-75E4-E44C-9793-91CFC617ABC9}" type="slidenum">
              <a:rPr lang="en-US" smtClean="0"/>
              <a:t>30</a:t>
            </a:fld>
            <a:endParaRPr lang="en-US"/>
          </a:p>
        </p:txBody>
      </p:sp>
      <p:sp>
        <p:nvSpPr>
          <p:cNvPr id="4" name="TextBox 3">
            <a:extLst>
              <a:ext uri="{FF2B5EF4-FFF2-40B4-BE49-F238E27FC236}">
                <a16:creationId xmlns:a16="http://schemas.microsoft.com/office/drawing/2014/main" id="{973C4679-2872-4A36-96AB-66C3619B1753}"/>
              </a:ext>
            </a:extLst>
          </p:cNvPr>
          <p:cNvSpPr txBox="1"/>
          <p:nvPr/>
        </p:nvSpPr>
        <p:spPr>
          <a:xfrm>
            <a:off x="3016137" y="467321"/>
            <a:ext cx="7072149" cy="400110"/>
          </a:xfrm>
          <a:prstGeom prst="rect">
            <a:avLst/>
          </a:prstGeom>
          <a:noFill/>
        </p:spPr>
        <p:txBody>
          <a:bodyPr wrap="square" rtlCol="0">
            <a:spAutoFit/>
          </a:bodyPr>
          <a:lstStyle/>
          <a:p>
            <a:pPr fontAlgn="base">
              <a:spcBef>
                <a:spcPct val="0"/>
              </a:spcBef>
              <a:spcAft>
                <a:spcPct val="0"/>
              </a:spcAft>
            </a:pPr>
            <a:r>
              <a:rPr lang="en-US" sz="2000" b="1" kern="0">
                <a:solidFill>
                  <a:schemeClr val="accent6">
                    <a:lumMod val="50000"/>
                  </a:schemeClr>
                </a:solidFill>
                <a:latin typeface="Times New Roman" pitchFamily="18" charset="0"/>
                <a:cs typeface="Times New Roman" pitchFamily="18" charset="0"/>
              </a:rPr>
              <a:t>2. CÔNG </a:t>
            </a:r>
            <a:r>
              <a:rPr lang="en-US" sz="2000" b="1" kern="0" dirty="0">
                <a:solidFill>
                  <a:schemeClr val="accent6">
                    <a:lumMod val="50000"/>
                  </a:schemeClr>
                </a:solidFill>
                <a:latin typeface="Times New Roman" pitchFamily="18" charset="0"/>
                <a:cs typeface="Times New Roman" pitchFamily="18" charset="0"/>
              </a:rPr>
              <a:t>TÁC AN TOÀN TRÊN GIÀN NÉN KHÍ RỒNG</a:t>
            </a:r>
            <a:endParaRPr lang="en-US" sz="2000" b="1" dirty="0">
              <a:solidFill>
                <a:schemeClr val="accent6">
                  <a:lumMod val="50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17912910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20.XII-1.So do thoat hiem DGCPjpg_Page8">
            <a:extLst>
              <a:ext uri="{FF2B5EF4-FFF2-40B4-BE49-F238E27FC236}">
                <a16:creationId xmlns:a16="http://schemas.microsoft.com/office/drawing/2014/main" id="{C4A110A3-8067-4E09-B8B9-DC261F813F1E}"/>
              </a:ext>
            </a:extLst>
          </p:cNvPr>
          <p:cNvPicPr>
            <a:picLocks noGrp="1" noChangeAspect="1"/>
          </p:cNvPicPr>
          <p:nvPr isPhoto="1"/>
        </p:nvPicPr>
        <p:blipFill rotWithShape="1">
          <a:blip r:embed="rId2" cstate="email">
            <a:lum/>
            <a:extLst>
              <a:ext uri="{28A0092B-C50C-407E-A947-70E740481C1C}">
                <a14:useLocalDpi xmlns:a14="http://schemas.microsoft.com/office/drawing/2010/main" val="0"/>
              </a:ext>
            </a:extLst>
          </a:blip>
          <a:srcRect t="6404" b="5230"/>
          <a:stretch/>
        </p:blipFill>
        <p:spPr>
          <a:xfrm>
            <a:off x="2279576" y="1268759"/>
            <a:ext cx="8124395" cy="5121919"/>
          </a:xfrm>
          <a:prstGeom prst="rect">
            <a:avLst/>
          </a:prstGeom>
        </p:spPr>
      </p:pic>
      <p:sp>
        <p:nvSpPr>
          <p:cNvPr id="2" name="Slide Number Placeholder 1">
            <a:extLst>
              <a:ext uri="{FF2B5EF4-FFF2-40B4-BE49-F238E27FC236}">
                <a16:creationId xmlns:a16="http://schemas.microsoft.com/office/drawing/2014/main" id="{799C1E40-E7C4-4B08-8A34-0BE761D79ABA}"/>
              </a:ext>
            </a:extLst>
          </p:cNvPr>
          <p:cNvSpPr>
            <a:spLocks noGrp="1"/>
          </p:cNvSpPr>
          <p:nvPr>
            <p:ph type="sldNum" sz="quarter" idx="4294967295"/>
          </p:nvPr>
        </p:nvSpPr>
        <p:spPr>
          <a:xfrm>
            <a:off x="9448800" y="6356350"/>
            <a:ext cx="2743200" cy="365125"/>
          </a:xfrm>
        </p:spPr>
        <p:txBody>
          <a:bodyPr/>
          <a:lstStyle/>
          <a:p>
            <a:fld id="{7D1F73D0-75E4-E44C-9793-91CFC617ABC9}" type="slidenum">
              <a:rPr lang="en-US" smtClean="0"/>
              <a:t>31</a:t>
            </a:fld>
            <a:endParaRPr lang="en-US"/>
          </a:p>
        </p:txBody>
      </p:sp>
      <p:sp>
        <p:nvSpPr>
          <p:cNvPr id="4" name="TextBox 3">
            <a:extLst>
              <a:ext uri="{FF2B5EF4-FFF2-40B4-BE49-F238E27FC236}">
                <a16:creationId xmlns:a16="http://schemas.microsoft.com/office/drawing/2014/main" id="{203D41BF-3440-4215-9FCA-CEE9B6A7D9DA}"/>
              </a:ext>
            </a:extLst>
          </p:cNvPr>
          <p:cNvSpPr txBox="1"/>
          <p:nvPr/>
        </p:nvSpPr>
        <p:spPr>
          <a:xfrm>
            <a:off x="3016137" y="467321"/>
            <a:ext cx="7072149" cy="400110"/>
          </a:xfrm>
          <a:prstGeom prst="rect">
            <a:avLst/>
          </a:prstGeom>
          <a:noFill/>
        </p:spPr>
        <p:txBody>
          <a:bodyPr wrap="square" rtlCol="0">
            <a:spAutoFit/>
          </a:bodyPr>
          <a:lstStyle/>
          <a:p>
            <a:pPr fontAlgn="base">
              <a:spcBef>
                <a:spcPct val="0"/>
              </a:spcBef>
              <a:spcAft>
                <a:spcPct val="0"/>
              </a:spcAft>
            </a:pPr>
            <a:r>
              <a:rPr lang="en-US" sz="2000" b="1" kern="0">
                <a:solidFill>
                  <a:schemeClr val="accent6">
                    <a:lumMod val="50000"/>
                  </a:schemeClr>
                </a:solidFill>
                <a:latin typeface="Times New Roman" pitchFamily="18" charset="0"/>
                <a:cs typeface="Times New Roman" pitchFamily="18" charset="0"/>
              </a:rPr>
              <a:t>2. CÔNG </a:t>
            </a:r>
            <a:r>
              <a:rPr lang="en-US" sz="2000" b="1" kern="0" dirty="0">
                <a:solidFill>
                  <a:schemeClr val="accent6">
                    <a:lumMod val="50000"/>
                  </a:schemeClr>
                </a:solidFill>
                <a:latin typeface="Times New Roman" pitchFamily="18" charset="0"/>
                <a:cs typeface="Times New Roman" pitchFamily="18" charset="0"/>
              </a:rPr>
              <a:t>TÁC AN TOÀN TRÊN GIÀN NÉN KHÍ RỒNG</a:t>
            </a:r>
            <a:endParaRPr lang="en-US" sz="2000" b="1" dirty="0">
              <a:solidFill>
                <a:schemeClr val="accent6">
                  <a:lumMod val="50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2547507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20.XII-1.So do thoat hiem DGCPjpg_Page9">
            <a:extLst>
              <a:ext uri="{FF2B5EF4-FFF2-40B4-BE49-F238E27FC236}">
                <a16:creationId xmlns:a16="http://schemas.microsoft.com/office/drawing/2014/main" id="{9725FE99-60FD-4C16-9639-5438E4EBC4F3}"/>
              </a:ext>
            </a:extLst>
          </p:cNvPr>
          <p:cNvPicPr>
            <a:picLocks noGrp="1" noChangeAspect="1"/>
          </p:cNvPicPr>
          <p:nvPr isPhoto="1"/>
        </p:nvPicPr>
        <p:blipFill rotWithShape="1">
          <a:blip r:embed="rId2" cstate="email">
            <a:lum/>
            <a:extLst>
              <a:ext uri="{28A0092B-C50C-407E-A947-70E740481C1C}">
                <a14:useLocalDpi xmlns:a14="http://schemas.microsoft.com/office/drawing/2010/main" val="0"/>
              </a:ext>
            </a:extLst>
          </a:blip>
          <a:srcRect t="8793" b="5802"/>
          <a:stretch/>
        </p:blipFill>
        <p:spPr>
          <a:xfrm>
            <a:off x="2474764" y="1459806"/>
            <a:ext cx="7644341" cy="4896544"/>
          </a:xfrm>
          <a:prstGeom prst="rect">
            <a:avLst/>
          </a:prstGeom>
        </p:spPr>
      </p:pic>
      <p:sp>
        <p:nvSpPr>
          <p:cNvPr id="2" name="Slide Number Placeholder 1">
            <a:extLst>
              <a:ext uri="{FF2B5EF4-FFF2-40B4-BE49-F238E27FC236}">
                <a16:creationId xmlns:a16="http://schemas.microsoft.com/office/drawing/2014/main" id="{0EE95889-91D2-41AA-A534-1DC313EC23A4}"/>
              </a:ext>
            </a:extLst>
          </p:cNvPr>
          <p:cNvSpPr>
            <a:spLocks noGrp="1"/>
          </p:cNvSpPr>
          <p:nvPr>
            <p:ph type="sldNum" sz="quarter" idx="4294967295"/>
          </p:nvPr>
        </p:nvSpPr>
        <p:spPr>
          <a:xfrm>
            <a:off x="9448800" y="6356350"/>
            <a:ext cx="2743200" cy="365125"/>
          </a:xfrm>
        </p:spPr>
        <p:txBody>
          <a:bodyPr/>
          <a:lstStyle/>
          <a:p>
            <a:fld id="{7D1F73D0-75E4-E44C-9793-91CFC617ABC9}" type="slidenum">
              <a:rPr lang="en-US" smtClean="0"/>
              <a:t>32</a:t>
            </a:fld>
            <a:endParaRPr lang="en-US"/>
          </a:p>
        </p:txBody>
      </p:sp>
      <p:sp>
        <p:nvSpPr>
          <p:cNvPr id="4" name="TextBox 3">
            <a:extLst>
              <a:ext uri="{FF2B5EF4-FFF2-40B4-BE49-F238E27FC236}">
                <a16:creationId xmlns:a16="http://schemas.microsoft.com/office/drawing/2014/main" id="{48344A17-3762-4606-B60A-008185B00E72}"/>
              </a:ext>
            </a:extLst>
          </p:cNvPr>
          <p:cNvSpPr txBox="1"/>
          <p:nvPr/>
        </p:nvSpPr>
        <p:spPr>
          <a:xfrm>
            <a:off x="3016137" y="467321"/>
            <a:ext cx="7072149" cy="400110"/>
          </a:xfrm>
          <a:prstGeom prst="rect">
            <a:avLst/>
          </a:prstGeom>
          <a:noFill/>
        </p:spPr>
        <p:txBody>
          <a:bodyPr wrap="square" rtlCol="0">
            <a:spAutoFit/>
          </a:bodyPr>
          <a:lstStyle/>
          <a:p>
            <a:pPr fontAlgn="base">
              <a:spcBef>
                <a:spcPct val="0"/>
              </a:spcBef>
              <a:spcAft>
                <a:spcPct val="0"/>
              </a:spcAft>
            </a:pPr>
            <a:r>
              <a:rPr lang="en-US" sz="2000" b="1" kern="0">
                <a:solidFill>
                  <a:schemeClr val="accent6">
                    <a:lumMod val="50000"/>
                  </a:schemeClr>
                </a:solidFill>
                <a:latin typeface="Times New Roman" pitchFamily="18" charset="0"/>
                <a:cs typeface="Times New Roman" pitchFamily="18" charset="0"/>
              </a:rPr>
              <a:t>2. CÔNG </a:t>
            </a:r>
            <a:r>
              <a:rPr lang="en-US" sz="2000" b="1" kern="0" dirty="0">
                <a:solidFill>
                  <a:schemeClr val="accent6">
                    <a:lumMod val="50000"/>
                  </a:schemeClr>
                </a:solidFill>
                <a:latin typeface="Times New Roman" pitchFamily="18" charset="0"/>
                <a:cs typeface="Times New Roman" pitchFamily="18" charset="0"/>
              </a:rPr>
              <a:t>TÁC AN TOÀN TRÊN GIÀN NÉN KHÍ RỒNG</a:t>
            </a:r>
            <a:endParaRPr lang="en-US" sz="2000" b="1" dirty="0">
              <a:solidFill>
                <a:schemeClr val="accent6">
                  <a:lumMod val="50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9384871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FD789FA-DF2C-4271-84E1-9C114AF75C0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63352" y="2889634"/>
            <a:ext cx="3740257" cy="2492896"/>
          </a:xfrm>
          <a:prstGeom prst="rect">
            <a:avLst/>
          </a:prstGeom>
        </p:spPr>
      </p:pic>
      <p:pic>
        <p:nvPicPr>
          <p:cNvPr id="8" name="Picture 7">
            <a:extLst>
              <a:ext uri="{FF2B5EF4-FFF2-40B4-BE49-F238E27FC236}">
                <a16:creationId xmlns:a16="http://schemas.microsoft.com/office/drawing/2014/main" id="{832B70A2-C013-4F99-A2CB-C96FF06ED6C3}"/>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223792" y="2889633"/>
            <a:ext cx="3384376" cy="2492897"/>
          </a:xfrm>
          <a:prstGeom prst="rect">
            <a:avLst/>
          </a:prstGeom>
        </p:spPr>
      </p:pic>
      <p:pic>
        <p:nvPicPr>
          <p:cNvPr id="6" name="Picture 5">
            <a:extLst>
              <a:ext uri="{FF2B5EF4-FFF2-40B4-BE49-F238E27FC236}">
                <a16:creationId xmlns:a16="http://schemas.microsoft.com/office/drawing/2014/main" id="{8129BDA0-5640-4E8A-990D-D34277CA8E32}"/>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7828351" y="2889635"/>
            <a:ext cx="3312368" cy="2492896"/>
          </a:xfrm>
          <a:prstGeom prst="rect">
            <a:avLst/>
          </a:prstGeom>
        </p:spPr>
      </p:pic>
      <p:pic>
        <p:nvPicPr>
          <p:cNvPr id="2" name="Picture 1">
            <a:extLst>
              <a:ext uri="{FF2B5EF4-FFF2-40B4-BE49-F238E27FC236}">
                <a16:creationId xmlns:a16="http://schemas.microsoft.com/office/drawing/2014/main" id="{388D13A8-4A6B-5E21-1448-D98340CA105D}"/>
              </a:ext>
            </a:extLst>
          </p:cNvPr>
          <p:cNvPicPr>
            <a:picLocks noChangeAspect="1"/>
          </p:cNvPicPr>
          <p:nvPr/>
        </p:nvPicPr>
        <p:blipFill>
          <a:blip r:embed="rId6"/>
          <a:stretch>
            <a:fillRect/>
          </a:stretch>
        </p:blipFill>
        <p:spPr>
          <a:xfrm>
            <a:off x="9912424" y="80801"/>
            <a:ext cx="970375" cy="1008112"/>
          </a:xfrm>
          <a:prstGeom prst="rect">
            <a:avLst/>
          </a:prstGeom>
        </p:spPr>
      </p:pic>
      <p:sp>
        <p:nvSpPr>
          <p:cNvPr id="3" name="Slide Number Placeholder 2">
            <a:extLst>
              <a:ext uri="{FF2B5EF4-FFF2-40B4-BE49-F238E27FC236}">
                <a16:creationId xmlns:a16="http://schemas.microsoft.com/office/drawing/2014/main" id="{E1A15341-2391-4258-9E93-B1E741A97FE2}"/>
              </a:ext>
            </a:extLst>
          </p:cNvPr>
          <p:cNvSpPr>
            <a:spLocks noGrp="1"/>
          </p:cNvSpPr>
          <p:nvPr>
            <p:ph type="sldNum" sz="quarter" idx="4294967295"/>
          </p:nvPr>
        </p:nvSpPr>
        <p:spPr>
          <a:xfrm>
            <a:off x="9448800" y="6356350"/>
            <a:ext cx="2743200" cy="365125"/>
          </a:xfrm>
        </p:spPr>
        <p:txBody>
          <a:bodyPr/>
          <a:lstStyle/>
          <a:p>
            <a:fld id="{7D1F73D0-75E4-E44C-9793-91CFC617ABC9}" type="slidenum">
              <a:rPr lang="en-US" smtClean="0"/>
              <a:t>33</a:t>
            </a:fld>
            <a:endParaRPr lang="en-US"/>
          </a:p>
        </p:txBody>
      </p:sp>
      <p:sp>
        <p:nvSpPr>
          <p:cNvPr id="9" name="TextBox 8">
            <a:extLst>
              <a:ext uri="{FF2B5EF4-FFF2-40B4-BE49-F238E27FC236}">
                <a16:creationId xmlns:a16="http://schemas.microsoft.com/office/drawing/2014/main" id="{610A07AA-7ADA-40B9-95C5-3A463447BB19}"/>
              </a:ext>
            </a:extLst>
          </p:cNvPr>
          <p:cNvSpPr txBox="1"/>
          <p:nvPr/>
        </p:nvSpPr>
        <p:spPr>
          <a:xfrm>
            <a:off x="407368" y="1088913"/>
            <a:ext cx="11017224" cy="1461939"/>
          </a:xfrm>
          <a:prstGeom prst="rect">
            <a:avLst/>
          </a:prstGeom>
          <a:noFill/>
        </p:spPr>
        <p:txBody>
          <a:bodyPr wrap="square" rtlCol="0">
            <a:spAutoFit/>
          </a:bodyPr>
          <a:lstStyle/>
          <a:p>
            <a:pPr algn="ctr">
              <a:lnSpc>
                <a:spcPct val="150000"/>
              </a:lnSpc>
              <a:defRPr/>
            </a:pPr>
            <a:r>
              <a:rPr lang="en-US" sz="3600" b="1">
                <a:solidFill>
                  <a:schemeClr val="accent6">
                    <a:lumMod val="75000"/>
                  </a:schemeClr>
                </a:solidFill>
                <a:latin typeface="Times New Roman" panose="02020603050405020304" pitchFamily="18" charset="0"/>
                <a:cs typeface="Times New Roman" panose="02020603050405020304" pitchFamily="18" charset="0"/>
              </a:rPr>
              <a:t>PHẦN 3</a:t>
            </a:r>
          </a:p>
          <a:p>
            <a:pPr algn="ctr">
              <a:spcBef>
                <a:spcPts val="600"/>
              </a:spcBef>
              <a:spcAft>
                <a:spcPts val="600"/>
              </a:spcAft>
              <a:tabLst>
                <a:tab pos="974727" algn="l"/>
                <a:tab pos="1317627" algn="l"/>
                <a:tab pos="1376366" algn="l"/>
                <a:tab pos="1600202" algn="l"/>
              </a:tabLst>
            </a:pPr>
            <a:r>
              <a:rPr lang="en-US" sz="3000" b="1">
                <a:solidFill>
                  <a:schemeClr val="accent6">
                    <a:lumMod val="75000"/>
                  </a:schemeClr>
                </a:solidFill>
                <a:latin typeface="Times New Roman" panose="02020603050405020304" pitchFamily="18" charset="0"/>
                <a:cs typeface="Times New Roman" panose="02020603050405020304" pitchFamily="18" charset="0"/>
              </a:rPr>
              <a:t>CÔNG TÁC PHỐI HỢP</a:t>
            </a:r>
            <a:endParaRPr lang="en-US" sz="3000" b="1" dirty="0">
              <a:solidFill>
                <a:schemeClr val="accent6">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05379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D92E4D23-C1EC-4A4D-BA7B-1AFBED65834B}"/>
              </a:ext>
            </a:extLst>
          </p:cNvPr>
          <p:cNvGrpSpPr/>
          <p:nvPr/>
        </p:nvGrpSpPr>
        <p:grpSpPr>
          <a:xfrm>
            <a:off x="859535" y="1226031"/>
            <a:ext cx="10924147" cy="5515337"/>
            <a:chOff x="365760" y="575947"/>
            <a:chExt cx="8412480" cy="4319893"/>
          </a:xfrm>
        </p:grpSpPr>
        <p:sp>
          <p:nvSpPr>
            <p:cNvPr id="3" name="Shape 1">
              <a:extLst>
                <a:ext uri="{FF2B5EF4-FFF2-40B4-BE49-F238E27FC236}">
                  <a16:creationId xmlns:a16="http://schemas.microsoft.com/office/drawing/2014/main" id="{86B5D186-4E2C-4FE1-B335-5327B082765E}"/>
                </a:ext>
              </a:extLst>
            </p:cNvPr>
            <p:cNvSpPr/>
            <p:nvPr/>
          </p:nvSpPr>
          <p:spPr>
            <a:xfrm>
              <a:off x="365760" y="575947"/>
              <a:ext cx="8229600" cy="1961568"/>
            </a:xfrm>
            <a:prstGeom prst="roundRect">
              <a:avLst>
                <a:gd name="adj" fmla="val 4167"/>
              </a:avLst>
            </a:prstGeom>
            <a:solidFill>
              <a:srgbClr val="FFFFFF"/>
            </a:solidFill>
            <a:ln/>
            <a:effectLst>
              <a:outerShdw blurRad="101600" dist="38100" dir="8100000" algn="bl" rotWithShape="0">
                <a:srgbClr val="000000">
                  <a:alpha val="12000"/>
                </a:srgbClr>
              </a:outerShdw>
            </a:effectLst>
          </p:spPr>
        </p:sp>
        <p:sp>
          <p:nvSpPr>
            <p:cNvPr id="4" name="Shape 2">
              <a:extLst>
                <a:ext uri="{FF2B5EF4-FFF2-40B4-BE49-F238E27FC236}">
                  <a16:creationId xmlns:a16="http://schemas.microsoft.com/office/drawing/2014/main" id="{D0C6C53A-A89D-4A75-8FAA-C6E6C06BA024}"/>
                </a:ext>
              </a:extLst>
            </p:cNvPr>
            <p:cNvSpPr/>
            <p:nvPr/>
          </p:nvSpPr>
          <p:spPr>
            <a:xfrm>
              <a:off x="365760" y="685800"/>
              <a:ext cx="73152" cy="2194560"/>
            </a:xfrm>
            <a:prstGeom prst="rect">
              <a:avLst/>
            </a:prstGeom>
            <a:solidFill>
              <a:srgbClr val="0D9488"/>
            </a:solidFill>
            <a:ln/>
          </p:spPr>
        </p:sp>
        <p:sp>
          <p:nvSpPr>
            <p:cNvPr id="5" name="Shape 3">
              <a:extLst>
                <a:ext uri="{FF2B5EF4-FFF2-40B4-BE49-F238E27FC236}">
                  <a16:creationId xmlns:a16="http://schemas.microsoft.com/office/drawing/2014/main" id="{901CFACA-F536-4D8C-8294-7E1B52E41404}"/>
                </a:ext>
              </a:extLst>
            </p:cNvPr>
            <p:cNvSpPr/>
            <p:nvPr/>
          </p:nvSpPr>
          <p:spPr>
            <a:xfrm>
              <a:off x="548640" y="822960"/>
              <a:ext cx="310896" cy="310896"/>
            </a:xfrm>
            <a:prstGeom prst="ellipse">
              <a:avLst/>
            </a:prstGeom>
            <a:solidFill>
              <a:srgbClr val="0D9488"/>
            </a:solidFill>
            <a:ln/>
          </p:spPr>
        </p:sp>
        <p:sp>
          <p:nvSpPr>
            <p:cNvPr id="6" name="Text 4">
              <a:extLst>
                <a:ext uri="{FF2B5EF4-FFF2-40B4-BE49-F238E27FC236}">
                  <a16:creationId xmlns:a16="http://schemas.microsoft.com/office/drawing/2014/main" id="{72713014-41F9-40CB-A50F-3543D28095C7}"/>
                </a:ext>
              </a:extLst>
            </p:cNvPr>
            <p:cNvSpPr/>
            <p:nvPr/>
          </p:nvSpPr>
          <p:spPr>
            <a:xfrm>
              <a:off x="548640" y="822960"/>
              <a:ext cx="310896" cy="310896"/>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anose="02020603050405020304" pitchFamily="18" charset="0"/>
                  <a:cs typeface="Times New Roman" panose="02020603050405020304" pitchFamily="18" charset="0"/>
                </a:rPr>
                <a:t>1</a:t>
              </a:r>
              <a:endParaRPr lang="en-US" sz="1600" dirty="0">
                <a:latin typeface="Times New Roman" panose="02020603050405020304" pitchFamily="18" charset="0"/>
                <a:cs typeface="Times New Roman" panose="02020603050405020304" pitchFamily="18" charset="0"/>
              </a:endParaRPr>
            </a:p>
          </p:txBody>
        </p:sp>
        <p:sp>
          <p:nvSpPr>
            <p:cNvPr id="7" name="Text 5">
              <a:extLst>
                <a:ext uri="{FF2B5EF4-FFF2-40B4-BE49-F238E27FC236}">
                  <a16:creationId xmlns:a16="http://schemas.microsoft.com/office/drawing/2014/main" id="{D9B965FE-B3D9-4404-90F2-A79BEAFF6ACA}"/>
                </a:ext>
              </a:extLst>
            </p:cNvPr>
            <p:cNvSpPr/>
            <p:nvPr/>
          </p:nvSpPr>
          <p:spPr>
            <a:xfrm>
              <a:off x="1005840" y="822960"/>
              <a:ext cx="3200400" cy="310896"/>
            </a:xfrm>
            <a:prstGeom prst="rect">
              <a:avLst/>
            </a:prstGeom>
            <a:noFill/>
            <a:ln/>
          </p:spPr>
          <p:txBody>
            <a:bodyPr wrap="square" lIns="0" tIns="0" rIns="0" bIns="0" rtlCol="0" anchor="ctr"/>
            <a:lstStyle/>
            <a:p>
              <a:pPr marL="0" indent="0">
                <a:buNone/>
              </a:pPr>
              <a:r>
                <a:rPr lang="en-US" b="1" dirty="0" err="1">
                  <a:solidFill>
                    <a:srgbClr val="1E293B"/>
                  </a:solidFill>
                  <a:latin typeface="Times New Roman" panose="02020603050405020304" pitchFamily="18" charset="0"/>
                  <a:ea typeface="Arial" pitchFamily="34" charset="-122"/>
                  <a:cs typeface="Times New Roman" panose="02020603050405020304" pitchFamily="18" charset="0"/>
                </a:rPr>
                <a:t>Công</a:t>
              </a:r>
              <a:r>
                <a:rPr lang="en-US" b="1" dirty="0">
                  <a:solidFill>
                    <a:srgbClr val="1E293B"/>
                  </a:solidFill>
                  <a:latin typeface="Times New Roman" panose="02020603050405020304" pitchFamily="18" charset="0"/>
                  <a:ea typeface="Arial" pitchFamily="34" charset="-122"/>
                  <a:cs typeface="Times New Roman" panose="02020603050405020304" pitchFamily="18" charset="0"/>
                </a:rPr>
                <a:t> </a:t>
              </a:r>
              <a:r>
                <a:rPr lang="en-US" b="1" dirty="0" err="1">
                  <a:solidFill>
                    <a:srgbClr val="1E293B"/>
                  </a:solidFill>
                  <a:latin typeface="Times New Roman" panose="02020603050405020304" pitchFamily="18" charset="0"/>
                  <a:ea typeface="Arial" pitchFamily="34" charset="-122"/>
                  <a:cs typeface="Times New Roman" panose="02020603050405020304" pitchFamily="18" charset="0"/>
                </a:rPr>
                <a:t>tác</a:t>
              </a:r>
              <a:r>
                <a:rPr lang="en-US" b="1" dirty="0">
                  <a:solidFill>
                    <a:srgbClr val="1E293B"/>
                  </a:solidFill>
                  <a:latin typeface="Times New Roman" panose="02020603050405020304" pitchFamily="18" charset="0"/>
                  <a:ea typeface="Arial" pitchFamily="34" charset="-122"/>
                  <a:cs typeface="Times New Roman" panose="02020603050405020304" pitchFamily="18" charset="0"/>
                </a:rPr>
                <a:t> </a:t>
              </a:r>
              <a:r>
                <a:rPr lang="en-US" b="1" dirty="0" err="1">
                  <a:solidFill>
                    <a:srgbClr val="1E293B"/>
                  </a:solidFill>
                  <a:latin typeface="Times New Roman" panose="02020603050405020304" pitchFamily="18" charset="0"/>
                  <a:ea typeface="Arial" pitchFamily="34" charset="-122"/>
                  <a:cs typeface="Times New Roman" panose="02020603050405020304" pitchFamily="18" charset="0"/>
                </a:rPr>
                <a:t>chuẩn</a:t>
              </a:r>
              <a:r>
                <a:rPr lang="en-US" b="1" dirty="0">
                  <a:solidFill>
                    <a:srgbClr val="1E293B"/>
                  </a:solidFill>
                  <a:latin typeface="Times New Roman" panose="02020603050405020304" pitchFamily="18" charset="0"/>
                  <a:ea typeface="Arial" pitchFamily="34" charset="-122"/>
                  <a:cs typeface="Times New Roman" panose="02020603050405020304" pitchFamily="18" charset="0"/>
                </a:rPr>
                <a:t> </a:t>
              </a:r>
              <a:r>
                <a:rPr lang="en-US" b="1" dirty="0" err="1">
                  <a:solidFill>
                    <a:srgbClr val="1E293B"/>
                  </a:solidFill>
                  <a:latin typeface="Times New Roman" panose="02020603050405020304" pitchFamily="18" charset="0"/>
                  <a:ea typeface="Arial" pitchFamily="34" charset="-122"/>
                  <a:cs typeface="Times New Roman" panose="02020603050405020304" pitchFamily="18" charset="0"/>
                </a:rPr>
                <a:t>bị</a:t>
              </a:r>
              <a:endParaRPr lang="en-US" dirty="0">
                <a:latin typeface="Times New Roman" panose="02020603050405020304" pitchFamily="18" charset="0"/>
                <a:cs typeface="Times New Roman" panose="02020603050405020304" pitchFamily="18" charset="0"/>
              </a:endParaRPr>
            </a:p>
          </p:txBody>
        </p:sp>
        <p:sp>
          <p:nvSpPr>
            <p:cNvPr id="8" name="Text 6">
              <a:extLst>
                <a:ext uri="{FF2B5EF4-FFF2-40B4-BE49-F238E27FC236}">
                  <a16:creationId xmlns:a16="http://schemas.microsoft.com/office/drawing/2014/main" id="{53BA03BD-D70C-4D11-A505-35DEAB348447}"/>
                </a:ext>
              </a:extLst>
            </p:cNvPr>
            <p:cNvSpPr/>
            <p:nvPr/>
          </p:nvSpPr>
          <p:spPr>
            <a:xfrm>
              <a:off x="731019" y="1052797"/>
              <a:ext cx="7718538" cy="1709967"/>
            </a:xfrm>
            <a:prstGeom prst="rect">
              <a:avLst/>
            </a:prstGeom>
            <a:noFill/>
            <a:ln/>
          </p:spPr>
          <p:txBody>
            <a:bodyPr wrap="square" lIns="0" tIns="0" rIns="0" bIns="0" rtlCol="0" anchor="t"/>
            <a:lstStyle/>
            <a:p>
              <a:pPr marL="355600" indent="-355600">
                <a:lnSpc>
                  <a:spcPct val="150000"/>
                </a:lnSpc>
                <a:buFont typeface="Wingdings" panose="05000000000000000000" pitchFamily="2" charset="2"/>
                <a:buChar char="§"/>
              </a:pPr>
              <a:r>
                <a:rPr lang="vi-VN" dirty="0">
                  <a:solidFill>
                    <a:schemeClr val="accent6">
                      <a:lumMod val="75000"/>
                    </a:schemeClr>
                  </a:solidFill>
                  <a:latin typeface="Times New Roman" panose="02020603050405020304" pitchFamily="18" charset="0"/>
                  <a:cs typeface="Times New Roman" panose="02020603050405020304" pitchFamily="18" charset="0"/>
                </a:rPr>
                <a:t>Lập, thống nhất danh mục các công việc</a:t>
              </a:r>
              <a:r>
                <a:rPr lang="en-US" dirty="0">
                  <a:solidFill>
                    <a:schemeClr val="accent6">
                      <a:lumMod val="75000"/>
                    </a:schemeClr>
                  </a:solidFill>
                  <a:latin typeface="Times New Roman" panose="02020603050405020304" pitchFamily="18" charset="0"/>
                  <a:cs typeface="Times New Roman" panose="02020603050405020304" pitchFamily="18" charset="0"/>
                </a:rPr>
                <a:t>;</a:t>
              </a:r>
            </a:p>
            <a:p>
              <a:pPr marL="355600" indent="-355600" algn="just">
                <a:lnSpc>
                  <a:spcPct val="150000"/>
                </a:lnSpc>
                <a:buFont typeface="Wingdings" panose="05000000000000000000" pitchFamily="2" charset="2"/>
                <a:buChar char="§"/>
              </a:pPr>
              <a:r>
                <a:rPr lang="vi-VN" dirty="0">
                  <a:solidFill>
                    <a:schemeClr val="accent6">
                      <a:lumMod val="75000"/>
                    </a:schemeClr>
                  </a:solidFill>
                  <a:latin typeface="Times New Roman" panose="02020603050405020304" pitchFamily="18" charset="0"/>
                  <a:cs typeface="Times New Roman" panose="02020603050405020304" pitchFamily="18" charset="0"/>
                </a:rPr>
                <a:t>Chuẩn bị các Quy trình thực hiện công việc, bản vẽ, sơ đồ liên quan</a:t>
              </a:r>
              <a:r>
                <a:rPr lang="en-US" dirty="0">
                  <a:solidFill>
                    <a:schemeClr val="accent6">
                      <a:lumMod val="75000"/>
                    </a:schemeClr>
                  </a:solidFill>
                  <a:latin typeface="Times New Roman" panose="02020603050405020304" pitchFamily="18" charset="0"/>
                  <a:cs typeface="Times New Roman" panose="02020603050405020304" pitchFamily="18" charset="0"/>
                </a:rPr>
                <a:t>;</a:t>
              </a:r>
            </a:p>
            <a:p>
              <a:pPr marL="355600" indent="-355600" algn="just">
                <a:lnSpc>
                  <a:spcPct val="150000"/>
                </a:lnSpc>
                <a:buFont typeface="Wingdings" panose="05000000000000000000" pitchFamily="2" charset="2"/>
                <a:buChar char="§"/>
              </a:pPr>
              <a:r>
                <a:rPr lang="vi-VN" dirty="0">
                  <a:solidFill>
                    <a:schemeClr val="accent6">
                      <a:lumMod val="75000"/>
                    </a:schemeClr>
                  </a:solidFill>
                  <a:latin typeface="Times New Roman" panose="02020603050405020304" pitchFamily="18" charset="0"/>
                  <a:cs typeface="Times New Roman" panose="02020603050405020304" pitchFamily="18" charset="0"/>
                </a:rPr>
                <a:t>Thống nhất </a:t>
              </a:r>
              <a:r>
                <a:rPr lang="en-US" dirty="0" err="1">
                  <a:solidFill>
                    <a:schemeClr val="accent6">
                      <a:lumMod val="75000"/>
                    </a:schemeClr>
                  </a:solidFill>
                  <a:latin typeface="Times New Roman" panose="02020603050405020304" pitchFamily="18" charset="0"/>
                  <a:cs typeface="Times New Roman" panose="02020603050405020304" pitchFamily="18" charset="0"/>
                </a:rPr>
                <a:t>tổng</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vi-VN" dirty="0">
                  <a:solidFill>
                    <a:schemeClr val="accent6">
                      <a:lumMod val="75000"/>
                    </a:schemeClr>
                  </a:solidFill>
                  <a:latin typeface="Times New Roman" panose="02020603050405020304" pitchFamily="18" charset="0"/>
                  <a:cs typeface="Times New Roman" panose="02020603050405020304" pitchFamily="18" charset="0"/>
                </a:rPr>
                <a:t>số lượng n</a:t>
              </a:r>
              <a:r>
                <a:rPr lang="en-US" dirty="0" err="1">
                  <a:solidFill>
                    <a:schemeClr val="accent6">
                      <a:lumMod val="75000"/>
                    </a:schemeClr>
                  </a:solidFill>
                  <a:latin typeface="Times New Roman" panose="02020603050405020304" pitchFamily="18" charset="0"/>
                  <a:cs typeface="Times New Roman" panose="02020603050405020304" pitchFamily="18" charset="0"/>
                </a:rPr>
                <a:t>hân</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sự</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trên</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mỗi</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giàn</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với</a:t>
              </a:r>
              <a:r>
                <a:rPr lang="en-US" dirty="0">
                  <a:solidFill>
                    <a:schemeClr val="accent6">
                      <a:lumMod val="75000"/>
                    </a:schemeClr>
                  </a:solidFill>
                  <a:latin typeface="Times New Roman" panose="02020603050405020304" pitchFamily="18" charset="0"/>
                  <a:cs typeface="Times New Roman" panose="02020603050405020304" pitchFamily="18" charset="0"/>
                </a:rPr>
                <a:t> RP3/XN </a:t>
              </a:r>
              <a:r>
                <a:rPr lang="en-US" dirty="0" err="1">
                  <a:solidFill>
                    <a:schemeClr val="accent6">
                      <a:lumMod val="75000"/>
                    </a:schemeClr>
                  </a:solidFill>
                  <a:latin typeface="Times New Roman" panose="02020603050405020304" pitchFamily="18" charset="0"/>
                  <a:cs typeface="Times New Roman" panose="02020603050405020304" pitchFamily="18" charset="0"/>
                </a:rPr>
                <a:t>Khai</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thác</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cụ</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thể</a:t>
              </a:r>
              <a:r>
                <a:rPr lang="en-US" dirty="0">
                  <a:solidFill>
                    <a:schemeClr val="accent6">
                      <a:lumMod val="75000"/>
                    </a:schemeClr>
                  </a:solidFill>
                  <a:latin typeface="Times New Roman" panose="02020603050405020304" pitchFamily="18" charset="0"/>
                  <a:cs typeface="Times New Roman" panose="02020603050405020304" pitchFamily="18" charset="0"/>
                </a:rPr>
                <a:t> DGCP-97, RP3-81;</a:t>
              </a:r>
            </a:p>
            <a:p>
              <a:pPr marL="355600" indent="-355600" algn="just">
                <a:lnSpc>
                  <a:spcPct val="150000"/>
                </a:lnSpc>
                <a:buFont typeface="Wingdings" panose="05000000000000000000" pitchFamily="2" charset="2"/>
                <a:buChar char="§"/>
              </a:pPr>
              <a:r>
                <a:rPr lang="vi-VN" dirty="0">
                  <a:solidFill>
                    <a:schemeClr val="accent6">
                      <a:lumMod val="75000"/>
                    </a:schemeClr>
                  </a:solidFill>
                  <a:latin typeface="Times New Roman" panose="02020603050405020304" pitchFamily="18" charset="0"/>
                  <a:cs typeface="Times New Roman" panose="02020603050405020304" pitchFamily="18" charset="0"/>
                </a:rPr>
                <a:t>Thống nhất số lượng nhân sự tham gia (đối với từng job)</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với</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PVGas</a:t>
              </a:r>
              <a:r>
                <a:rPr lang="en-US" dirty="0">
                  <a:solidFill>
                    <a:schemeClr val="accent6">
                      <a:lumMod val="75000"/>
                    </a:schemeClr>
                  </a:solidFill>
                  <a:latin typeface="Times New Roman" panose="02020603050405020304" pitchFamily="18" charset="0"/>
                  <a:cs typeface="Times New Roman" panose="02020603050405020304" pitchFamily="18" charset="0"/>
                </a:rPr>
                <a:t>;</a:t>
              </a:r>
            </a:p>
            <a:p>
              <a:pPr marL="355600" indent="-355600" algn="just">
                <a:lnSpc>
                  <a:spcPct val="150000"/>
                </a:lnSpc>
                <a:buFont typeface="Wingdings" panose="05000000000000000000" pitchFamily="2" charset="2"/>
                <a:buChar char="§"/>
              </a:pPr>
              <a:r>
                <a:rPr lang="vi-VN" dirty="0">
                  <a:solidFill>
                    <a:schemeClr val="accent6">
                      <a:lumMod val="75000"/>
                    </a:schemeClr>
                  </a:solidFill>
                  <a:latin typeface="Times New Roman" panose="02020603050405020304" pitchFamily="18" charset="0"/>
                  <a:cs typeface="Times New Roman" panose="02020603050405020304" pitchFamily="18" charset="0"/>
                </a:rPr>
                <a:t>Trình ký OTM thực hiện công việc dừng giàn 202</a:t>
              </a:r>
              <a:r>
                <a:rPr lang="en-US" dirty="0">
                  <a:solidFill>
                    <a:schemeClr val="accent6">
                      <a:lumMod val="75000"/>
                    </a:schemeClr>
                  </a:solidFill>
                  <a:latin typeface="Times New Roman" panose="02020603050405020304" pitchFamily="18" charset="0"/>
                  <a:cs typeface="Times New Roman" panose="02020603050405020304" pitchFamily="18" charset="0"/>
                </a:rPr>
                <a:t>6 </a:t>
              </a:r>
              <a:r>
                <a:rPr lang="en-US" dirty="0" err="1">
                  <a:solidFill>
                    <a:schemeClr val="accent6">
                      <a:lumMod val="75000"/>
                    </a:schemeClr>
                  </a:solidFill>
                  <a:latin typeface="Times New Roman" panose="02020603050405020304" pitchFamily="18" charset="0"/>
                  <a:cs typeface="Times New Roman" panose="02020603050405020304" pitchFamily="18" charset="0"/>
                </a:rPr>
                <a:t>và</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một</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số</a:t>
              </a:r>
              <a:r>
                <a:rPr lang="en-US" dirty="0">
                  <a:solidFill>
                    <a:schemeClr val="accent6">
                      <a:lumMod val="75000"/>
                    </a:schemeClr>
                  </a:solidFill>
                  <a:latin typeface="Times New Roman" panose="02020603050405020304" pitchFamily="18" charset="0"/>
                  <a:cs typeface="Times New Roman" panose="02020603050405020304" pitchFamily="18" charset="0"/>
                </a:rPr>
                <a:t> OTM con;</a:t>
              </a:r>
            </a:p>
            <a:p>
              <a:pPr marL="355600" indent="-355600">
                <a:lnSpc>
                  <a:spcPct val="150000"/>
                </a:lnSpc>
                <a:buFont typeface="Wingdings" panose="05000000000000000000" pitchFamily="2" charset="2"/>
                <a:buChar char="§"/>
              </a:pPr>
              <a:r>
                <a:rPr lang="vi-VN" dirty="0">
                  <a:solidFill>
                    <a:schemeClr val="accent6">
                      <a:lumMod val="75000"/>
                    </a:schemeClr>
                  </a:solidFill>
                  <a:latin typeface="Times New Roman" panose="02020603050405020304" pitchFamily="18" charset="0"/>
                  <a:cs typeface="Times New Roman" panose="02020603050405020304" pitchFamily="18" charset="0"/>
                </a:rPr>
                <a:t>Lập kế hoạch sắp xếp chỗ ở, nhận/trả vật tư, nhân sự</a:t>
              </a:r>
              <a:r>
                <a:rPr lang="en-US" dirty="0">
                  <a:solidFill>
                    <a:schemeClr val="accent6">
                      <a:lumMod val="75000"/>
                    </a:schemeClr>
                  </a:solidFill>
                  <a:latin typeface="Times New Roman" panose="02020603050405020304" pitchFamily="18" charset="0"/>
                  <a:cs typeface="Times New Roman" panose="02020603050405020304" pitchFamily="18" charset="0"/>
                </a:rPr>
                <a:t>;</a:t>
              </a:r>
            </a:p>
          </p:txBody>
        </p:sp>
        <p:sp>
          <p:nvSpPr>
            <p:cNvPr id="15" name="Shape 13">
              <a:extLst>
                <a:ext uri="{FF2B5EF4-FFF2-40B4-BE49-F238E27FC236}">
                  <a16:creationId xmlns:a16="http://schemas.microsoft.com/office/drawing/2014/main" id="{610F4312-C214-4F77-AB21-C7C0172C0DDA}"/>
                </a:ext>
              </a:extLst>
            </p:cNvPr>
            <p:cNvSpPr/>
            <p:nvPr/>
          </p:nvSpPr>
          <p:spPr>
            <a:xfrm>
              <a:off x="365760" y="3017520"/>
              <a:ext cx="8412480" cy="1525619"/>
            </a:xfrm>
            <a:prstGeom prst="roundRect">
              <a:avLst>
                <a:gd name="adj" fmla="val 5128"/>
              </a:avLst>
            </a:prstGeom>
            <a:solidFill>
              <a:srgbClr val="FFFFFF"/>
            </a:solidFill>
            <a:ln/>
            <a:effectLst>
              <a:outerShdw blurRad="101600" dist="38100" dir="8100000" algn="bl" rotWithShape="0">
                <a:srgbClr val="000000">
                  <a:alpha val="12000"/>
                </a:srgbClr>
              </a:outerShdw>
            </a:effectLst>
          </p:spPr>
        </p:sp>
        <p:sp>
          <p:nvSpPr>
            <p:cNvPr id="16" name="Shape 14">
              <a:extLst>
                <a:ext uri="{FF2B5EF4-FFF2-40B4-BE49-F238E27FC236}">
                  <a16:creationId xmlns:a16="http://schemas.microsoft.com/office/drawing/2014/main" id="{DF31EE0A-6BCF-4463-B864-7B6F5BB9B99D}"/>
                </a:ext>
              </a:extLst>
            </p:cNvPr>
            <p:cNvSpPr/>
            <p:nvPr/>
          </p:nvSpPr>
          <p:spPr>
            <a:xfrm>
              <a:off x="365760" y="3017520"/>
              <a:ext cx="73152" cy="1783080"/>
            </a:xfrm>
            <a:prstGeom prst="rect">
              <a:avLst/>
            </a:prstGeom>
            <a:solidFill>
              <a:srgbClr val="F59E0B"/>
            </a:solidFill>
            <a:ln/>
          </p:spPr>
        </p:sp>
        <p:sp>
          <p:nvSpPr>
            <p:cNvPr id="17" name="Shape 15">
              <a:extLst>
                <a:ext uri="{FF2B5EF4-FFF2-40B4-BE49-F238E27FC236}">
                  <a16:creationId xmlns:a16="http://schemas.microsoft.com/office/drawing/2014/main" id="{29378320-DAC2-4B8F-9599-331BF43BEFBD}"/>
                </a:ext>
              </a:extLst>
            </p:cNvPr>
            <p:cNvSpPr/>
            <p:nvPr/>
          </p:nvSpPr>
          <p:spPr>
            <a:xfrm>
              <a:off x="548640" y="3154680"/>
              <a:ext cx="310896" cy="310896"/>
            </a:xfrm>
            <a:prstGeom prst="ellipse">
              <a:avLst/>
            </a:prstGeom>
            <a:solidFill>
              <a:srgbClr val="F59E0B"/>
            </a:solidFill>
            <a:ln/>
          </p:spPr>
        </p:sp>
        <p:sp>
          <p:nvSpPr>
            <p:cNvPr id="18" name="Text 16">
              <a:extLst>
                <a:ext uri="{FF2B5EF4-FFF2-40B4-BE49-F238E27FC236}">
                  <a16:creationId xmlns:a16="http://schemas.microsoft.com/office/drawing/2014/main" id="{3689CBE3-3AC6-49F4-AC6D-00C79290B31E}"/>
                </a:ext>
              </a:extLst>
            </p:cNvPr>
            <p:cNvSpPr/>
            <p:nvPr/>
          </p:nvSpPr>
          <p:spPr>
            <a:xfrm>
              <a:off x="548640" y="3154680"/>
              <a:ext cx="274321" cy="310896"/>
            </a:xfrm>
            <a:prstGeom prst="rect">
              <a:avLst/>
            </a:prstGeom>
            <a:noFill/>
            <a:ln/>
          </p:spPr>
          <p:txBody>
            <a:bodyPr wrap="square" lIns="0" tIns="0" rIns="0" bIns="0" rtlCol="0" anchor="ctr"/>
            <a:lstStyle/>
            <a:p>
              <a:pPr marL="0" indent="0" algn="ctr">
                <a:buNone/>
              </a:pPr>
              <a:r>
                <a:rPr lang="en-US" sz="1600">
                  <a:latin typeface="Times New Roman" panose="02020603050405020304" pitchFamily="18" charset="0"/>
                  <a:cs typeface="Times New Roman" panose="02020603050405020304" pitchFamily="18" charset="0"/>
                </a:rPr>
                <a:t>2</a:t>
              </a:r>
              <a:endParaRPr lang="en-US" sz="1600" dirty="0">
                <a:latin typeface="Times New Roman" panose="02020603050405020304" pitchFamily="18" charset="0"/>
                <a:cs typeface="Times New Roman" panose="02020603050405020304" pitchFamily="18" charset="0"/>
              </a:endParaRPr>
            </a:p>
          </p:txBody>
        </p:sp>
        <p:sp>
          <p:nvSpPr>
            <p:cNvPr id="19" name="Text 17">
              <a:extLst>
                <a:ext uri="{FF2B5EF4-FFF2-40B4-BE49-F238E27FC236}">
                  <a16:creationId xmlns:a16="http://schemas.microsoft.com/office/drawing/2014/main" id="{3BC9BF7E-B121-4787-926A-7D0EAFC301B7}"/>
                </a:ext>
              </a:extLst>
            </p:cNvPr>
            <p:cNvSpPr/>
            <p:nvPr/>
          </p:nvSpPr>
          <p:spPr>
            <a:xfrm>
              <a:off x="1005840" y="3051997"/>
              <a:ext cx="7498080" cy="310896"/>
            </a:xfrm>
            <a:prstGeom prst="rect">
              <a:avLst/>
            </a:prstGeom>
            <a:noFill/>
            <a:ln/>
          </p:spPr>
          <p:txBody>
            <a:bodyPr wrap="square" lIns="0" tIns="0" rIns="0" bIns="0" rtlCol="0" anchor="ctr"/>
            <a:lstStyle/>
            <a:p>
              <a:pPr marL="0" indent="0">
                <a:buNone/>
              </a:pPr>
              <a:r>
                <a:rPr lang="en-US" b="1" dirty="0" err="1">
                  <a:solidFill>
                    <a:srgbClr val="1E293B"/>
                  </a:solidFill>
                  <a:latin typeface="Times New Roman" panose="02020603050405020304" pitchFamily="18" charset="0"/>
                  <a:ea typeface="Arial" pitchFamily="34" charset="-122"/>
                  <a:cs typeface="Times New Roman" panose="02020603050405020304" pitchFamily="18" charset="0"/>
                </a:rPr>
                <a:t>Phối</a:t>
              </a:r>
              <a:r>
                <a:rPr lang="en-US" b="1" dirty="0">
                  <a:solidFill>
                    <a:srgbClr val="1E293B"/>
                  </a:solidFill>
                  <a:latin typeface="Times New Roman" panose="02020603050405020304" pitchFamily="18" charset="0"/>
                  <a:ea typeface="Arial" pitchFamily="34" charset="-122"/>
                  <a:cs typeface="Times New Roman" panose="02020603050405020304" pitchFamily="18" charset="0"/>
                </a:rPr>
                <a:t> </a:t>
              </a:r>
              <a:r>
                <a:rPr lang="en-US" b="1" dirty="0" err="1">
                  <a:solidFill>
                    <a:srgbClr val="1E293B"/>
                  </a:solidFill>
                  <a:latin typeface="Times New Roman" panose="02020603050405020304" pitchFamily="18" charset="0"/>
                  <a:ea typeface="Arial" pitchFamily="34" charset="-122"/>
                  <a:cs typeface="Times New Roman" panose="02020603050405020304" pitchFamily="18" charset="0"/>
                </a:rPr>
                <a:t>hợp</a:t>
              </a:r>
              <a:r>
                <a:rPr lang="en-US" b="1" dirty="0">
                  <a:solidFill>
                    <a:srgbClr val="1E293B"/>
                  </a:solidFill>
                  <a:latin typeface="Times New Roman" panose="02020603050405020304" pitchFamily="18" charset="0"/>
                  <a:ea typeface="Arial" pitchFamily="34" charset="-122"/>
                  <a:cs typeface="Times New Roman" panose="02020603050405020304" pitchFamily="18" charset="0"/>
                </a:rPr>
                <a:t> </a:t>
              </a:r>
              <a:r>
                <a:rPr lang="en-US" b="1" dirty="0" err="1">
                  <a:solidFill>
                    <a:srgbClr val="1E293B"/>
                  </a:solidFill>
                  <a:latin typeface="Times New Roman" panose="02020603050405020304" pitchFamily="18" charset="0"/>
                  <a:ea typeface="Arial" pitchFamily="34" charset="-122"/>
                  <a:cs typeface="Times New Roman" panose="02020603050405020304" pitchFamily="18" charset="0"/>
                </a:rPr>
                <a:t>trong</a:t>
              </a:r>
              <a:r>
                <a:rPr lang="en-US" b="1" dirty="0">
                  <a:solidFill>
                    <a:srgbClr val="1E293B"/>
                  </a:solidFill>
                  <a:latin typeface="Times New Roman" panose="02020603050405020304" pitchFamily="18" charset="0"/>
                  <a:ea typeface="Arial" pitchFamily="34" charset="-122"/>
                  <a:cs typeface="Times New Roman" panose="02020603050405020304" pitchFamily="18" charset="0"/>
                </a:rPr>
                <a:t> </a:t>
              </a:r>
              <a:r>
                <a:rPr lang="en-US" b="1" dirty="0" err="1">
                  <a:solidFill>
                    <a:srgbClr val="1E293B"/>
                  </a:solidFill>
                  <a:latin typeface="Times New Roman" panose="02020603050405020304" pitchFamily="18" charset="0"/>
                  <a:ea typeface="Arial" pitchFamily="34" charset="-122"/>
                  <a:cs typeface="Times New Roman" panose="02020603050405020304" pitchFamily="18" charset="0"/>
                </a:rPr>
                <a:t>quá</a:t>
              </a:r>
              <a:r>
                <a:rPr lang="en-US" b="1" dirty="0">
                  <a:solidFill>
                    <a:srgbClr val="1E293B"/>
                  </a:solidFill>
                  <a:latin typeface="Times New Roman" panose="02020603050405020304" pitchFamily="18" charset="0"/>
                  <a:ea typeface="Arial" pitchFamily="34" charset="-122"/>
                  <a:cs typeface="Times New Roman" panose="02020603050405020304" pitchFamily="18" charset="0"/>
                </a:rPr>
                <a:t> </a:t>
              </a:r>
              <a:r>
                <a:rPr lang="en-US" b="1" dirty="0" err="1">
                  <a:solidFill>
                    <a:srgbClr val="1E293B"/>
                  </a:solidFill>
                  <a:latin typeface="Times New Roman" panose="02020603050405020304" pitchFamily="18" charset="0"/>
                  <a:ea typeface="Arial" pitchFamily="34" charset="-122"/>
                  <a:cs typeface="Times New Roman" panose="02020603050405020304" pitchFamily="18" charset="0"/>
                </a:rPr>
                <a:t>trình</a:t>
              </a:r>
              <a:r>
                <a:rPr lang="en-US" b="1" dirty="0">
                  <a:solidFill>
                    <a:srgbClr val="1E293B"/>
                  </a:solidFill>
                  <a:latin typeface="Times New Roman" panose="02020603050405020304" pitchFamily="18" charset="0"/>
                  <a:ea typeface="Arial" pitchFamily="34" charset="-122"/>
                  <a:cs typeface="Times New Roman" panose="02020603050405020304" pitchFamily="18" charset="0"/>
                </a:rPr>
                <a:t> </a:t>
              </a:r>
              <a:r>
                <a:rPr lang="en-US" b="1" dirty="0" err="1">
                  <a:solidFill>
                    <a:srgbClr val="1E293B"/>
                  </a:solidFill>
                  <a:latin typeface="Times New Roman" panose="02020603050405020304" pitchFamily="18" charset="0"/>
                  <a:ea typeface="Arial" pitchFamily="34" charset="-122"/>
                  <a:cs typeface="Times New Roman" panose="02020603050405020304" pitchFamily="18" charset="0"/>
                </a:rPr>
                <a:t>thực</a:t>
              </a:r>
              <a:r>
                <a:rPr lang="en-US" b="1" dirty="0">
                  <a:solidFill>
                    <a:srgbClr val="1E293B"/>
                  </a:solidFill>
                  <a:latin typeface="Times New Roman" panose="02020603050405020304" pitchFamily="18" charset="0"/>
                  <a:ea typeface="Arial" pitchFamily="34" charset="-122"/>
                  <a:cs typeface="Times New Roman" panose="02020603050405020304" pitchFamily="18" charset="0"/>
                </a:rPr>
                <a:t> </a:t>
              </a:r>
              <a:r>
                <a:rPr lang="en-US" b="1" dirty="0" err="1">
                  <a:solidFill>
                    <a:srgbClr val="1E293B"/>
                  </a:solidFill>
                  <a:latin typeface="Times New Roman" panose="02020603050405020304" pitchFamily="18" charset="0"/>
                  <a:ea typeface="Arial" pitchFamily="34" charset="-122"/>
                  <a:cs typeface="Times New Roman" panose="02020603050405020304" pitchFamily="18" charset="0"/>
                </a:rPr>
                <a:t>hiện</a:t>
              </a:r>
              <a:r>
                <a:rPr lang="en-US" b="1" dirty="0">
                  <a:solidFill>
                    <a:srgbClr val="1E293B"/>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20" name="Text 18">
              <a:extLst>
                <a:ext uri="{FF2B5EF4-FFF2-40B4-BE49-F238E27FC236}">
                  <a16:creationId xmlns:a16="http://schemas.microsoft.com/office/drawing/2014/main" id="{82C2F689-EA86-4625-886F-59C7A6B0EB22}"/>
                </a:ext>
              </a:extLst>
            </p:cNvPr>
            <p:cNvSpPr/>
            <p:nvPr/>
          </p:nvSpPr>
          <p:spPr>
            <a:xfrm>
              <a:off x="1005841" y="3310128"/>
              <a:ext cx="7589520" cy="1585712"/>
            </a:xfrm>
            <a:prstGeom prst="rect">
              <a:avLst/>
            </a:prstGeom>
            <a:noFill/>
            <a:ln/>
          </p:spPr>
          <p:txBody>
            <a:bodyPr wrap="square" lIns="0" tIns="0" rIns="0" bIns="0" rtlCol="0" anchor="t"/>
            <a:lstStyle/>
            <a:p>
              <a:pPr marL="514350" indent="-514350">
                <a:lnSpc>
                  <a:spcPct val="150000"/>
                </a:lnSpc>
                <a:buFont typeface="Wingdings" panose="05000000000000000000" pitchFamily="2" charset="2"/>
                <a:buChar char="§"/>
              </a:pPr>
              <a:r>
                <a:rPr lang="vi-VN" dirty="0">
                  <a:solidFill>
                    <a:schemeClr val="accent6">
                      <a:lumMod val="75000"/>
                    </a:schemeClr>
                  </a:solidFill>
                  <a:latin typeface="Times New Roman" panose="02020603050405020304" pitchFamily="18" charset="0"/>
                  <a:cs typeface="Times New Roman" panose="02020603050405020304" pitchFamily="18" charset="0"/>
                </a:rPr>
                <a:t>Họp triển khai công tác chuẩn bị và cập nhật thông t</a:t>
              </a:r>
              <a:r>
                <a:rPr lang="en-US" dirty="0">
                  <a:solidFill>
                    <a:schemeClr val="accent6">
                      <a:lumMod val="75000"/>
                    </a:schemeClr>
                  </a:solidFill>
                  <a:latin typeface="Times New Roman" panose="02020603050405020304" pitchFamily="18" charset="0"/>
                  <a:cs typeface="Times New Roman" panose="02020603050405020304" pitchFamily="18" charset="0"/>
                </a:rPr>
                <a:t>in </a:t>
              </a:r>
              <a:r>
                <a:rPr lang="en-US" dirty="0" err="1">
                  <a:solidFill>
                    <a:schemeClr val="accent6">
                      <a:lumMod val="75000"/>
                    </a:schemeClr>
                  </a:solidFill>
                  <a:latin typeface="Times New Roman" panose="02020603050405020304" pitchFamily="18" charset="0"/>
                  <a:cs typeface="Times New Roman" panose="02020603050405020304" pitchFamily="18" charset="0"/>
                </a:rPr>
                <a:t>các</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bên</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liên</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quan</a:t>
              </a:r>
              <a:r>
                <a:rPr lang="en-US" dirty="0">
                  <a:solidFill>
                    <a:schemeClr val="accent6">
                      <a:lumMod val="75000"/>
                    </a:schemeClr>
                  </a:solidFill>
                  <a:latin typeface="Times New Roman" panose="02020603050405020304" pitchFamily="18" charset="0"/>
                  <a:cs typeface="Times New Roman" panose="02020603050405020304" pitchFamily="18" charset="0"/>
                </a:rPr>
                <a:t>;</a:t>
              </a:r>
            </a:p>
            <a:p>
              <a:pPr marL="514350" indent="-514350">
                <a:lnSpc>
                  <a:spcPct val="150000"/>
                </a:lnSpc>
                <a:buFont typeface="Wingdings" panose="05000000000000000000" pitchFamily="2" charset="2"/>
                <a:buChar char="§"/>
              </a:pPr>
              <a:r>
                <a:rPr lang="en-US" dirty="0" err="1">
                  <a:solidFill>
                    <a:schemeClr val="accent6">
                      <a:lumMod val="75000"/>
                    </a:schemeClr>
                  </a:solidFill>
                  <a:latin typeface="Times New Roman" panose="02020603050405020304" pitchFamily="18" charset="0"/>
                  <a:cs typeface="Times New Roman" panose="02020603050405020304" pitchFamily="18" charset="0"/>
                </a:rPr>
                <a:t>Chuẩn</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bị</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mặt</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bằng</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để</a:t>
              </a:r>
              <a:r>
                <a:rPr lang="en-US" dirty="0">
                  <a:solidFill>
                    <a:schemeClr val="accent6">
                      <a:lumMod val="75000"/>
                    </a:schemeClr>
                  </a:solidFill>
                  <a:latin typeface="Times New Roman" panose="02020603050405020304" pitchFamily="18" charset="0"/>
                  <a:cs typeface="Times New Roman" panose="02020603050405020304" pitchFamily="18" charset="0"/>
                </a:rPr>
                <a:t> t</a:t>
              </a:r>
              <a:r>
                <a:rPr lang="vi-VN" dirty="0">
                  <a:solidFill>
                    <a:schemeClr val="accent6">
                      <a:lumMod val="75000"/>
                    </a:schemeClr>
                  </a:solidFill>
                  <a:latin typeface="Times New Roman" panose="02020603050405020304" pitchFamily="18" charset="0"/>
                  <a:cs typeface="Times New Roman" panose="02020603050405020304" pitchFamily="18" charset="0"/>
                </a:rPr>
                <a:t>iếp nhận</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vi-VN" dirty="0">
                  <a:solidFill>
                    <a:schemeClr val="accent6">
                      <a:lumMod val="75000"/>
                    </a:schemeClr>
                  </a:solidFill>
                  <a:latin typeface="Times New Roman" panose="02020603050405020304" pitchFamily="18" charset="0"/>
                  <a:cs typeface="Times New Roman" panose="02020603050405020304" pitchFamily="18" charset="0"/>
                </a:rPr>
                <a:t>vật tư </a:t>
              </a:r>
              <a:r>
                <a:rPr lang="en-US" dirty="0" err="1">
                  <a:solidFill>
                    <a:schemeClr val="accent6">
                      <a:lumMod val="75000"/>
                    </a:schemeClr>
                  </a:solidFill>
                  <a:latin typeface="Times New Roman" panose="02020603050405020304" pitchFamily="18" charset="0"/>
                  <a:cs typeface="Times New Roman" panose="02020603050405020304" pitchFamily="18" charset="0"/>
                </a:rPr>
                <a:t>nhân</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sự</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vi-VN" dirty="0">
                  <a:solidFill>
                    <a:schemeClr val="accent6">
                      <a:lumMod val="75000"/>
                    </a:schemeClr>
                  </a:solidFill>
                  <a:latin typeface="Times New Roman" panose="02020603050405020304" pitchFamily="18" charset="0"/>
                  <a:cs typeface="Times New Roman" panose="02020603050405020304" pitchFamily="18" charset="0"/>
                </a:rPr>
                <a:t>ra giàn</a:t>
              </a:r>
              <a:r>
                <a:rPr lang="en-US" dirty="0">
                  <a:solidFill>
                    <a:schemeClr val="accent6">
                      <a:lumMod val="75000"/>
                    </a:schemeClr>
                  </a:solidFill>
                  <a:latin typeface="Times New Roman" panose="02020603050405020304" pitchFamily="18" charset="0"/>
                  <a:cs typeface="Times New Roman" panose="02020603050405020304" pitchFamily="18" charset="0"/>
                </a:rPr>
                <a:t>;</a:t>
              </a:r>
            </a:p>
            <a:p>
              <a:pPr marL="514350" indent="-514350">
                <a:lnSpc>
                  <a:spcPct val="150000"/>
                </a:lnSpc>
                <a:buFont typeface="Wingdings" panose="05000000000000000000" pitchFamily="2" charset="2"/>
                <a:buChar char="§"/>
              </a:pPr>
              <a:r>
                <a:rPr lang="en-US" dirty="0" err="1">
                  <a:solidFill>
                    <a:schemeClr val="accent6">
                      <a:lumMod val="75000"/>
                    </a:schemeClr>
                  </a:solidFill>
                  <a:latin typeface="Times New Roman" panose="02020603050405020304" pitchFamily="18" charset="0"/>
                  <a:cs typeface="Times New Roman" panose="02020603050405020304" pitchFamily="18" charset="0"/>
                </a:rPr>
                <a:t>Thực</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hiện</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vi-VN" dirty="0">
                  <a:solidFill>
                    <a:schemeClr val="accent6">
                      <a:lumMod val="75000"/>
                    </a:schemeClr>
                  </a:solidFill>
                  <a:latin typeface="Times New Roman" panose="02020603050405020304" pitchFamily="18" charset="0"/>
                  <a:cs typeface="Times New Roman" panose="02020603050405020304" pitchFamily="18" charset="0"/>
                </a:rPr>
                <a:t>công tác chuẩn bị tại site</a:t>
              </a:r>
              <a:r>
                <a:rPr lang="en-US" dirty="0">
                  <a:solidFill>
                    <a:schemeClr val="accent6">
                      <a:lumMod val="75000"/>
                    </a:schemeClr>
                  </a:solidFill>
                  <a:latin typeface="Times New Roman" panose="02020603050405020304" pitchFamily="18" charset="0"/>
                  <a:cs typeface="Times New Roman" panose="02020603050405020304" pitchFamily="18" charset="0"/>
                </a:rPr>
                <a:t>;</a:t>
              </a:r>
            </a:p>
            <a:p>
              <a:pPr marL="514350" indent="-514350">
                <a:lnSpc>
                  <a:spcPct val="150000"/>
                </a:lnSpc>
                <a:buFont typeface="Wingdings" panose="05000000000000000000" pitchFamily="2" charset="2"/>
                <a:buChar char="§"/>
              </a:pPr>
              <a:r>
                <a:rPr lang="vi-VN" dirty="0">
                  <a:solidFill>
                    <a:schemeClr val="accent6">
                      <a:lumMod val="75000"/>
                    </a:schemeClr>
                  </a:solidFill>
                  <a:latin typeface="Times New Roman" panose="02020603050405020304" pitchFamily="18" charset="0"/>
                  <a:cs typeface="Times New Roman" panose="02020603050405020304" pitchFamily="18" charset="0"/>
                </a:rPr>
                <a:t>Tổ chức thực hiện công việc</a:t>
              </a:r>
              <a:r>
                <a:rPr lang="en-US" dirty="0">
                  <a:solidFill>
                    <a:schemeClr val="accent6">
                      <a:lumMod val="75000"/>
                    </a:schemeClr>
                  </a:solidFill>
                  <a:latin typeface="Times New Roman" panose="02020603050405020304" pitchFamily="18" charset="0"/>
                  <a:cs typeface="Times New Roman" panose="02020603050405020304" pitchFamily="18" charset="0"/>
                </a:rPr>
                <a:t>;</a:t>
              </a:r>
            </a:p>
            <a:p>
              <a:pPr marL="514350" indent="-514350">
                <a:lnSpc>
                  <a:spcPct val="150000"/>
                </a:lnSpc>
                <a:buFont typeface="Wingdings" panose="05000000000000000000" pitchFamily="2" charset="2"/>
                <a:buChar char="§"/>
              </a:pPr>
              <a:r>
                <a:rPr lang="vi-VN" dirty="0">
                  <a:solidFill>
                    <a:schemeClr val="accent6">
                      <a:lumMod val="75000"/>
                    </a:schemeClr>
                  </a:solidFill>
                  <a:latin typeface="Times New Roman" panose="02020603050405020304" pitchFamily="18" charset="0"/>
                  <a:cs typeface="Times New Roman" panose="02020603050405020304" pitchFamily="18" charset="0"/>
                </a:rPr>
                <a:t>Nghiệm thu hoàn thành công việc.</a:t>
              </a:r>
            </a:p>
          </p:txBody>
        </p:sp>
      </p:grpSp>
      <p:sp>
        <p:nvSpPr>
          <p:cNvPr id="21" name="TextBox 20">
            <a:extLst>
              <a:ext uri="{FF2B5EF4-FFF2-40B4-BE49-F238E27FC236}">
                <a16:creationId xmlns:a16="http://schemas.microsoft.com/office/drawing/2014/main" id="{FC55A8C9-C6C9-413D-BBBD-D8796CF337ED}"/>
              </a:ext>
            </a:extLst>
          </p:cNvPr>
          <p:cNvSpPr txBox="1"/>
          <p:nvPr/>
        </p:nvSpPr>
        <p:spPr>
          <a:xfrm>
            <a:off x="3016137" y="467321"/>
            <a:ext cx="7072149" cy="400110"/>
          </a:xfrm>
          <a:prstGeom prst="rect">
            <a:avLst/>
          </a:prstGeom>
          <a:noFill/>
        </p:spPr>
        <p:txBody>
          <a:bodyPr wrap="square" rtlCol="0">
            <a:spAutoFit/>
          </a:bodyPr>
          <a:lstStyle/>
          <a:p>
            <a:pPr algn="ctr" fontAlgn="base">
              <a:spcBef>
                <a:spcPct val="0"/>
              </a:spcBef>
              <a:spcAft>
                <a:spcPct val="0"/>
              </a:spcAft>
            </a:pPr>
            <a:r>
              <a:rPr lang="en-US" sz="2000" b="1" kern="0">
                <a:solidFill>
                  <a:schemeClr val="accent6">
                    <a:lumMod val="50000"/>
                  </a:schemeClr>
                </a:solidFill>
                <a:latin typeface="Times New Roman" pitchFamily="18" charset="0"/>
                <a:cs typeface="Times New Roman" pitchFamily="18" charset="0"/>
              </a:rPr>
              <a:t>2. CÔNG TÁC PHỐI HỢP</a:t>
            </a:r>
            <a:endParaRPr lang="en-US" sz="2000" b="1" dirty="0">
              <a:solidFill>
                <a:schemeClr val="accent6">
                  <a:lumMod val="50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28979829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5498F55-81A1-4830-A106-B9802D07EE3E}"/>
              </a:ext>
            </a:extLst>
          </p:cNvPr>
          <p:cNvSpPr txBox="1"/>
          <p:nvPr/>
        </p:nvSpPr>
        <p:spPr>
          <a:xfrm>
            <a:off x="3016137" y="467321"/>
            <a:ext cx="7072149" cy="400110"/>
          </a:xfrm>
          <a:prstGeom prst="rect">
            <a:avLst/>
          </a:prstGeom>
          <a:noFill/>
        </p:spPr>
        <p:txBody>
          <a:bodyPr wrap="square" rtlCol="0">
            <a:spAutoFit/>
          </a:bodyPr>
          <a:lstStyle/>
          <a:p>
            <a:pPr algn="ctr" fontAlgn="base">
              <a:spcBef>
                <a:spcPct val="0"/>
              </a:spcBef>
              <a:spcAft>
                <a:spcPct val="0"/>
              </a:spcAft>
            </a:pPr>
            <a:r>
              <a:rPr lang="en-US" sz="2000" b="1" kern="0">
                <a:solidFill>
                  <a:schemeClr val="accent6">
                    <a:lumMod val="50000"/>
                  </a:schemeClr>
                </a:solidFill>
                <a:latin typeface="Times New Roman" pitchFamily="18" charset="0"/>
                <a:cs typeface="Times New Roman" pitchFamily="18" charset="0"/>
              </a:rPr>
              <a:t>2. CÔNG TÁC PHỐI HỢP</a:t>
            </a:r>
            <a:endParaRPr lang="en-US" sz="2000" b="1" dirty="0">
              <a:solidFill>
                <a:schemeClr val="accent6">
                  <a:lumMod val="50000"/>
                </a:schemeClr>
              </a:solidFill>
              <a:latin typeface="Times New Roman" pitchFamily="18" charset="0"/>
              <a:cs typeface="Times New Roman" pitchFamily="18" charset="0"/>
            </a:endParaRPr>
          </a:p>
        </p:txBody>
      </p:sp>
      <p:graphicFrame>
        <p:nvGraphicFramePr>
          <p:cNvPr id="4" name="Table 3">
            <a:extLst>
              <a:ext uri="{FF2B5EF4-FFF2-40B4-BE49-F238E27FC236}">
                <a16:creationId xmlns:a16="http://schemas.microsoft.com/office/drawing/2014/main" id="{CAA8ED4F-E6F4-4CDB-A929-D9BCE470ECF8}"/>
              </a:ext>
            </a:extLst>
          </p:cNvPr>
          <p:cNvGraphicFramePr>
            <a:graphicFrameLocks noGrp="1"/>
          </p:cNvGraphicFramePr>
          <p:nvPr>
            <p:extLst>
              <p:ext uri="{D42A27DB-BD31-4B8C-83A1-F6EECF244321}">
                <p14:modId xmlns:p14="http://schemas.microsoft.com/office/powerpoint/2010/main" val="2921169373"/>
              </p:ext>
            </p:extLst>
          </p:nvPr>
        </p:nvGraphicFramePr>
        <p:xfrm>
          <a:off x="25028" y="1607962"/>
          <a:ext cx="12192000" cy="5267198"/>
        </p:xfrm>
        <a:graphic>
          <a:graphicData uri="http://schemas.openxmlformats.org/drawingml/2006/table">
            <a:tbl>
              <a:tblPr firstRow="1" bandRow="1">
                <a:tableStyleId>{21E4AEA4-8DFA-4A89-87EB-49C32662AFE0}</a:tableStyleId>
              </a:tblPr>
              <a:tblGrid>
                <a:gridCol w="560441">
                  <a:extLst>
                    <a:ext uri="{9D8B030D-6E8A-4147-A177-3AD203B41FA5}">
                      <a16:colId xmlns:a16="http://schemas.microsoft.com/office/drawing/2014/main" val="3740617686"/>
                    </a:ext>
                  </a:extLst>
                </a:gridCol>
                <a:gridCol w="5090168">
                  <a:extLst>
                    <a:ext uri="{9D8B030D-6E8A-4147-A177-3AD203B41FA5}">
                      <a16:colId xmlns:a16="http://schemas.microsoft.com/office/drawing/2014/main" val="2666011490"/>
                    </a:ext>
                  </a:extLst>
                </a:gridCol>
                <a:gridCol w="5107039">
                  <a:extLst>
                    <a:ext uri="{9D8B030D-6E8A-4147-A177-3AD203B41FA5}">
                      <a16:colId xmlns:a16="http://schemas.microsoft.com/office/drawing/2014/main" val="3471468105"/>
                    </a:ext>
                  </a:extLst>
                </a:gridCol>
                <a:gridCol w="1434352">
                  <a:extLst>
                    <a:ext uri="{9D8B030D-6E8A-4147-A177-3AD203B41FA5}">
                      <a16:colId xmlns:a16="http://schemas.microsoft.com/office/drawing/2014/main" val="2036248398"/>
                    </a:ext>
                  </a:extLst>
                </a:gridCol>
              </a:tblGrid>
              <a:tr h="379191">
                <a:tc>
                  <a:txBody>
                    <a:bodyPr/>
                    <a:lstStyle/>
                    <a:p>
                      <a:pPr algn="ctr"/>
                      <a:r>
                        <a:rPr lang="en-US" sz="1800">
                          <a:latin typeface="Times New Roman" panose="02020603050405020304" pitchFamily="18" charset="0"/>
                          <a:cs typeface="Times New Roman" panose="02020603050405020304" pitchFamily="18" charset="0"/>
                        </a:rPr>
                        <a:t>TT</a:t>
                      </a:r>
                      <a:endParaRPr lang="en-US" sz="1800" dirty="0">
                        <a:solidFill>
                          <a:srgbClr val="0E1FBE"/>
                        </a:solidFill>
                        <a:latin typeface="Times New Roman" panose="02020603050405020304" pitchFamily="18" charset="0"/>
                        <a:cs typeface="Times New Roman" panose="02020603050405020304" pitchFamily="18" charset="0"/>
                      </a:endParaRPr>
                    </a:p>
                  </a:txBody>
                  <a:tcPr anchor="ctr"/>
                </a:tc>
                <a:tc>
                  <a:txBody>
                    <a:bodyPr/>
                    <a:lstStyle/>
                    <a:p>
                      <a:pPr algn="ctr"/>
                      <a:r>
                        <a:rPr lang="en-US" sz="1800" dirty="0" err="1">
                          <a:latin typeface="Times New Roman" panose="02020603050405020304" pitchFamily="18" charset="0"/>
                          <a:cs typeface="Times New Roman" panose="02020603050405020304" pitchFamily="18" charset="0"/>
                        </a:rPr>
                        <a:t>Nội</a:t>
                      </a:r>
                      <a:r>
                        <a:rPr lang="en-US" sz="1800" dirty="0">
                          <a:latin typeface="Times New Roman" panose="02020603050405020304" pitchFamily="18" charset="0"/>
                          <a:cs typeface="Times New Roman" panose="02020603050405020304" pitchFamily="18" charset="0"/>
                        </a:rPr>
                        <a:t> dung</a:t>
                      </a:r>
                      <a:endParaRPr lang="en-US" sz="1800" dirty="0">
                        <a:solidFill>
                          <a:srgbClr val="0E1FBE"/>
                        </a:solidFill>
                        <a:latin typeface="Times New Roman" panose="02020603050405020304" pitchFamily="18" charset="0"/>
                        <a:cs typeface="Times New Roman" panose="02020603050405020304" pitchFamily="18" charset="0"/>
                      </a:endParaRPr>
                    </a:p>
                  </a:txBody>
                  <a:tcPr anchor="ctr"/>
                </a:tc>
                <a:tc>
                  <a:txBody>
                    <a:bodyPr/>
                    <a:lstStyle/>
                    <a:p>
                      <a:pPr algn="ctr"/>
                      <a:r>
                        <a:rPr lang="en-US" sz="1800" dirty="0" err="1">
                          <a:latin typeface="Times New Roman" panose="02020603050405020304" pitchFamily="18" charset="0"/>
                          <a:cs typeface="Times New Roman" panose="02020603050405020304" pitchFamily="18" charset="0"/>
                        </a:rPr>
                        <a:t>Kế</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hoạch</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xử</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lý</a:t>
                      </a:r>
                      <a:endParaRPr lang="en-US" sz="1800" dirty="0">
                        <a:solidFill>
                          <a:srgbClr val="0E1FBE"/>
                        </a:solidFill>
                        <a:latin typeface="Times New Roman" panose="02020603050405020304" pitchFamily="18" charset="0"/>
                        <a:cs typeface="Times New Roman" panose="02020603050405020304" pitchFamily="18" charset="0"/>
                      </a:endParaRPr>
                    </a:p>
                  </a:txBody>
                  <a:tcPr anchor="ctr"/>
                </a:tc>
                <a:tc>
                  <a:txBody>
                    <a:bodyPr/>
                    <a:lstStyle/>
                    <a:p>
                      <a:pPr algn="ctr"/>
                      <a:r>
                        <a:rPr lang="en-US" sz="1800" dirty="0" err="1">
                          <a:latin typeface="Times New Roman" panose="02020603050405020304" pitchFamily="18" charset="0"/>
                          <a:cs typeface="Times New Roman" panose="02020603050405020304" pitchFamily="18" charset="0"/>
                        </a:rPr>
                        <a:t>Thực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hiện</a:t>
                      </a:r>
                      <a:endParaRPr lang="en-US" sz="1800" dirty="0">
                        <a:solidFill>
                          <a:srgbClr val="0E1FBE"/>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02422635"/>
                  </a:ext>
                </a:extLst>
              </a:tr>
              <a:tr h="393799">
                <a:tc>
                  <a:txBody>
                    <a:bodyPr/>
                    <a:lstStyle/>
                    <a:p>
                      <a:pPr algn="ctr"/>
                      <a:r>
                        <a:rPr lang="en-US" sz="1800" dirty="0">
                          <a:latin typeface="Times New Roman" panose="02020603050405020304" pitchFamily="18" charset="0"/>
                          <a:cs typeface="Times New Roman" panose="02020603050405020304" pitchFamily="18" charset="0"/>
                        </a:rPr>
                        <a:t>I</a:t>
                      </a:r>
                      <a:endParaRPr lang="en-US" sz="1800" b="1" dirty="0">
                        <a:solidFill>
                          <a:srgbClr val="0E1FBE"/>
                        </a:solidFill>
                        <a:latin typeface="Times New Roman" panose="02020603050405020304" pitchFamily="18" charset="0"/>
                        <a:cs typeface="Times New Roman" panose="02020603050405020304" pitchFamily="18" charset="0"/>
                      </a:endParaRPr>
                    </a:p>
                  </a:txBody>
                  <a:tcPr/>
                </a:tc>
                <a:tc>
                  <a:txBody>
                    <a:bodyPr/>
                    <a:lstStyle/>
                    <a:p>
                      <a:r>
                        <a:rPr lang="en-US" sz="1800" u="none"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Công </a:t>
                      </a:r>
                      <a:r>
                        <a:rPr lang="en-US" sz="1800" u="none"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tác</a:t>
                      </a:r>
                      <a:r>
                        <a:rPr lang="en-US" sz="1800" u="none"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1800" u="none"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chuẩn</a:t>
                      </a:r>
                      <a:r>
                        <a:rPr lang="en-US" sz="1800" u="none"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1800" u="none"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bị</a:t>
                      </a:r>
                      <a:endParaRPr lang="en-US" sz="1800" u="none" dirty="0">
                        <a:solidFill>
                          <a:srgbClr val="0E1FBE"/>
                        </a:solidFill>
                        <a:latin typeface="Times New Roman" panose="02020603050405020304" pitchFamily="18" charset="0"/>
                        <a:cs typeface="Times New Roman" panose="02020603050405020304" pitchFamily="18" charset="0"/>
                      </a:endParaRPr>
                    </a:p>
                  </a:txBody>
                  <a:tcPr/>
                </a:tc>
                <a:tc>
                  <a:txBody>
                    <a:bodyPr/>
                    <a:lstStyle/>
                    <a:p>
                      <a:pPr algn="ctr"/>
                      <a:endParaRPr lang="en-US" sz="1800" dirty="0">
                        <a:solidFill>
                          <a:srgbClr val="0E1FBE"/>
                        </a:solidFill>
                        <a:latin typeface="Times New Roman" panose="02020603050405020304" pitchFamily="18" charset="0"/>
                        <a:cs typeface="Times New Roman" panose="02020603050405020304" pitchFamily="18" charset="0"/>
                      </a:endParaRPr>
                    </a:p>
                  </a:txBody>
                  <a:tcPr/>
                </a:tc>
                <a:tc>
                  <a:txBody>
                    <a:bodyPr/>
                    <a:lstStyle/>
                    <a:p>
                      <a:pPr algn="ctr"/>
                      <a:endParaRPr lang="en-US" sz="1800" dirty="0">
                        <a:solidFill>
                          <a:srgbClr val="0E1FBE"/>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80902402"/>
                  </a:ext>
                </a:extLst>
              </a:tr>
              <a:tr h="689148">
                <a:tc>
                  <a:txBody>
                    <a:bodyPr/>
                    <a:lstStyle/>
                    <a:p>
                      <a:pPr algn="ctr"/>
                      <a:r>
                        <a:rPr lang="en-US" sz="1800" dirty="0">
                          <a:latin typeface="Times New Roman" panose="02020603050405020304" pitchFamily="18" charset="0"/>
                          <a:cs typeface="Times New Roman" panose="02020603050405020304" pitchFamily="18" charset="0"/>
                        </a:rPr>
                        <a:t>1</a:t>
                      </a:r>
                      <a:endParaRPr lang="en-US" sz="1800" dirty="0">
                        <a:solidFill>
                          <a:srgbClr val="0E1FBE"/>
                        </a:solidFill>
                        <a:latin typeface="Times New Roman" panose="02020603050405020304" pitchFamily="18" charset="0"/>
                        <a:cs typeface="Times New Roman" panose="02020603050405020304" pitchFamily="18" charset="0"/>
                      </a:endParaRPr>
                    </a:p>
                  </a:txBody>
                  <a:tcPr anchor="ctr"/>
                </a:tc>
                <a:tc>
                  <a:txBody>
                    <a:bodyPr/>
                    <a:lstStyle/>
                    <a:p>
                      <a:pPr algn="just"/>
                      <a:r>
                        <a:rPr lang="en-US" sz="1800" dirty="0" err="1">
                          <a:latin typeface="Times New Roman" panose="02020603050405020304" pitchFamily="18" charset="0"/>
                          <a:cs typeface="Times New Roman" panose="02020603050405020304" pitchFamily="18" charset="0"/>
                        </a:rPr>
                        <a:t>Chuẩn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bị</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hồ</a:t>
                      </a:r>
                      <a:r>
                        <a:rPr lang="en-US" sz="1800" dirty="0">
                          <a:latin typeface="Times New Roman" panose="02020603050405020304" pitchFamily="18" charset="0"/>
                          <a:cs typeface="Times New Roman" panose="02020603050405020304" pitchFamily="18" charset="0"/>
                        </a:rPr>
                        <a:t> s</a:t>
                      </a:r>
                      <a:r>
                        <a:rPr lang="vi-VN" sz="1800" dirty="0">
                          <a:latin typeface="Times New Roman" panose="02020603050405020304" pitchFamily="18" charset="0"/>
                          <a:cs typeface="Times New Roman" panose="02020603050405020304" pitchFamily="18" charset="0"/>
                        </a:rPr>
                        <a:t>ơ</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đầy</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đủ</a:t>
                      </a:r>
                      <a:r>
                        <a:rPr lang="en-US" sz="1800" dirty="0">
                          <a:latin typeface="Times New Roman" panose="02020603050405020304" pitchFamily="18" charset="0"/>
                          <a:cs typeface="Times New Roman" panose="02020603050405020304" pitchFamily="18" charset="0"/>
                        </a:rPr>
                        <a:t> tr</a:t>
                      </a:r>
                      <a:r>
                        <a:rPr lang="vi-VN" sz="1800" dirty="0">
                          <a:latin typeface="Times New Roman" panose="02020603050405020304" pitchFamily="18" charset="0"/>
                          <a:cs typeface="Times New Roman" panose="02020603050405020304" pitchFamily="18" charset="0"/>
                        </a:rPr>
                        <a:t>ư</a:t>
                      </a:r>
                      <a:r>
                        <a:rPr lang="en-US" sz="1800" dirty="0" err="1">
                          <a:latin typeface="Times New Roman" panose="02020603050405020304" pitchFamily="18" charset="0"/>
                          <a:cs typeface="Times New Roman" panose="02020603050405020304" pitchFamily="18" charset="0"/>
                        </a:rPr>
                        <a:t>ớc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khi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tiến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hành</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cấp</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phép</a:t>
                      </a:r>
                      <a:r>
                        <a:rPr lang="en-US" sz="1800" dirty="0">
                          <a:latin typeface="Times New Roman" panose="02020603050405020304" pitchFamily="18" charset="0"/>
                          <a:cs typeface="Times New Roman" panose="02020603050405020304" pitchFamily="18" charset="0"/>
                        </a:rPr>
                        <a:t>.</a:t>
                      </a:r>
                      <a:endParaRPr lang="en-US" sz="1800" dirty="0">
                        <a:solidFill>
                          <a:srgbClr val="0E1FBE"/>
                        </a:solidFill>
                        <a:latin typeface="Times New Roman" panose="02020603050405020304" pitchFamily="18" charset="0"/>
                        <a:cs typeface="Times New Roman" panose="02020603050405020304" pitchFamily="18" charset="0"/>
                      </a:endParaRPr>
                    </a:p>
                  </a:txBody>
                  <a:tcPr anchor="ctr"/>
                </a:tc>
                <a:tc>
                  <a:txBody>
                    <a:bodyPr/>
                    <a:lstStyle/>
                    <a:p>
                      <a:pPr algn="just"/>
                      <a:r>
                        <a:rPr lang="en-US" sz="1800">
                          <a:latin typeface="Times New Roman" panose="02020603050405020304" pitchFamily="18" charset="0"/>
                          <a:cs typeface="Times New Roman" panose="02020603050405020304" pitchFamily="18" charset="0"/>
                        </a:rPr>
                        <a:t>XNK/KĐN sẽ rà soát đôn đốc Nhà thầu thực hiện.</a:t>
                      </a:r>
                      <a:endParaRPr lang="en-US" sz="1800" dirty="0">
                        <a:solidFill>
                          <a:srgbClr val="0E1FBE"/>
                        </a:solidFill>
                        <a:latin typeface="Times New Roman" panose="02020603050405020304" pitchFamily="18" charset="0"/>
                        <a:cs typeface="Times New Roman" panose="02020603050405020304" pitchFamily="18" charset="0"/>
                      </a:endParaRPr>
                    </a:p>
                  </a:txBody>
                  <a:tcPr anchor="ctr"/>
                </a:tc>
                <a:tc>
                  <a:txBody>
                    <a:bodyPr/>
                    <a:lstStyle/>
                    <a:p>
                      <a:pPr algn="ctr"/>
                      <a:r>
                        <a:rPr lang="en-US" sz="1800">
                          <a:latin typeface="Times New Roman" panose="02020603050405020304" pitchFamily="18" charset="0"/>
                          <a:cs typeface="Times New Roman" panose="02020603050405020304" pitchFamily="18" charset="0"/>
                        </a:rPr>
                        <a:t>XNK/Nhà thầu</a:t>
                      </a:r>
                      <a:endParaRPr lang="en-US" sz="1800" dirty="0">
                        <a:solidFill>
                          <a:srgbClr val="0E1FBE"/>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56746334"/>
                  </a:ext>
                </a:extLst>
              </a:tr>
              <a:tr h="861904">
                <a:tc>
                  <a:txBody>
                    <a:bodyPr/>
                    <a:lstStyle/>
                    <a:p>
                      <a:pPr algn="ctr"/>
                      <a:r>
                        <a:rPr lang="en-US" sz="1800">
                          <a:latin typeface="Times New Roman" panose="02020603050405020304" pitchFamily="18" charset="0"/>
                          <a:cs typeface="Times New Roman" panose="02020603050405020304" pitchFamily="18" charset="0"/>
                        </a:rPr>
                        <a:t>2</a:t>
                      </a:r>
                      <a:endParaRPr lang="en-US" sz="1800" dirty="0">
                        <a:solidFill>
                          <a:srgbClr val="0E1FBE"/>
                        </a:solidFill>
                        <a:latin typeface="Times New Roman" panose="02020603050405020304" pitchFamily="18" charset="0"/>
                        <a:cs typeface="Times New Roman" panose="02020603050405020304" pitchFamily="18" charset="0"/>
                      </a:endParaRPr>
                    </a:p>
                  </a:txBody>
                  <a:tcPr anchor="ctr"/>
                </a:tc>
                <a:tc>
                  <a:txBody>
                    <a:bodyPr/>
                    <a:lstStyle/>
                    <a:p>
                      <a:pPr algn="just"/>
                      <a:r>
                        <a:rPr lang="en-US" sz="1800" kern="1200" dirty="0" err="1">
                          <a:effectLst/>
                          <a:latin typeface="Times New Roman" panose="02020603050405020304" pitchFamily="18" charset="0"/>
                          <a:cs typeface="Times New Roman" panose="02020603050405020304" pitchFamily="18" charset="0"/>
                        </a:rPr>
                        <a:t>Bố</a:t>
                      </a:r>
                      <a:r>
                        <a:rPr lang="en-US" sz="1800" kern="1200" dirty="0">
                          <a:effectLst/>
                          <a:latin typeface="Times New Roman" panose="02020603050405020304" pitchFamily="18" charset="0"/>
                          <a:cs typeface="Times New Roman" panose="02020603050405020304" pitchFamily="18" charset="0"/>
                        </a:rPr>
                        <a:t> </a:t>
                      </a:r>
                      <a:r>
                        <a:rPr lang="en-US" sz="1800" kern="1200" dirty="0" err="1">
                          <a:effectLst/>
                          <a:latin typeface="Times New Roman" panose="02020603050405020304" pitchFamily="18" charset="0"/>
                          <a:cs typeface="Times New Roman" panose="02020603050405020304" pitchFamily="18" charset="0"/>
                        </a:rPr>
                        <a:t>trí</a:t>
                      </a:r>
                      <a:r>
                        <a:rPr lang="en-US" sz="1800" kern="1200" dirty="0">
                          <a:effectLst/>
                          <a:latin typeface="Times New Roman" panose="02020603050405020304" pitchFamily="18" charset="0"/>
                          <a:cs typeface="Times New Roman" panose="02020603050405020304" pitchFamily="18" charset="0"/>
                        </a:rPr>
                        <a:t> </a:t>
                      </a:r>
                      <a:r>
                        <a:rPr lang="en-US" sz="1800" kern="1200" dirty="0" err="1">
                          <a:effectLst/>
                          <a:latin typeface="Times New Roman" panose="02020603050405020304" pitchFamily="18" charset="0"/>
                          <a:cs typeface="Times New Roman" panose="02020603050405020304" pitchFamily="18" charset="0"/>
                        </a:rPr>
                        <a:t>đầy</a:t>
                      </a:r>
                      <a:r>
                        <a:rPr lang="en-US" sz="1800" kern="1200" dirty="0">
                          <a:effectLst/>
                          <a:latin typeface="Times New Roman" panose="02020603050405020304" pitchFamily="18" charset="0"/>
                          <a:cs typeface="Times New Roman" panose="02020603050405020304" pitchFamily="18" charset="0"/>
                        </a:rPr>
                        <a:t> </a:t>
                      </a:r>
                      <a:r>
                        <a:rPr lang="en-US" sz="1800" kern="1200" dirty="0" err="1">
                          <a:effectLst/>
                          <a:latin typeface="Times New Roman" panose="02020603050405020304" pitchFamily="18" charset="0"/>
                          <a:cs typeface="Times New Roman" panose="02020603050405020304" pitchFamily="18" charset="0"/>
                        </a:rPr>
                        <a:t>đủ</a:t>
                      </a:r>
                      <a:r>
                        <a:rPr lang="en-US" sz="1800" kern="1200" dirty="0">
                          <a:effectLst/>
                          <a:latin typeface="Times New Roman" panose="02020603050405020304" pitchFamily="18" charset="0"/>
                          <a:cs typeface="Times New Roman" panose="02020603050405020304" pitchFamily="18" charset="0"/>
                        </a:rPr>
                        <a:t> </a:t>
                      </a:r>
                      <a:r>
                        <a:rPr lang="en-US" sz="1800" kern="1200" dirty="0" err="1">
                          <a:effectLst/>
                          <a:latin typeface="Times New Roman" panose="02020603050405020304" pitchFamily="18" charset="0"/>
                          <a:cs typeface="Times New Roman" panose="02020603050405020304" pitchFamily="18" charset="0"/>
                        </a:rPr>
                        <a:t>đèn</a:t>
                      </a:r>
                      <a:r>
                        <a:rPr lang="en-US" sz="1800" kern="1200" dirty="0">
                          <a:effectLst/>
                          <a:latin typeface="Times New Roman" panose="02020603050405020304" pitchFamily="18" charset="0"/>
                          <a:cs typeface="Times New Roman" panose="02020603050405020304" pitchFamily="18" charset="0"/>
                        </a:rPr>
                        <a:t> </a:t>
                      </a:r>
                      <a:r>
                        <a:rPr lang="en-US" sz="1800" kern="1200" dirty="0" err="1">
                          <a:effectLst/>
                          <a:latin typeface="Times New Roman" panose="02020603050405020304" pitchFamily="18" charset="0"/>
                          <a:cs typeface="Times New Roman" panose="02020603050405020304" pitchFamily="18" charset="0"/>
                        </a:rPr>
                        <a:t>chiếu</a:t>
                      </a:r>
                      <a:r>
                        <a:rPr lang="en-US" sz="1800" kern="1200" dirty="0">
                          <a:effectLst/>
                          <a:latin typeface="Times New Roman" panose="02020603050405020304" pitchFamily="18" charset="0"/>
                          <a:cs typeface="Times New Roman" panose="02020603050405020304" pitchFamily="18" charset="0"/>
                        </a:rPr>
                        <a:t> </a:t>
                      </a:r>
                      <a:r>
                        <a:rPr lang="en-US" sz="1800" kern="1200" dirty="0" err="1">
                          <a:effectLst/>
                          <a:latin typeface="Times New Roman" panose="02020603050405020304" pitchFamily="18" charset="0"/>
                          <a:cs typeface="Times New Roman" panose="02020603050405020304" pitchFamily="18" charset="0"/>
                        </a:rPr>
                        <a:t>sáng</a:t>
                      </a:r>
                      <a:r>
                        <a:rPr lang="en-US" sz="1800" kern="1200" dirty="0">
                          <a:effectLst/>
                          <a:latin typeface="Times New Roman" panose="02020603050405020304" pitchFamily="18" charset="0"/>
                          <a:cs typeface="Times New Roman" panose="02020603050405020304" pitchFamily="18" charset="0"/>
                        </a:rPr>
                        <a:t> </a:t>
                      </a:r>
                      <a:r>
                        <a:rPr lang="en-US" sz="1800" kern="1200" dirty="0" err="1">
                          <a:effectLst/>
                          <a:latin typeface="Times New Roman" panose="02020603050405020304" pitchFamily="18" charset="0"/>
                          <a:cs typeface="Times New Roman" panose="02020603050405020304" pitchFamily="18" charset="0"/>
                        </a:rPr>
                        <a:t>để</a:t>
                      </a:r>
                      <a:r>
                        <a:rPr lang="en-US" sz="1800" kern="1200" dirty="0">
                          <a:effectLst/>
                          <a:latin typeface="Times New Roman" panose="02020603050405020304" pitchFamily="18" charset="0"/>
                          <a:cs typeface="Times New Roman" panose="02020603050405020304" pitchFamily="18" charset="0"/>
                        </a:rPr>
                        <a:t> </a:t>
                      </a:r>
                      <a:r>
                        <a:rPr lang="en-US" sz="1800" kern="1200" dirty="0" err="1">
                          <a:effectLst/>
                          <a:latin typeface="Times New Roman" panose="02020603050405020304" pitchFamily="18" charset="0"/>
                          <a:cs typeface="Times New Roman" panose="02020603050405020304" pitchFamily="18" charset="0"/>
                        </a:rPr>
                        <a:t>thực</a:t>
                      </a:r>
                      <a:r>
                        <a:rPr lang="en-US" sz="1800" kern="1200" dirty="0">
                          <a:effectLst/>
                          <a:latin typeface="Times New Roman" panose="02020603050405020304" pitchFamily="18" charset="0"/>
                          <a:cs typeface="Times New Roman" panose="02020603050405020304" pitchFamily="18" charset="0"/>
                        </a:rPr>
                        <a:t> </a:t>
                      </a:r>
                      <a:r>
                        <a:rPr lang="en-US" sz="1800" kern="1200" dirty="0" err="1">
                          <a:effectLst/>
                          <a:latin typeface="Times New Roman" panose="02020603050405020304" pitchFamily="18" charset="0"/>
                          <a:cs typeface="Times New Roman" panose="02020603050405020304" pitchFamily="18" charset="0"/>
                        </a:rPr>
                        <a:t>hiện</a:t>
                      </a:r>
                      <a:r>
                        <a:rPr lang="en-US" sz="1800" kern="1200" dirty="0">
                          <a:effectLst/>
                          <a:latin typeface="Times New Roman" panose="02020603050405020304" pitchFamily="18" charset="0"/>
                          <a:cs typeface="Times New Roman" panose="02020603050405020304" pitchFamily="18" charset="0"/>
                        </a:rPr>
                        <a:t> </a:t>
                      </a:r>
                      <a:r>
                        <a:rPr lang="en-US" sz="1800" kern="1200" dirty="0" err="1">
                          <a:effectLst/>
                          <a:latin typeface="Times New Roman" panose="02020603050405020304" pitchFamily="18" charset="0"/>
                          <a:cs typeface="Times New Roman" panose="02020603050405020304" pitchFamily="18" charset="0"/>
                        </a:rPr>
                        <a:t>công</a:t>
                      </a:r>
                      <a:r>
                        <a:rPr lang="en-US" sz="1800" kern="1200" dirty="0">
                          <a:effectLst/>
                          <a:latin typeface="Times New Roman" panose="02020603050405020304" pitchFamily="18" charset="0"/>
                          <a:cs typeface="Times New Roman" panose="02020603050405020304" pitchFamily="18" charset="0"/>
                        </a:rPr>
                        <a:t> </a:t>
                      </a:r>
                      <a:r>
                        <a:rPr lang="en-US" sz="1800" kern="1200" dirty="0" err="1">
                          <a:effectLst/>
                          <a:latin typeface="Times New Roman" panose="02020603050405020304" pitchFamily="18" charset="0"/>
                          <a:cs typeface="Times New Roman" panose="02020603050405020304" pitchFamily="18" charset="0"/>
                        </a:rPr>
                        <a:t>việc</a:t>
                      </a:r>
                      <a:r>
                        <a:rPr lang="en-US" sz="1800" kern="1200" dirty="0">
                          <a:effectLst/>
                          <a:latin typeface="Times New Roman" panose="02020603050405020304" pitchFamily="18" charset="0"/>
                          <a:cs typeface="Times New Roman" panose="02020603050405020304" pitchFamily="18" charset="0"/>
                        </a:rPr>
                        <a:t> </a:t>
                      </a:r>
                      <a:r>
                        <a:rPr lang="en-US" sz="1800" kern="1200" dirty="0" err="1">
                          <a:effectLst/>
                          <a:latin typeface="Times New Roman" panose="02020603050405020304" pitchFamily="18" charset="0"/>
                          <a:cs typeface="Times New Roman" panose="02020603050405020304" pitchFamily="18" charset="0"/>
                        </a:rPr>
                        <a:t>vào</a:t>
                      </a:r>
                      <a:r>
                        <a:rPr lang="en-US" sz="1800" kern="1200" dirty="0">
                          <a:effectLst/>
                          <a:latin typeface="Times New Roman" panose="02020603050405020304" pitchFamily="18" charset="0"/>
                          <a:cs typeface="Times New Roman" panose="02020603050405020304" pitchFamily="18" charset="0"/>
                        </a:rPr>
                        <a:t> ban </a:t>
                      </a:r>
                      <a:r>
                        <a:rPr lang="en-US" sz="1800" kern="1200" dirty="0" err="1">
                          <a:effectLst/>
                          <a:latin typeface="Times New Roman" panose="02020603050405020304" pitchFamily="18" charset="0"/>
                          <a:cs typeface="Times New Roman" panose="02020603050405020304" pitchFamily="18" charset="0"/>
                        </a:rPr>
                        <a:t>đêm</a:t>
                      </a:r>
                      <a:endParaRPr lang="en-US" sz="1800" dirty="0">
                        <a:solidFill>
                          <a:srgbClr val="0E1FBE"/>
                        </a:solidFill>
                        <a:latin typeface="Times New Roman" panose="02020603050405020304" pitchFamily="18" charset="0"/>
                        <a:cs typeface="Times New Roman" panose="02020603050405020304" pitchFamily="18" charset="0"/>
                      </a:endParaRPr>
                    </a:p>
                  </a:txBody>
                  <a:tcPr anchor="ctr"/>
                </a:tc>
                <a:tc>
                  <a:txBody>
                    <a:bodyPr/>
                    <a:lstStyle/>
                    <a:p>
                      <a:pPr algn="just"/>
                      <a:r>
                        <a:rPr lang="en-US" sz="1800" dirty="0" err="1">
                          <a:latin typeface="Times New Roman" panose="02020603050405020304" pitchFamily="18" charset="0"/>
                          <a:cs typeface="Times New Roman" panose="02020603050405020304" pitchFamily="18" charset="0"/>
                        </a:rPr>
                        <a:t>Thực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hiện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khảo</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sát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các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vị</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trí</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công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việc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cần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làm</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đêm</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để</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xác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nhận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vị</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trí</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số</a:t>
                      </a:r>
                      <a:r>
                        <a:rPr lang="en-US" sz="1800" dirty="0">
                          <a:latin typeface="Times New Roman" panose="02020603050405020304" pitchFamily="18" charset="0"/>
                          <a:cs typeface="Times New Roman" panose="02020603050405020304" pitchFamily="18" charset="0"/>
                        </a:rPr>
                        <a:t> l</a:t>
                      </a:r>
                      <a:r>
                        <a:rPr lang="vi-VN" sz="1800" dirty="0">
                          <a:latin typeface="Times New Roman" panose="02020603050405020304" pitchFamily="18" charset="0"/>
                          <a:cs typeface="Times New Roman" panose="02020603050405020304" pitchFamily="18" charset="0"/>
                        </a:rPr>
                        <a:t>ư</a:t>
                      </a:r>
                      <a:r>
                        <a:rPr lang="en-US" sz="1800" dirty="0" err="1">
                          <a:latin typeface="Times New Roman" panose="02020603050405020304" pitchFamily="18" charset="0"/>
                          <a:cs typeface="Times New Roman" panose="02020603050405020304" pitchFamily="18" charset="0"/>
                        </a:rPr>
                        <a:t>ợng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đèn</a:t>
                      </a:r>
                      <a:endParaRPr lang="en-US" sz="1800" dirty="0">
                        <a:solidFill>
                          <a:srgbClr val="0E1FBE"/>
                        </a:solidFill>
                        <a:latin typeface="Times New Roman" panose="02020603050405020304" pitchFamily="18" charset="0"/>
                        <a:cs typeface="Times New Roman" panose="02020603050405020304" pitchFamily="18" charset="0"/>
                      </a:endParaRPr>
                    </a:p>
                  </a:txBody>
                  <a:tcPr anchor="ctr"/>
                </a:tc>
                <a:tc>
                  <a:txBody>
                    <a:bodyPr/>
                    <a:lstStyle/>
                    <a:p>
                      <a:pPr algn="ctr"/>
                      <a:r>
                        <a:rPr lang="en-US" sz="1800" dirty="0">
                          <a:latin typeface="Times New Roman" panose="02020603050405020304" pitchFamily="18" charset="0"/>
                          <a:cs typeface="Times New Roman" panose="02020603050405020304" pitchFamily="18" charset="0"/>
                        </a:rPr>
                        <a:t>XNK</a:t>
                      </a:r>
                      <a:endParaRPr lang="en-US" sz="1800" dirty="0">
                        <a:solidFill>
                          <a:srgbClr val="0E1FBE"/>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708319699"/>
                  </a:ext>
                </a:extLst>
              </a:tr>
              <a:tr h="232954">
                <a:tc>
                  <a:txBody>
                    <a:bodyPr/>
                    <a:lstStyle/>
                    <a:p>
                      <a:pPr algn="ctr"/>
                      <a:r>
                        <a:rPr lang="en-US" sz="1800" b="1" dirty="0">
                          <a:latin typeface="Times New Roman" panose="02020603050405020304" pitchFamily="18" charset="0"/>
                          <a:cs typeface="Times New Roman" panose="02020603050405020304" pitchFamily="18" charset="0"/>
                        </a:rPr>
                        <a:t>II</a:t>
                      </a:r>
                      <a:endParaRPr lang="en-US" sz="1800" b="1" dirty="0">
                        <a:solidFill>
                          <a:srgbClr val="0E1FBE"/>
                        </a:solidFill>
                        <a:latin typeface="Times New Roman" panose="02020603050405020304" pitchFamily="18" charset="0"/>
                        <a:cs typeface="Times New Roman" panose="02020603050405020304" pitchFamily="18" charset="0"/>
                      </a:endParaRPr>
                    </a:p>
                  </a:txBody>
                  <a:tcPr/>
                </a:tc>
                <a:tc>
                  <a:txBody>
                    <a:bodyPr/>
                    <a:lstStyle/>
                    <a:p>
                      <a:pPr algn="just"/>
                      <a:r>
                        <a:rPr lang="en-US" sz="1800" b="1" dirty="0">
                          <a:latin typeface="Times New Roman" panose="02020603050405020304" pitchFamily="18" charset="0"/>
                          <a:cs typeface="Times New Roman" panose="02020603050405020304" pitchFamily="18" charset="0"/>
                        </a:rPr>
                        <a:t>Công </a:t>
                      </a:r>
                      <a:r>
                        <a:rPr lang="en-US" sz="1800" b="1" dirty="0" err="1">
                          <a:latin typeface="Times New Roman" panose="02020603050405020304" pitchFamily="18" charset="0"/>
                          <a:cs typeface="Times New Roman" panose="02020603050405020304" pitchFamily="18" charset="0"/>
                        </a:rPr>
                        <a:t>tác</a:t>
                      </a:r>
                      <a:r>
                        <a:rPr lang="en-US" sz="1800" b="1" dirty="0">
                          <a:latin typeface="Times New Roman" panose="02020603050405020304" pitchFamily="18" charset="0"/>
                          <a:cs typeface="Times New Roman" panose="02020603050405020304" pitchFamily="18" charset="0"/>
                        </a:rPr>
                        <a:t> </a:t>
                      </a:r>
                      <a:r>
                        <a:rPr lang="en-US" sz="1800" b="1" dirty="0" err="1">
                          <a:latin typeface="Times New Roman" panose="02020603050405020304" pitchFamily="18" charset="0"/>
                          <a:cs typeface="Times New Roman" panose="02020603050405020304" pitchFamily="18" charset="0"/>
                        </a:rPr>
                        <a:t>cấp</a:t>
                      </a:r>
                      <a:r>
                        <a:rPr lang="en-US" sz="1800" b="1" dirty="0">
                          <a:latin typeface="Times New Roman" panose="02020603050405020304" pitchFamily="18" charset="0"/>
                          <a:cs typeface="Times New Roman" panose="02020603050405020304" pitchFamily="18" charset="0"/>
                        </a:rPr>
                        <a:t> </a:t>
                      </a:r>
                      <a:r>
                        <a:rPr lang="en-US" sz="1800" b="1" dirty="0" err="1">
                          <a:latin typeface="Times New Roman" panose="02020603050405020304" pitchFamily="18" charset="0"/>
                          <a:cs typeface="Times New Roman" panose="02020603050405020304" pitchFamily="18" charset="0"/>
                        </a:rPr>
                        <a:t>phép</a:t>
                      </a:r>
                      <a:r>
                        <a:rPr lang="en-US" sz="1800" b="1" dirty="0">
                          <a:latin typeface="Times New Roman" panose="02020603050405020304" pitchFamily="18" charset="0"/>
                          <a:cs typeface="Times New Roman" panose="02020603050405020304" pitchFamily="18" charset="0"/>
                        </a:rPr>
                        <a:t> </a:t>
                      </a:r>
                      <a:r>
                        <a:rPr lang="en-US" sz="1800" b="1" dirty="0" err="1">
                          <a:latin typeface="Times New Roman" panose="02020603050405020304" pitchFamily="18" charset="0"/>
                          <a:cs typeface="Times New Roman" panose="02020603050405020304" pitchFamily="18" charset="0"/>
                        </a:rPr>
                        <a:t>làm</a:t>
                      </a:r>
                      <a:r>
                        <a:rPr lang="en-US" sz="1800" b="1" dirty="0">
                          <a:latin typeface="Times New Roman" panose="02020603050405020304" pitchFamily="18" charset="0"/>
                          <a:cs typeface="Times New Roman" panose="02020603050405020304" pitchFamily="18" charset="0"/>
                        </a:rPr>
                        <a:t> </a:t>
                      </a:r>
                      <a:r>
                        <a:rPr lang="en-US" sz="1800" b="1" dirty="0" err="1">
                          <a:latin typeface="Times New Roman" panose="02020603050405020304" pitchFamily="18" charset="0"/>
                          <a:cs typeface="Times New Roman" panose="02020603050405020304" pitchFamily="18" charset="0"/>
                        </a:rPr>
                        <a:t>việc</a:t>
                      </a:r>
                      <a:endParaRPr lang="en-US" sz="1800" b="1" dirty="0">
                        <a:solidFill>
                          <a:srgbClr val="0E1FBE"/>
                        </a:solidFill>
                        <a:latin typeface="Times New Roman" panose="02020603050405020304" pitchFamily="18" charset="0"/>
                        <a:cs typeface="Times New Roman" panose="02020603050405020304" pitchFamily="18" charset="0"/>
                      </a:endParaRPr>
                    </a:p>
                  </a:txBody>
                  <a:tcPr/>
                </a:tc>
                <a:tc>
                  <a:txBody>
                    <a:bodyPr/>
                    <a:lstStyle/>
                    <a:p>
                      <a:pPr algn="just"/>
                      <a:endParaRPr lang="en-US" sz="1800" dirty="0">
                        <a:solidFill>
                          <a:srgbClr val="0E1FBE"/>
                        </a:solidFill>
                        <a:latin typeface="Times New Roman" panose="02020603050405020304" pitchFamily="18" charset="0"/>
                        <a:cs typeface="Times New Roman" panose="02020603050405020304" pitchFamily="18" charset="0"/>
                      </a:endParaRPr>
                    </a:p>
                  </a:txBody>
                  <a:tcPr/>
                </a:tc>
                <a:tc>
                  <a:txBody>
                    <a:bodyPr/>
                    <a:lstStyle/>
                    <a:p>
                      <a:pPr algn="ctr"/>
                      <a:endParaRPr lang="en-US" sz="1800" dirty="0">
                        <a:solidFill>
                          <a:srgbClr val="0E1FBE"/>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69357234"/>
                  </a:ext>
                </a:extLst>
              </a:tr>
              <a:tr h="984497">
                <a:tc>
                  <a:txBody>
                    <a:bodyPr/>
                    <a:lstStyle/>
                    <a:p>
                      <a:pPr algn="ctr"/>
                      <a:r>
                        <a:rPr lang="en-US" sz="1800">
                          <a:latin typeface="Times New Roman" panose="02020603050405020304" pitchFamily="18" charset="0"/>
                          <a:cs typeface="Times New Roman" panose="02020603050405020304" pitchFamily="18" charset="0"/>
                        </a:rPr>
                        <a:t>3</a:t>
                      </a:r>
                      <a:endParaRPr lang="en-US" sz="1800" dirty="0">
                        <a:solidFill>
                          <a:srgbClr val="0E1FBE"/>
                        </a:solidFill>
                        <a:latin typeface="Times New Roman" panose="02020603050405020304" pitchFamily="18" charset="0"/>
                        <a:cs typeface="Times New Roman" panose="02020603050405020304" pitchFamily="18" charset="0"/>
                      </a:endParaRPr>
                    </a:p>
                  </a:txBody>
                  <a:tcPr anchor="ctr"/>
                </a:tc>
                <a:tc>
                  <a:txBody>
                    <a:bodyPr/>
                    <a:lstStyle/>
                    <a:p>
                      <a:pPr algn="just"/>
                      <a:r>
                        <a:rPr lang="en-US" sz="1800" kern="1200" dirty="0" err="1">
                          <a:effectLst/>
                          <a:latin typeface="Times New Roman" panose="02020603050405020304" pitchFamily="18" charset="0"/>
                          <a:cs typeface="Times New Roman" panose="02020603050405020304" pitchFamily="18" charset="0"/>
                        </a:rPr>
                        <a:t>Phân</a:t>
                      </a:r>
                      <a:r>
                        <a:rPr lang="en-US" sz="1800" kern="1200" dirty="0">
                          <a:effectLst/>
                          <a:latin typeface="Times New Roman" panose="02020603050405020304" pitchFamily="18" charset="0"/>
                          <a:cs typeface="Times New Roman" panose="02020603050405020304" pitchFamily="18" charset="0"/>
                        </a:rPr>
                        <a:t> </a:t>
                      </a:r>
                      <a:r>
                        <a:rPr lang="en-US" sz="1800" kern="1200" dirty="0" err="1">
                          <a:effectLst/>
                          <a:latin typeface="Times New Roman" panose="02020603050405020304" pitchFamily="18" charset="0"/>
                          <a:cs typeface="Times New Roman" panose="02020603050405020304" pitchFamily="18" charset="0"/>
                        </a:rPr>
                        <a:t>thứ</a:t>
                      </a:r>
                      <a:r>
                        <a:rPr lang="en-US" sz="1800" kern="1200" dirty="0">
                          <a:effectLst/>
                          <a:latin typeface="Times New Roman" panose="02020603050405020304" pitchFamily="18" charset="0"/>
                          <a:cs typeface="Times New Roman" panose="02020603050405020304" pitchFamily="18" charset="0"/>
                        </a:rPr>
                        <a:t> </a:t>
                      </a:r>
                      <a:r>
                        <a:rPr lang="en-US" sz="1800" kern="1200" dirty="0" err="1">
                          <a:effectLst/>
                          <a:latin typeface="Times New Roman" panose="02020603050405020304" pitchFamily="18" charset="0"/>
                          <a:cs typeface="Times New Roman" panose="02020603050405020304" pitchFamily="18" charset="0"/>
                        </a:rPr>
                        <a:t>tự</a:t>
                      </a:r>
                      <a:r>
                        <a:rPr lang="en-US" sz="1800" kern="1200" dirty="0">
                          <a:effectLst/>
                          <a:latin typeface="Times New Roman" panose="02020603050405020304" pitchFamily="18" charset="0"/>
                          <a:cs typeface="Times New Roman" panose="02020603050405020304" pitchFamily="18" charset="0"/>
                        </a:rPr>
                        <a:t> </a:t>
                      </a:r>
                      <a:r>
                        <a:rPr lang="en-US" sz="1800" kern="1200" dirty="0" err="1">
                          <a:effectLst/>
                          <a:latin typeface="Times New Roman" panose="02020603050405020304" pitchFamily="18" charset="0"/>
                          <a:cs typeface="Times New Roman" panose="02020603050405020304" pitchFamily="18" charset="0"/>
                        </a:rPr>
                        <a:t>ưu</a:t>
                      </a:r>
                      <a:r>
                        <a:rPr lang="en-US" sz="1800" kern="1200" dirty="0">
                          <a:effectLst/>
                          <a:latin typeface="Times New Roman" panose="02020603050405020304" pitchFamily="18" charset="0"/>
                          <a:cs typeface="Times New Roman" panose="02020603050405020304" pitchFamily="18" charset="0"/>
                        </a:rPr>
                        <a:t> </a:t>
                      </a:r>
                      <a:r>
                        <a:rPr lang="en-US" sz="1800" kern="1200" dirty="0" err="1">
                          <a:effectLst/>
                          <a:latin typeface="Times New Roman" panose="02020603050405020304" pitchFamily="18" charset="0"/>
                          <a:cs typeface="Times New Roman" panose="02020603050405020304" pitchFamily="18" charset="0"/>
                        </a:rPr>
                        <a:t>tiên</a:t>
                      </a:r>
                      <a:r>
                        <a:rPr lang="en-US" sz="1800" kern="1200" dirty="0">
                          <a:effectLst/>
                          <a:latin typeface="Times New Roman" panose="02020603050405020304" pitchFamily="18" charset="0"/>
                          <a:cs typeface="Times New Roman" panose="02020603050405020304" pitchFamily="18" charset="0"/>
                        </a:rPr>
                        <a:t> </a:t>
                      </a:r>
                      <a:r>
                        <a:rPr lang="en-US" sz="1800" kern="1200" dirty="0" err="1">
                          <a:effectLst/>
                          <a:latin typeface="Times New Roman" panose="02020603050405020304" pitchFamily="18" charset="0"/>
                          <a:cs typeface="Times New Roman" panose="02020603050405020304" pitchFamily="18" charset="0"/>
                        </a:rPr>
                        <a:t>cấp</a:t>
                      </a:r>
                      <a:r>
                        <a:rPr lang="en-US" sz="1800" kern="1200" dirty="0">
                          <a:effectLst/>
                          <a:latin typeface="Times New Roman" panose="02020603050405020304" pitchFamily="18" charset="0"/>
                          <a:cs typeface="Times New Roman" panose="02020603050405020304" pitchFamily="18" charset="0"/>
                        </a:rPr>
                        <a:t> </a:t>
                      </a:r>
                      <a:r>
                        <a:rPr lang="en-US" sz="1800" kern="1200" dirty="0" err="1">
                          <a:effectLst/>
                          <a:latin typeface="Times New Roman" panose="02020603050405020304" pitchFamily="18" charset="0"/>
                          <a:cs typeface="Times New Roman" panose="02020603050405020304" pitchFamily="18" charset="0"/>
                        </a:rPr>
                        <a:t>phép</a:t>
                      </a:r>
                      <a:r>
                        <a:rPr lang="en-US" sz="1800" kern="1200" dirty="0">
                          <a:effectLst/>
                          <a:latin typeface="Times New Roman" panose="02020603050405020304" pitchFamily="18" charset="0"/>
                          <a:cs typeface="Times New Roman" panose="02020603050405020304" pitchFamily="18" charset="0"/>
                        </a:rPr>
                        <a:t> </a:t>
                      </a:r>
                      <a:r>
                        <a:rPr lang="en-US" sz="1800" kern="1200" dirty="0" err="1">
                          <a:effectLst/>
                          <a:latin typeface="Times New Roman" panose="02020603050405020304" pitchFamily="18" charset="0"/>
                          <a:cs typeface="Times New Roman" panose="02020603050405020304" pitchFamily="18" charset="0"/>
                        </a:rPr>
                        <a:t>và</a:t>
                      </a:r>
                      <a:r>
                        <a:rPr lang="en-US" sz="1800" kern="1200" dirty="0">
                          <a:effectLst/>
                          <a:latin typeface="Times New Roman" panose="02020603050405020304" pitchFamily="18" charset="0"/>
                          <a:cs typeface="Times New Roman" panose="02020603050405020304" pitchFamily="18" charset="0"/>
                        </a:rPr>
                        <a:t> </a:t>
                      </a:r>
                      <a:r>
                        <a:rPr lang="en-US" sz="1800" kern="1200" dirty="0" err="1">
                          <a:effectLst/>
                          <a:latin typeface="Times New Roman" panose="02020603050405020304" pitchFamily="18" charset="0"/>
                          <a:cs typeface="Times New Roman" panose="02020603050405020304" pitchFamily="18" charset="0"/>
                        </a:rPr>
                        <a:t>khung</a:t>
                      </a:r>
                      <a:r>
                        <a:rPr lang="en-US" sz="1800" kern="1200" dirty="0">
                          <a:effectLst/>
                          <a:latin typeface="Times New Roman" panose="02020603050405020304" pitchFamily="18" charset="0"/>
                          <a:cs typeface="Times New Roman" panose="02020603050405020304" pitchFamily="18" charset="0"/>
                        </a:rPr>
                        <a:t> </a:t>
                      </a:r>
                      <a:r>
                        <a:rPr lang="en-US" sz="1800" kern="1200" dirty="0" err="1">
                          <a:effectLst/>
                          <a:latin typeface="Times New Roman" panose="02020603050405020304" pitchFamily="18" charset="0"/>
                          <a:cs typeface="Times New Roman" panose="02020603050405020304" pitchFamily="18" charset="0"/>
                        </a:rPr>
                        <a:t>giờ</a:t>
                      </a:r>
                      <a:r>
                        <a:rPr lang="en-US" sz="1800" kern="1200" dirty="0">
                          <a:effectLst/>
                          <a:latin typeface="Times New Roman" panose="02020603050405020304" pitchFamily="18" charset="0"/>
                          <a:cs typeface="Times New Roman" panose="02020603050405020304" pitchFamily="18" charset="0"/>
                        </a:rPr>
                        <a:t> </a:t>
                      </a:r>
                      <a:r>
                        <a:rPr lang="en-US" sz="1800" kern="1200" dirty="0" err="1">
                          <a:effectLst/>
                          <a:latin typeface="Times New Roman" panose="02020603050405020304" pitchFamily="18" charset="0"/>
                          <a:cs typeface="Times New Roman" panose="02020603050405020304" pitchFamily="18" charset="0"/>
                        </a:rPr>
                        <a:t>cấp</a:t>
                      </a:r>
                      <a:r>
                        <a:rPr lang="en-US" sz="1800" kern="1200" dirty="0">
                          <a:effectLst/>
                          <a:latin typeface="Times New Roman" panose="02020603050405020304" pitchFamily="18" charset="0"/>
                          <a:cs typeface="Times New Roman" panose="02020603050405020304" pitchFamily="18" charset="0"/>
                        </a:rPr>
                        <a:t> </a:t>
                      </a:r>
                      <a:r>
                        <a:rPr lang="en-US" sz="1800" kern="1200" dirty="0" err="1">
                          <a:effectLst/>
                          <a:latin typeface="Times New Roman" panose="02020603050405020304" pitchFamily="18" charset="0"/>
                          <a:cs typeface="Times New Roman" panose="02020603050405020304" pitchFamily="18" charset="0"/>
                        </a:rPr>
                        <a:t>phép</a:t>
                      </a:r>
                      <a:r>
                        <a:rPr lang="en-US" sz="1800" kern="1200" dirty="0">
                          <a:effectLst/>
                          <a:latin typeface="Times New Roman" panose="02020603050405020304" pitchFamily="18" charset="0"/>
                          <a:cs typeface="Times New Roman" panose="02020603050405020304" pitchFamily="18" charset="0"/>
                        </a:rPr>
                        <a:t> </a:t>
                      </a:r>
                      <a:r>
                        <a:rPr lang="en-US" sz="1800" kern="1200" dirty="0" err="1">
                          <a:effectLst/>
                          <a:latin typeface="Times New Roman" panose="02020603050405020304" pitchFamily="18" charset="0"/>
                          <a:cs typeface="Times New Roman" panose="02020603050405020304" pitchFamily="18" charset="0"/>
                        </a:rPr>
                        <a:t>giãn</a:t>
                      </a:r>
                      <a:r>
                        <a:rPr lang="en-US" sz="1800" kern="1200" dirty="0">
                          <a:effectLst/>
                          <a:latin typeface="Times New Roman" panose="02020603050405020304" pitchFamily="18" charset="0"/>
                          <a:cs typeface="Times New Roman" panose="02020603050405020304" pitchFamily="18" charset="0"/>
                        </a:rPr>
                        <a:t> </a:t>
                      </a:r>
                      <a:r>
                        <a:rPr lang="en-US" sz="1800" kern="1200" dirty="0" err="1">
                          <a:effectLst/>
                          <a:latin typeface="Times New Roman" panose="02020603050405020304" pitchFamily="18" charset="0"/>
                          <a:cs typeface="Times New Roman" panose="02020603050405020304" pitchFamily="18" charset="0"/>
                        </a:rPr>
                        <a:t>rộng</a:t>
                      </a:r>
                      <a:r>
                        <a:rPr lang="en-US" sz="1800" kern="1200" dirty="0">
                          <a:effectLst/>
                          <a:latin typeface="Times New Roman" panose="02020603050405020304" pitchFamily="18" charset="0"/>
                          <a:cs typeface="Times New Roman" panose="02020603050405020304" pitchFamily="18" charset="0"/>
                        </a:rPr>
                        <a:t> </a:t>
                      </a:r>
                      <a:r>
                        <a:rPr lang="en-US" sz="1800" kern="1200" dirty="0" err="1">
                          <a:effectLst/>
                          <a:latin typeface="Times New Roman" panose="02020603050405020304" pitchFamily="18" charset="0"/>
                          <a:cs typeface="Times New Roman" panose="02020603050405020304" pitchFamily="18" charset="0"/>
                        </a:rPr>
                        <a:t>hơn</a:t>
                      </a:r>
                      <a:r>
                        <a:rPr lang="en-US" sz="1800" kern="1200" dirty="0">
                          <a:effectLst/>
                          <a:latin typeface="Times New Roman" panose="02020603050405020304" pitchFamily="18" charset="0"/>
                          <a:cs typeface="Times New Roman" panose="02020603050405020304" pitchFamily="18" charset="0"/>
                        </a:rPr>
                        <a:t> </a:t>
                      </a:r>
                      <a:r>
                        <a:rPr lang="en-US" sz="1800" kern="1200" dirty="0" err="1">
                          <a:effectLst/>
                          <a:latin typeface="Times New Roman" panose="02020603050405020304" pitchFamily="18" charset="0"/>
                          <a:cs typeface="Times New Roman" panose="02020603050405020304" pitchFamily="18" charset="0"/>
                        </a:rPr>
                        <a:t>để</a:t>
                      </a:r>
                      <a:r>
                        <a:rPr lang="en-US" sz="1800" kern="1200" dirty="0">
                          <a:effectLst/>
                          <a:latin typeface="Times New Roman" panose="02020603050405020304" pitchFamily="18" charset="0"/>
                          <a:cs typeface="Times New Roman" panose="02020603050405020304" pitchFamily="18" charset="0"/>
                        </a:rPr>
                        <a:t> </a:t>
                      </a:r>
                      <a:r>
                        <a:rPr lang="en-US" sz="1800" kern="1200" dirty="0" err="1">
                          <a:effectLst/>
                          <a:latin typeface="Times New Roman" panose="02020603050405020304" pitchFamily="18" charset="0"/>
                          <a:cs typeface="Times New Roman" panose="02020603050405020304" pitchFamily="18" charset="0"/>
                        </a:rPr>
                        <a:t>không</a:t>
                      </a:r>
                      <a:r>
                        <a:rPr lang="en-US" sz="1800" kern="1200" dirty="0">
                          <a:effectLst/>
                          <a:latin typeface="Times New Roman" panose="02020603050405020304" pitchFamily="18" charset="0"/>
                          <a:cs typeface="Times New Roman" panose="02020603050405020304" pitchFamily="18" charset="0"/>
                        </a:rPr>
                        <a:t> </a:t>
                      </a:r>
                      <a:r>
                        <a:rPr lang="en-US" sz="1800" kern="1200" dirty="0" err="1">
                          <a:effectLst/>
                          <a:latin typeface="Times New Roman" panose="02020603050405020304" pitchFamily="18" charset="0"/>
                          <a:cs typeface="Times New Roman" panose="02020603050405020304" pitchFamily="18" charset="0"/>
                        </a:rPr>
                        <a:t>tập</a:t>
                      </a:r>
                      <a:r>
                        <a:rPr lang="en-US" sz="1800" kern="1200" dirty="0">
                          <a:effectLst/>
                          <a:latin typeface="Times New Roman" panose="02020603050405020304" pitchFamily="18" charset="0"/>
                          <a:cs typeface="Times New Roman" panose="02020603050405020304" pitchFamily="18" charset="0"/>
                        </a:rPr>
                        <a:t> </a:t>
                      </a:r>
                      <a:r>
                        <a:rPr lang="en-US" sz="1800" kern="1200" dirty="0" err="1">
                          <a:effectLst/>
                          <a:latin typeface="Times New Roman" panose="02020603050405020304" pitchFamily="18" charset="0"/>
                          <a:cs typeface="Times New Roman" panose="02020603050405020304" pitchFamily="18" charset="0"/>
                        </a:rPr>
                        <a:t>trung</a:t>
                      </a:r>
                      <a:r>
                        <a:rPr lang="en-US" sz="1800" kern="1200" dirty="0">
                          <a:effectLst/>
                          <a:latin typeface="Times New Roman" panose="02020603050405020304" pitchFamily="18" charset="0"/>
                          <a:cs typeface="Times New Roman" panose="02020603050405020304" pitchFamily="18" charset="0"/>
                        </a:rPr>
                        <a:t> </a:t>
                      </a:r>
                      <a:r>
                        <a:rPr lang="en-US" sz="1800" kern="1200" dirty="0" err="1">
                          <a:effectLst/>
                          <a:latin typeface="Times New Roman" panose="02020603050405020304" pitchFamily="18" charset="0"/>
                          <a:cs typeface="Times New Roman" panose="02020603050405020304" pitchFamily="18" charset="0"/>
                        </a:rPr>
                        <a:t>đông</a:t>
                      </a:r>
                      <a:r>
                        <a:rPr lang="en-US" sz="1800" kern="1200" dirty="0">
                          <a:effectLst/>
                          <a:latin typeface="Times New Roman" panose="02020603050405020304" pitchFamily="18" charset="0"/>
                          <a:cs typeface="Times New Roman" panose="02020603050405020304" pitchFamily="18" charset="0"/>
                        </a:rPr>
                        <a:t> </a:t>
                      </a:r>
                      <a:r>
                        <a:rPr lang="en-US" sz="1800" kern="1200" dirty="0" err="1">
                          <a:effectLst/>
                          <a:latin typeface="Times New Roman" panose="02020603050405020304" pitchFamily="18" charset="0"/>
                          <a:cs typeface="Times New Roman" panose="02020603050405020304" pitchFamily="18" charset="0"/>
                        </a:rPr>
                        <a:t>nhân</a:t>
                      </a:r>
                      <a:r>
                        <a:rPr lang="en-US" sz="1800" kern="1200" dirty="0">
                          <a:effectLst/>
                          <a:latin typeface="Times New Roman" panose="02020603050405020304" pitchFamily="18" charset="0"/>
                          <a:cs typeface="Times New Roman" panose="02020603050405020304" pitchFamily="18" charset="0"/>
                        </a:rPr>
                        <a:t> </a:t>
                      </a:r>
                      <a:r>
                        <a:rPr lang="en-US" sz="1800" kern="1200" dirty="0" err="1">
                          <a:effectLst/>
                          <a:latin typeface="Times New Roman" panose="02020603050405020304" pitchFamily="18" charset="0"/>
                          <a:cs typeface="Times New Roman" panose="02020603050405020304" pitchFamily="18" charset="0"/>
                        </a:rPr>
                        <a:t>sự</a:t>
                      </a:r>
                      <a:r>
                        <a:rPr lang="en-US" sz="1800" kern="1200" dirty="0">
                          <a:effectLst/>
                          <a:latin typeface="Times New Roman" panose="02020603050405020304" pitchFamily="18" charset="0"/>
                          <a:cs typeface="Times New Roman" panose="02020603050405020304" pitchFamily="18" charset="0"/>
                        </a:rPr>
                        <a:t> </a:t>
                      </a:r>
                      <a:r>
                        <a:rPr lang="en-US" sz="1800" kern="1200" dirty="0" err="1">
                          <a:effectLst/>
                          <a:latin typeface="Times New Roman" panose="02020603050405020304" pitchFamily="18" charset="0"/>
                          <a:cs typeface="Times New Roman" panose="02020603050405020304" pitchFamily="18" charset="0"/>
                        </a:rPr>
                        <a:t>vào</a:t>
                      </a:r>
                      <a:r>
                        <a:rPr lang="en-US" sz="1800" kern="1200" dirty="0">
                          <a:effectLst/>
                          <a:latin typeface="Times New Roman" panose="02020603050405020304" pitchFamily="18" charset="0"/>
                          <a:cs typeface="Times New Roman" panose="02020603050405020304" pitchFamily="18" charset="0"/>
                        </a:rPr>
                        <a:t> 1 </a:t>
                      </a:r>
                      <a:r>
                        <a:rPr lang="en-US" sz="1800" kern="1200" dirty="0" err="1">
                          <a:effectLst/>
                          <a:latin typeface="Times New Roman" panose="02020603050405020304" pitchFamily="18" charset="0"/>
                          <a:cs typeface="Times New Roman" panose="02020603050405020304" pitchFamily="18" charset="0"/>
                        </a:rPr>
                        <a:t>thời</a:t>
                      </a:r>
                      <a:r>
                        <a:rPr lang="en-US" sz="1800" kern="1200" dirty="0">
                          <a:effectLst/>
                          <a:latin typeface="Times New Roman" panose="02020603050405020304" pitchFamily="18" charset="0"/>
                          <a:cs typeface="Times New Roman" panose="02020603050405020304" pitchFamily="18" charset="0"/>
                        </a:rPr>
                        <a:t> </a:t>
                      </a:r>
                      <a:r>
                        <a:rPr lang="en-US" sz="1800" kern="1200" dirty="0" err="1">
                          <a:effectLst/>
                          <a:latin typeface="Times New Roman" panose="02020603050405020304" pitchFamily="18" charset="0"/>
                          <a:cs typeface="Times New Roman" panose="02020603050405020304" pitchFamily="18" charset="0"/>
                        </a:rPr>
                        <a:t>điểm</a:t>
                      </a:r>
                      <a:r>
                        <a:rPr lang="en-US" sz="1800" kern="1200" dirty="0">
                          <a:effectLst/>
                          <a:latin typeface="Times New Roman" panose="02020603050405020304" pitchFamily="18" charset="0"/>
                          <a:cs typeface="Times New Roman" panose="02020603050405020304" pitchFamily="18" charset="0"/>
                        </a:rPr>
                        <a:t>.</a:t>
                      </a:r>
                      <a:endParaRPr lang="en-US" sz="1800" dirty="0">
                        <a:solidFill>
                          <a:srgbClr val="0E1FBE"/>
                        </a:solidFill>
                        <a:latin typeface="Times New Roman" panose="02020603050405020304" pitchFamily="18" charset="0"/>
                        <a:cs typeface="Times New Roman" panose="02020603050405020304" pitchFamily="18" charset="0"/>
                      </a:endParaRPr>
                    </a:p>
                  </a:txBody>
                  <a:tcPr anchor="ctr"/>
                </a:tc>
                <a:tc>
                  <a:txBody>
                    <a:bodyPr/>
                    <a:lstStyle/>
                    <a:p>
                      <a:pPr algn="just"/>
                      <a:r>
                        <a:rPr lang="en-US" sz="1800" dirty="0" err="1">
                          <a:latin typeface="Times New Roman" panose="02020603050405020304" pitchFamily="18" charset="0"/>
                          <a:cs typeface="Times New Roman" panose="02020603050405020304" pitchFamily="18" charset="0"/>
                        </a:rPr>
                        <a:t>Rà</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soát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các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công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việc</a:t>
                      </a:r>
                      <a:r>
                        <a:rPr lang="en-US" sz="1800" dirty="0">
                          <a:latin typeface="Times New Roman" panose="02020603050405020304" pitchFamily="18" charset="0"/>
                          <a:cs typeface="Times New Roman" panose="02020603050405020304" pitchFamily="18" charset="0"/>
                        </a:rPr>
                        <a:t> tr</a:t>
                      </a:r>
                      <a:r>
                        <a:rPr lang="vi-VN" sz="1800" dirty="0">
                          <a:latin typeface="Times New Roman" panose="02020603050405020304" pitchFamily="18" charset="0"/>
                          <a:cs typeface="Times New Roman" panose="02020603050405020304" pitchFamily="18" charset="0"/>
                        </a:rPr>
                        <a:t>ư</a:t>
                      </a:r>
                      <a:r>
                        <a:rPr lang="en-US" sz="1800" dirty="0" err="1">
                          <a:latin typeface="Times New Roman" panose="02020603050405020304" pitchFamily="18" charset="0"/>
                          <a:cs typeface="Times New Roman" panose="02020603050405020304" pitchFamily="18" charset="0"/>
                        </a:rPr>
                        <a:t>ớc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dừng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khí</a:t>
                      </a:r>
                      <a:r>
                        <a:rPr lang="en-US" sz="1800" dirty="0">
                          <a:latin typeface="Times New Roman" panose="02020603050405020304" pitchFamily="18" charset="0"/>
                          <a:cs typeface="Times New Roman" panose="02020603050405020304" pitchFamily="18" charset="0"/>
                        </a:rPr>
                        <a:t> 3 </a:t>
                      </a:r>
                      <a:r>
                        <a:rPr lang="en-US" sz="1800" dirty="0" err="1">
                          <a:latin typeface="Times New Roman" panose="02020603050405020304" pitchFamily="18" charset="0"/>
                          <a:cs typeface="Times New Roman" panose="02020603050405020304" pitchFamily="18" charset="0"/>
                        </a:rPr>
                        <a:t>ngày</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để</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phổ</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biến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đến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Tổ</a:t>
                      </a:r>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nhóm</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thực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hiện</a:t>
                      </a:r>
                      <a:r>
                        <a:rPr lang="en-US" sz="1800" dirty="0">
                          <a:latin typeface="Times New Roman" panose="02020603050405020304" pitchFamily="18" charset="0"/>
                          <a:cs typeface="Times New Roman" panose="02020603050405020304" pitchFamily="18" charset="0"/>
                        </a:rPr>
                        <a:t>.</a:t>
                      </a:r>
                      <a:endParaRPr lang="en-US" sz="1800" dirty="0">
                        <a:solidFill>
                          <a:srgbClr val="0E1FBE"/>
                        </a:solidFill>
                        <a:latin typeface="Times New Roman" panose="02020603050405020304" pitchFamily="18" charset="0"/>
                        <a:cs typeface="Times New Roman" panose="02020603050405020304" pitchFamily="18" charset="0"/>
                      </a:endParaRPr>
                    </a:p>
                  </a:txBody>
                  <a:tcPr anchor="ctr"/>
                </a:tc>
                <a:tc>
                  <a:txBody>
                    <a:bodyPr/>
                    <a:lstStyle/>
                    <a:p>
                      <a:pPr algn="ctr"/>
                      <a:r>
                        <a:rPr lang="en-US" sz="1800">
                          <a:latin typeface="Times New Roman" panose="02020603050405020304" pitchFamily="18" charset="0"/>
                          <a:cs typeface="Times New Roman" panose="02020603050405020304" pitchFamily="18" charset="0"/>
                        </a:rPr>
                        <a:t>XNK/KĐN</a:t>
                      </a:r>
                      <a:endParaRPr lang="en-US" sz="1800" dirty="0">
                        <a:solidFill>
                          <a:srgbClr val="0E1FBE"/>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466861557"/>
                  </a:ext>
                </a:extLst>
              </a:tr>
              <a:tr h="608402">
                <a:tc>
                  <a:txBody>
                    <a:bodyPr/>
                    <a:lstStyle/>
                    <a:p>
                      <a:pPr algn="ctr"/>
                      <a:r>
                        <a:rPr lang="en-US" sz="1800">
                          <a:latin typeface="Times New Roman" panose="02020603050405020304" pitchFamily="18" charset="0"/>
                          <a:cs typeface="Times New Roman" panose="02020603050405020304" pitchFamily="18" charset="0"/>
                        </a:rPr>
                        <a:t>4</a:t>
                      </a:r>
                      <a:endParaRPr lang="en-US" sz="1800" dirty="0">
                        <a:solidFill>
                          <a:srgbClr val="0E1FBE"/>
                        </a:solidFill>
                        <a:latin typeface="Times New Roman" panose="02020603050405020304" pitchFamily="18" charset="0"/>
                        <a:cs typeface="Times New Roman" panose="02020603050405020304" pitchFamily="18" charset="0"/>
                      </a:endParaRPr>
                    </a:p>
                  </a:txBody>
                  <a:tcPr anchor="ctr"/>
                </a:tc>
                <a:tc>
                  <a:txBody>
                    <a:bodyPr/>
                    <a:lstStyle/>
                    <a:p>
                      <a:pPr algn="just"/>
                      <a:r>
                        <a:rPr lang="en-US" sz="1800" kern="1200" dirty="0" err="1">
                          <a:effectLst/>
                          <a:latin typeface="Times New Roman" panose="02020603050405020304" pitchFamily="18" charset="0"/>
                          <a:cs typeface="Times New Roman" panose="02020603050405020304" pitchFamily="18" charset="0"/>
                        </a:rPr>
                        <a:t>Chỉ</a:t>
                      </a:r>
                      <a:r>
                        <a:rPr lang="en-US" sz="1800" kern="1200" dirty="0">
                          <a:effectLst/>
                          <a:latin typeface="Times New Roman" panose="02020603050405020304" pitchFamily="18" charset="0"/>
                          <a:cs typeface="Times New Roman" panose="02020603050405020304" pitchFamily="18" charset="0"/>
                        </a:rPr>
                        <a:t> 1 </a:t>
                      </a:r>
                      <a:r>
                        <a:rPr lang="en-US" sz="1800" kern="1200" dirty="0" err="1">
                          <a:effectLst/>
                          <a:latin typeface="Times New Roman" panose="02020603050405020304" pitchFamily="18" charset="0"/>
                          <a:cs typeface="Times New Roman" panose="02020603050405020304" pitchFamily="18" charset="0"/>
                        </a:rPr>
                        <a:t>người</a:t>
                      </a:r>
                      <a:r>
                        <a:rPr lang="en-US" sz="1800" kern="1200" dirty="0">
                          <a:effectLst/>
                          <a:latin typeface="Times New Roman" panose="02020603050405020304" pitchFamily="18" charset="0"/>
                          <a:cs typeface="Times New Roman" panose="02020603050405020304" pitchFamily="18" charset="0"/>
                        </a:rPr>
                        <a:t> </a:t>
                      </a:r>
                      <a:r>
                        <a:rPr lang="en-US" sz="1800" kern="1200" dirty="0" err="1">
                          <a:effectLst/>
                          <a:latin typeface="Times New Roman" panose="02020603050405020304" pitchFamily="18" charset="0"/>
                          <a:cs typeface="Times New Roman" panose="02020603050405020304" pitchFamily="18" charset="0"/>
                        </a:rPr>
                        <a:t>chủ</a:t>
                      </a:r>
                      <a:r>
                        <a:rPr lang="en-US" sz="1800" kern="1200" dirty="0">
                          <a:effectLst/>
                          <a:latin typeface="Times New Roman" panose="02020603050405020304" pitchFamily="18" charset="0"/>
                          <a:cs typeface="Times New Roman" panose="02020603050405020304" pitchFamily="18" charset="0"/>
                        </a:rPr>
                        <a:t> </a:t>
                      </a:r>
                      <a:r>
                        <a:rPr lang="en-US" sz="1800" kern="1200" dirty="0" err="1">
                          <a:effectLst/>
                          <a:latin typeface="Times New Roman" panose="02020603050405020304" pitchFamily="18" charset="0"/>
                          <a:cs typeface="Times New Roman" panose="02020603050405020304" pitchFamily="18" charset="0"/>
                        </a:rPr>
                        <a:t>trì</a:t>
                      </a:r>
                      <a:r>
                        <a:rPr lang="en-US" sz="1800" kern="1200" dirty="0">
                          <a:effectLst/>
                          <a:latin typeface="Times New Roman" panose="02020603050405020304" pitchFamily="18" charset="0"/>
                          <a:cs typeface="Times New Roman" panose="02020603050405020304" pitchFamily="18" charset="0"/>
                        </a:rPr>
                        <a:t> </a:t>
                      </a:r>
                      <a:r>
                        <a:rPr lang="en-US" sz="1800" kern="1200" dirty="0" err="1">
                          <a:effectLst/>
                          <a:latin typeface="Times New Roman" panose="02020603050405020304" pitchFamily="18" charset="0"/>
                          <a:cs typeface="Times New Roman" panose="02020603050405020304" pitchFamily="18" charset="0"/>
                        </a:rPr>
                        <a:t>vào</a:t>
                      </a:r>
                      <a:r>
                        <a:rPr lang="en-US" sz="1800" kern="1200" dirty="0">
                          <a:effectLst/>
                          <a:latin typeface="Times New Roman" panose="02020603050405020304" pitchFamily="18" charset="0"/>
                          <a:cs typeface="Times New Roman" panose="02020603050405020304" pitchFamily="18" charset="0"/>
                        </a:rPr>
                        <a:t> </a:t>
                      </a:r>
                      <a:r>
                        <a:rPr lang="en-US" sz="1800" kern="1200" dirty="0" err="1">
                          <a:effectLst/>
                          <a:latin typeface="Times New Roman" panose="02020603050405020304" pitchFamily="18" charset="0"/>
                          <a:cs typeface="Times New Roman" panose="02020603050405020304" pitchFamily="18" charset="0"/>
                        </a:rPr>
                        <a:t>xin</a:t>
                      </a:r>
                      <a:r>
                        <a:rPr lang="en-US" sz="1800" kern="1200" dirty="0">
                          <a:effectLst/>
                          <a:latin typeface="Times New Roman" panose="02020603050405020304" pitchFamily="18" charset="0"/>
                          <a:cs typeface="Times New Roman" panose="02020603050405020304" pitchFamily="18" charset="0"/>
                        </a:rPr>
                        <a:t> </a:t>
                      </a:r>
                      <a:r>
                        <a:rPr lang="en-US" sz="1800" kern="1200" dirty="0" err="1">
                          <a:effectLst/>
                          <a:latin typeface="Times New Roman" panose="02020603050405020304" pitchFamily="18" charset="0"/>
                          <a:cs typeface="Times New Roman" panose="02020603050405020304" pitchFamily="18" charset="0"/>
                        </a:rPr>
                        <a:t>giấy</a:t>
                      </a:r>
                      <a:r>
                        <a:rPr lang="en-US" sz="1800" kern="1200" dirty="0">
                          <a:effectLst/>
                          <a:latin typeface="Times New Roman" panose="02020603050405020304" pitchFamily="18" charset="0"/>
                          <a:cs typeface="Times New Roman" panose="02020603050405020304" pitchFamily="18" charset="0"/>
                        </a:rPr>
                        <a:t> </a:t>
                      </a:r>
                      <a:r>
                        <a:rPr lang="en-US" sz="1800" kern="1200" dirty="0" err="1">
                          <a:effectLst/>
                          <a:latin typeface="Times New Roman" panose="02020603050405020304" pitchFamily="18" charset="0"/>
                          <a:cs typeface="Times New Roman" panose="02020603050405020304" pitchFamily="18" charset="0"/>
                        </a:rPr>
                        <a:t>phép</a:t>
                      </a:r>
                      <a:r>
                        <a:rPr lang="en-US" sz="1800" kern="1200" dirty="0">
                          <a:effectLst/>
                          <a:latin typeface="Times New Roman" panose="02020603050405020304" pitchFamily="18" charset="0"/>
                          <a:cs typeface="Times New Roman" panose="02020603050405020304" pitchFamily="18" charset="0"/>
                        </a:rPr>
                        <a:t> </a:t>
                      </a:r>
                      <a:r>
                        <a:rPr lang="en-US" sz="1800" kern="1200" dirty="0" err="1">
                          <a:effectLst/>
                          <a:latin typeface="Times New Roman" panose="02020603050405020304" pitchFamily="18" charset="0"/>
                          <a:cs typeface="Times New Roman" panose="02020603050405020304" pitchFamily="18" charset="0"/>
                        </a:rPr>
                        <a:t>cho</a:t>
                      </a:r>
                      <a:r>
                        <a:rPr lang="en-US" sz="1800" kern="1200" dirty="0">
                          <a:effectLst/>
                          <a:latin typeface="Times New Roman" panose="02020603050405020304" pitchFamily="18" charset="0"/>
                          <a:cs typeface="Times New Roman" panose="02020603050405020304" pitchFamily="18" charset="0"/>
                        </a:rPr>
                        <a:t> </a:t>
                      </a:r>
                      <a:r>
                        <a:rPr lang="en-US" sz="1800" kern="1200" dirty="0" err="1">
                          <a:effectLst/>
                          <a:latin typeface="Times New Roman" panose="02020603050405020304" pitchFamily="18" charset="0"/>
                          <a:cs typeface="Times New Roman" panose="02020603050405020304" pitchFamily="18" charset="0"/>
                        </a:rPr>
                        <a:t>nhóm</a:t>
                      </a:r>
                      <a:endParaRPr lang="en-US" sz="1800" dirty="0">
                        <a:solidFill>
                          <a:srgbClr val="0E1FBE"/>
                        </a:solidFill>
                        <a:latin typeface="Times New Roman" panose="02020603050405020304" pitchFamily="18" charset="0"/>
                        <a:cs typeface="Times New Roman" panose="02020603050405020304" pitchFamily="18" charset="0"/>
                      </a:endParaRPr>
                    </a:p>
                  </a:txBody>
                  <a:tcPr anchor="ctr"/>
                </a:tc>
                <a:tc>
                  <a:txBody>
                    <a:bodyPr/>
                    <a:lstStyle/>
                    <a:p>
                      <a:pPr algn="just"/>
                      <a:r>
                        <a:rPr lang="en-US" sz="1800" dirty="0" err="1">
                          <a:latin typeface="Times New Roman" panose="02020603050405020304" pitchFamily="18" charset="0"/>
                          <a:cs typeface="Times New Roman" panose="02020603050405020304" pitchFamily="18" charset="0"/>
                        </a:rPr>
                        <a:t>Phổ</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biến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lại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đến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các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Tổ</a:t>
                      </a:r>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nhóm</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thực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hiện</a:t>
                      </a:r>
                      <a:endParaRPr lang="en-US" sz="1800" dirty="0">
                        <a:solidFill>
                          <a:srgbClr val="0E1FBE"/>
                        </a:solidFill>
                        <a:latin typeface="Times New Roman" panose="02020603050405020304" pitchFamily="18" charset="0"/>
                        <a:cs typeface="Times New Roman" panose="02020603050405020304" pitchFamily="18" charset="0"/>
                      </a:endParaRPr>
                    </a:p>
                  </a:txBody>
                  <a:tcPr anchor="ctr"/>
                </a:tc>
                <a:tc>
                  <a:txBody>
                    <a:bodyPr/>
                    <a:lstStyle/>
                    <a:p>
                      <a:pPr algn="ctr"/>
                      <a:r>
                        <a:rPr lang="en-US" sz="1800">
                          <a:latin typeface="Times New Roman" panose="02020603050405020304" pitchFamily="18" charset="0"/>
                          <a:cs typeface="Times New Roman" panose="02020603050405020304" pitchFamily="18" charset="0"/>
                        </a:rPr>
                        <a:t>Nhà thầu</a:t>
                      </a:r>
                      <a:endParaRPr lang="en-US" sz="1800" dirty="0">
                        <a:solidFill>
                          <a:srgbClr val="0E1FBE"/>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816010351"/>
                  </a:ext>
                </a:extLst>
              </a:tr>
              <a:tr h="984497">
                <a:tc>
                  <a:txBody>
                    <a:bodyPr/>
                    <a:lstStyle/>
                    <a:p>
                      <a:pPr algn="ctr"/>
                      <a:r>
                        <a:rPr lang="en-US" sz="1800">
                          <a:latin typeface="Times New Roman" panose="02020603050405020304" pitchFamily="18" charset="0"/>
                          <a:cs typeface="Times New Roman" panose="02020603050405020304" pitchFamily="18" charset="0"/>
                        </a:rPr>
                        <a:t>5</a:t>
                      </a:r>
                      <a:endParaRPr lang="en-US" sz="1800" dirty="0">
                        <a:solidFill>
                          <a:srgbClr val="0E1FBE"/>
                        </a:solidFill>
                        <a:latin typeface="Times New Roman" panose="02020603050405020304" pitchFamily="18" charset="0"/>
                        <a:cs typeface="Times New Roman" panose="02020603050405020304" pitchFamily="18" charset="0"/>
                      </a:endParaRPr>
                    </a:p>
                  </a:txBody>
                  <a:tcPr anchor="ctr"/>
                </a:tc>
                <a:tc>
                  <a:txBody>
                    <a:bodyPr/>
                    <a:lstStyle/>
                    <a:p>
                      <a:pPr algn="just"/>
                      <a:r>
                        <a:rPr lang="en-US" sz="1800" dirty="0" err="1">
                          <a:latin typeface="Times New Roman" panose="02020603050405020304" pitchFamily="18" charset="0"/>
                          <a:cs typeface="Times New Roman" panose="02020603050405020304" pitchFamily="18" charset="0"/>
                        </a:rPr>
                        <a:t>Rà</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soát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và</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cập</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nhật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đầy</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đủ</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các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đầu</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việc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liên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quan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vào</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danh</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mục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để</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kiểm</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soát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và</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có</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tiến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độ</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thực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hiện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phù</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hợp</a:t>
                      </a:r>
                      <a:r>
                        <a:rPr lang="en-US" sz="1800" dirty="0">
                          <a:latin typeface="Times New Roman" panose="02020603050405020304" pitchFamily="18" charset="0"/>
                          <a:cs typeface="Times New Roman" panose="02020603050405020304" pitchFamily="18" charset="0"/>
                        </a:rPr>
                        <a:t>.</a:t>
                      </a:r>
                      <a:endParaRPr lang="en-US" sz="1800" dirty="0">
                        <a:solidFill>
                          <a:srgbClr val="0E1FBE"/>
                        </a:solidFill>
                        <a:latin typeface="Times New Roman" panose="02020603050405020304" pitchFamily="18" charset="0"/>
                        <a:cs typeface="Times New Roman" panose="02020603050405020304" pitchFamily="18" charset="0"/>
                      </a:endParaRPr>
                    </a:p>
                  </a:txBody>
                  <a:tcPr/>
                </a:tc>
                <a:tc>
                  <a:txBody>
                    <a:bodyPr/>
                    <a:lstStyle/>
                    <a:p>
                      <a:pPr algn="just"/>
                      <a:r>
                        <a:rPr lang="en-US" sz="1800" dirty="0" err="1">
                          <a:latin typeface="Times New Roman" panose="02020603050405020304" pitchFamily="18" charset="0"/>
                          <a:cs typeface="Times New Roman" panose="02020603050405020304" pitchFamily="18" charset="0"/>
                        </a:rPr>
                        <a:t>Thực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hiện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phối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hợp</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rà</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soát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thống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nhất</a:t>
                      </a:r>
                      <a:r>
                        <a:rPr lang="en-US" sz="1800" dirty="0">
                          <a:latin typeface="Times New Roman" panose="02020603050405020304" pitchFamily="18" charset="0"/>
                          <a:cs typeface="Times New Roman" panose="02020603050405020304" pitchFamily="18" charset="0"/>
                        </a:rPr>
                        <a:t> Danh </a:t>
                      </a:r>
                      <a:r>
                        <a:rPr lang="en-US" sz="1800" dirty="0" err="1">
                          <a:latin typeface="Times New Roman" panose="02020603050405020304" pitchFamily="18" charset="0"/>
                          <a:cs typeface="Times New Roman" panose="02020603050405020304" pitchFamily="18" charset="0"/>
                        </a:rPr>
                        <a:t>mục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công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việc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theo</a:t>
                      </a:r>
                      <a:r>
                        <a:rPr lang="en-US" sz="1800" dirty="0">
                          <a:latin typeface="Times New Roman" panose="02020603050405020304" pitchFamily="18" charset="0"/>
                          <a:cs typeface="Times New Roman" panose="02020603050405020304" pitchFamily="18" charset="0"/>
                        </a:rPr>
                        <a:t> OTM</a:t>
                      </a:r>
                      <a:endParaRPr lang="en-US" sz="1800" dirty="0">
                        <a:solidFill>
                          <a:srgbClr val="0E1FBE"/>
                        </a:solidFill>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XNK/KĐN</a:t>
                      </a:r>
                      <a:endParaRPr lang="en-US" sz="1800" dirty="0">
                        <a:solidFill>
                          <a:srgbClr val="0E1FBE"/>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206298328"/>
                  </a:ext>
                </a:extLst>
              </a:tr>
            </a:tbl>
          </a:graphicData>
        </a:graphic>
      </p:graphicFrame>
      <p:sp>
        <p:nvSpPr>
          <p:cNvPr id="5" name="Rectangle 4">
            <a:extLst>
              <a:ext uri="{FF2B5EF4-FFF2-40B4-BE49-F238E27FC236}">
                <a16:creationId xmlns:a16="http://schemas.microsoft.com/office/drawing/2014/main" id="{6E91FAAC-0BF4-4CE3-A51E-88BD0D48EFBF}"/>
              </a:ext>
            </a:extLst>
          </p:cNvPr>
          <p:cNvSpPr/>
          <p:nvPr/>
        </p:nvSpPr>
        <p:spPr>
          <a:xfrm>
            <a:off x="0" y="1238630"/>
            <a:ext cx="5897699" cy="369332"/>
          </a:xfrm>
          <a:prstGeom prst="rect">
            <a:avLst/>
          </a:prstGeom>
        </p:spPr>
        <p:txBody>
          <a:bodyPr wrap="square">
            <a:spAutoFit/>
          </a:bodyPr>
          <a:lstStyle/>
          <a:p>
            <a:pPr marL="285750" indent="-285750">
              <a:buFont typeface="Wingdings" panose="05000000000000000000" pitchFamily="2" charset="2"/>
              <a:buChar char="v"/>
            </a:pPr>
            <a:r>
              <a:rPr lang="en-US" b="1">
                <a:solidFill>
                  <a:schemeClr val="accent6">
                    <a:lumMod val="75000"/>
                  </a:schemeClr>
                </a:solidFill>
                <a:latin typeface="Times New Roman" panose="02020603050405020304" pitchFamily="18" charset="0"/>
                <a:cs typeface="Times New Roman" panose="02020603050405020304" pitchFamily="18" charset="0"/>
              </a:rPr>
              <a:t>Phân công nhiệm vụ công tác phối hợp</a:t>
            </a:r>
            <a:endParaRPr lang="en-US" b="1" dirty="0">
              <a:solidFill>
                <a:schemeClr val="accent6">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32492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5498F55-81A1-4830-A106-B9802D07EE3E}"/>
              </a:ext>
            </a:extLst>
          </p:cNvPr>
          <p:cNvSpPr txBox="1"/>
          <p:nvPr/>
        </p:nvSpPr>
        <p:spPr>
          <a:xfrm>
            <a:off x="3016137" y="467321"/>
            <a:ext cx="7072149" cy="400110"/>
          </a:xfrm>
          <a:prstGeom prst="rect">
            <a:avLst/>
          </a:prstGeom>
          <a:noFill/>
        </p:spPr>
        <p:txBody>
          <a:bodyPr wrap="square" rtlCol="0">
            <a:spAutoFit/>
          </a:bodyPr>
          <a:lstStyle/>
          <a:p>
            <a:pPr algn="ctr" fontAlgn="base">
              <a:spcBef>
                <a:spcPct val="0"/>
              </a:spcBef>
              <a:spcAft>
                <a:spcPct val="0"/>
              </a:spcAft>
            </a:pPr>
            <a:r>
              <a:rPr lang="en-US" sz="2000" b="1" kern="0">
                <a:solidFill>
                  <a:schemeClr val="accent6">
                    <a:lumMod val="50000"/>
                  </a:schemeClr>
                </a:solidFill>
                <a:latin typeface="Times New Roman" pitchFamily="18" charset="0"/>
                <a:cs typeface="Times New Roman" pitchFamily="18" charset="0"/>
              </a:rPr>
              <a:t>2. CÔNG TÁC PHỐI HỢP</a:t>
            </a:r>
            <a:endParaRPr lang="en-US" sz="2000" b="1" dirty="0">
              <a:solidFill>
                <a:schemeClr val="accent6">
                  <a:lumMod val="50000"/>
                </a:schemeClr>
              </a:solidFill>
              <a:latin typeface="Times New Roman" pitchFamily="18" charset="0"/>
              <a:cs typeface="Times New Roman" pitchFamily="18" charset="0"/>
            </a:endParaRPr>
          </a:p>
        </p:txBody>
      </p:sp>
      <p:graphicFrame>
        <p:nvGraphicFramePr>
          <p:cNvPr id="4" name="Table 3">
            <a:extLst>
              <a:ext uri="{FF2B5EF4-FFF2-40B4-BE49-F238E27FC236}">
                <a16:creationId xmlns:a16="http://schemas.microsoft.com/office/drawing/2014/main" id="{CAA8ED4F-E6F4-4CDB-A929-D9BCE470ECF8}"/>
              </a:ext>
            </a:extLst>
          </p:cNvPr>
          <p:cNvGraphicFramePr>
            <a:graphicFrameLocks noGrp="1"/>
          </p:cNvGraphicFramePr>
          <p:nvPr>
            <p:extLst>
              <p:ext uri="{D42A27DB-BD31-4B8C-83A1-F6EECF244321}">
                <p14:modId xmlns:p14="http://schemas.microsoft.com/office/powerpoint/2010/main" val="2908886066"/>
              </p:ext>
            </p:extLst>
          </p:nvPr>
        </p:nvGraphicFramePr>
        <p:xfrm>
          <a:off x="0" y="1655440"/>
          <a:ext cx="12192000" cy="5209352"/>
        </p:xfrm>
        <a:graphic>
          <a:graphicData uri="http://schemas.openxmlformats.org/drawingml/2006/table">
            <a:tbl>
              <a:tblPr firstRow="1" bandRow="1">
                <a:tableStyleId>{21E4AEA4-8DFA-4A89-87EB-49C32662AFE0}</a:tableStyleId>
              </a:tblPr>
              <a:tblGrid>
                <a:gridCol w="560441">
                  <a:extLst>
                    <a:ext uri="{9D8B030D-6E8A-4147-A177-3AD203B41FA5}">
                      <a16:colId xmlns:a16="http://schemas.microsoft.com/office/drawing/2014/main" val="3740617686"/>
                    </a:ext>
                  </a:extLst>
                </a:gridCol>
                <a:gridCol w="4959495">
                  <a:extLst>
                    <a:ext uri="{9D8B030D-6E8A-4147-A177-3AD203B41FA5}">
                      <a16:colId xmlns:a16="http://schemas.microsoft.com/office/drawing/2014/main" val="2666011490"/>
                    </a:ext>
                  </a:extLst>
                </a:gridCol>
                <a:gridCol w="5237712">
                  <a:extLst>
                    <a:ext uri="{9D8B030D-6E8A-4147-A177-3AD203B41FA5}">
                      <a16:colId xmlns:a16="http://schemas.microsoft.com/office/drawing/2014/main" val="3471468105"/>
                    </a:ext>
                  </a:extLst>
                </a:gridCol>
                <a:gridCol w="1434352">
                  <a:extLst>
                    <a:ext uri="{9D8B030D-6E8A-4147-A177-3AD203B41FA5}">
                      <a16:colId xmlns:a16="http://schemas.microsoft.com/office/drawing/2014/main" val="2036248398"/>
                    </a:ext>
                  </a:extLst>
                </a:gridCol>
              </a:tblGrid>
              <a:tr h="352132">
                <a:tc>
                  <a:txBody>
                    <a:bodyPr/>
                    <a:lstStyle/>
                    <a:p>
                      <a:pPr algn="ctr"/>
                      <a:r>
                        <a:rPr lang="en-US" sz="1800">
                          <a:latin typeface="Times New Roman" panose="02020603050405020304" pitchFamily="18" charset="0"/>
                          <a:cs typeface="Times New Roman" panose="02020603050405020304" pitchFamily="18" charset="0"/>
                        </a:rPr>
                        <a:t>TT</a:t>
                      </a:r>
                      <a:endParaRPr lang="en-US" sz="1800" dirty="0">
                        <a:solidFill>
                          <a:srgbClr val="0E1FBE"/>
                        </a:solidFill>
                        <a:latin typeface="Times New Roman" panose="02020603050405020304" pitchFamily="18" charset="0"/>
                        <a:cs typeface="Times New Roman" panose="02020603050405020304" pitchFamily="18" charset="0"/>
                      </a:endParaRPr>
                    </a:p>
                  </a:txBody>
                  <a:tcPr anchor="ctr"/>
                </a:tc>
                <a:tc>
                  <a:txBody>
                    <a:bodyPr/>
                    <a:lstStyle/>
                    <a:p>
                      <a:pPr algn="ctr"/>
                      <a:r>
                        <a:rPr lang="en-US" sz="1800" dirty="0" err="1">
                          <a:latin typeface="Times New Roman" panose="02020603050405020304" pitchFamily="18" charset="0"/>
                          <a:cs typeface="Times New Roman" panose="02020603050405020304" pitchFamily="18" charset="0"/>
                        </a:rPr>
                        <a:t>Nội</a:t>
                      </a:r>
                      <a:r>
                        <a:rPr lang="en-US" sz="1800" dirty="0">
                          <a:latin typeface="Times New Roman" panose="02020603050405020304" pitchFamily="18" charset="0"/>
                          <a:cs typeface="Times New Roman" panose="02020603050405020304" pitchFamily="18" charset="0"/>
                        </a:rPr>
                        <a:t> dung</a:t>
                      </a:r>
                      <a:endParaRPr lang="en-US" sz="1800" dirty="0">
                        <a:solidFill>
                          <a:srgbClr val="0E1FBE"/>
                        </a:solidFill>
                        <a:latin typeface="Times New Roman" panose="02020603050405020304" pitchFamily="18" charset="0"/>
                        <a:cs typeface="Times New Roman" panose="02020603050405020304" pitchFamily="18" charset="0"/>
                      </a:endParaRPr>
                    </a:p>
                  </a:txBody>
                  <a:tcPr anchor="ctr"/>
                </a:tc>
                <a:tc>
                  <a:txBody>
                    <a:bodyPr/>
                    <a:lstStyle/>
                    <a:p>
                      <a:pPr algn="ctr"/>
                      <a:r>
                        <a:rPr lang="en-US" sz="1800" dirty="0" err="1">
                          <a:latin typeface="Times New Roman" panose="02020603050405020304" pitchFamily="18" charset="0"/>
                          <a:cs typeface="Times New Roman" panose="02020603050405020304" pitchFamily="18" charset="0"/>
                        </a:rPr>
                        <a:t>Kế</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hoạch</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xử</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lý</a:t>
                      </a:r>
                      <a:endParaRPr lang="en-US" sz="1800" dirty="0">
                        <a:solidFill>
                          <a:srgbClr val="0E1FBE"/>
                        </a:solidFill>
                        <a:latin typeface="Times New Roman" panose="02020603050405020304" pitchFamily="18" charset="0"/>
                        <a:cs typeface="Times New Roman" panose="02020603050405020304" pitchFamily="18" charset="0"/>
                      </a:endParaRPr>
                    </a:p>
                  </a:txBody>
                  <a:tcPr anchor="ctr"/>
                </a:tc>
                <a:tc>
                  <a:txBody>
                    <a:bodyPr/>
                    <a:lstStyle/>
                    <a:p>
                      <a:pPr algn="ctr"/>
                      <a:r>
                        <a:rPr lang="en-US" sz="1800" dirty="0" err="1">
                          <a:latin typeface="Times New Roman" panose="02020603050405020304" pitchFamily="18" charset="0"/>
                          <a:cs typeface="Times New Roman" panose="02020603050405020304" pitchFamily="18" charset="0"/>
                        </a:rPr>
                        <a:t>Thực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hiện</a:t>
                      </a:r>
                      <a:endParaRPr lang="en-US" sz="1800" dirty="0">
                        <a:solidFill>
                          <a:srgbClr val="0E1FBE"/>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02422635"/>
                  </a:ext>
                </a:extLst>
              </a:tr>
              <a:tr h="375718">
                <a:tc>
                  <a:txBody>
                    <a:bodyPr/>
                    <a:lstStyle/>
                    <a:p>
                      <a:pPr marL="0" algn="just" defTabSz="914400" rtl="0" eaLnBrk="1" latinLnBrk="0" hangingPunct="1"/>
                      <a:r>
                        <a:rPr lang="en-US" sz="1800" b="1" kern="1200" dirty="0">
                          <a:solidFill>
                            <a:schemeClr val="dk1"/>
                          </a:solidFill>
                          <a:latin typeface="Times New Roman" panose="02020603050405020304" pitchFamily="18" charset="0"/>
                          <a:ea typeface="+mn-ea"/>
                          <a:cs typeface="Times New Roman" panose="02020603050405020304" pitchFamily="18" charset="0"/>
                        </a:rPr>
                        <a:t>III</a:t>
                      </a:r>
                    </a:p>
                  </a:txBody>
                  <a:tcPr/>
                </a:tc>
                <a:tc>
                  <a:txBody>
                    <a:bodyPr/>
                    <a:lstStyle/>
                    <a:p>
                      <a:pPr marL="0" algn="just" defTabSz="914400" rtl="0" eaLnBrk="1" latinLnBrk="0" hangingPunct="1"/>
                      <a:r>
                        <a:rPr lang="en-US" sz="1800" b="1" kern="1200" dirty="0">
                          <a:solidFill>
                            <a:schemeClr val="dk1"/>
                          </a:solidFill>
                          <a:latin typeface="Times New Roman" panose="02020603050405020304" pitchFamily="18" charset="0"/>
                          <a:ea typeface="+mn-ea"/>
                          <a:cs typeface="Times New Roman" panose="02020603050405020304" pitchFamily="18" charset="0"/>
                        </a:rPr>
                        <a:t>Công </a:t>
                      </a:r>
                      <a:r>
                        <a:rPr lang="en-US" sz="1800" b="1" kern="1200" dirty="0" err="1">
                          <a:solidFill>
                            <a:schemeClr val="dk1"/>
                          </a:solidFill>
                          <a:latin typeface="Times New Roman" panose="02020603050405020304" pitchFamily="18" charset="0"/>
                          <a:ea typeface="+mn-ea"/>
                          <a:cs typeface="Times New Roman" panose="02020603050405020304" pitchFamily="18" charset="0"/>
                        </a:rPr>
                        <a:t>tác</a:t>
                      </a:r>
                      <a:r>
                        <a:rPr lang="en-US" sz="1800" b="1" kern="1200" dirty="0">
                          <a:solidFill>
                            <a:schemeClr val="dk1"/>
                          </a:solidFill>
                          <a:latin typeface="Times New Roman" panose="02020603050405020304" pitchFamily="18" charset="0"/>
                          <a:ea typeface="+mn-ea"/>
                          <a:cs typeface="Times New Roman" panose="02020603050405020304" pitchFamily="18" charset="0"/>
                        </a:rPr>
                        <a:t> an </a:t>
                      </a:r>
                      <a:r>
                        <a:rPr lang="en-US" sz="1800" b="1" kern="1200" dirty="0" err="1">
                          <a:solidFill>
                            <a:schemeClr val="dk1"/>
                          </a:solidFill>
                          <a:latin typeface="Times New Roman" panose="02020603050405020304" pitchFamily="18" charset="0"/>
                          <a:ea typeface="+mn-ea"/>
                          <a:cs typeface="Times New Roman" panose="02020603050405020304" pitchFamily="18" charset="0"/>
                        </a:rPr>
                        <a:t>toàn</a:t>
                      </a:r>
                      <a:endParaRPr lang="en-US" sz="1800" b="1" kern="120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algn="just" defTabSz="914400" rtl="0" eaLnBrk="1" latinLnBrk="0" hangingPunct="1"/>
                      <a:endParaRPr lang="en-US" sz="1800" kern="120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algn="just" defTabSz="914400" rtl="0" eaLnBrk="1" latinLnBrk="0" hangingPunct="1"/>
                      <a:endParaRPr lang="en-US" sz="1800" kern="1200" dirty="0">
                        <a:solidFill>
                          <a:schemeClr val="dk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3180902402"/>
                  </a:ext>
                </a:extLst>
              </a:tr>
              <a:tr h="693618">
                <a:tc>
                  <a:txBody>
                    <a:bodyPr/>
                    <a:lstStyle/>
                    <a:p>
                      <a:pPr marL="0" algn="just" defTabSz="914400" rtl="0" eaLnBrk="1" latinLnBrk="0" hangingPunct="1"/>
                      <a:r>
                        <a:rPr lang="en-US" sz="1800" kern="1200" dirty="0">
                          <a:solidFill>
                            <a:schemeClr val="dk1"/>
                          </a:solidFill>
                          <a:latin typeface="Times New Roman" panose="02020603050405020304" pitchFamily="18" charset="0"/>
                          <a:ea typeface="+mn-ea"/>
                          <a:cs typeface="Times New Roman" panose="02020603050405020304" pitchFamily="18" charset="0"/>
                        </a:rPr>
                        <a:t>6</a:t>
                      </a:r>
                    </a:p>
                  </a:txBody>
                  <a:tcPr anchor="ctr"/>
                </a:tc>
                <a:tc>
                  <a:txBody>
                    <a:bodyPr/>
                    <a:lstStyle/>
                    <a:p>
                      <a:pPr marL="0" algn="just" defTabSz="914400" rtl="0" eaLnBrk="1" latinLnBrk="0" hangingPunct="1"/>
                      <a:r>
                        <a:rPr lang="en-US" sz="1800" kern="1200" dirty="0" err="1">
                          <a:solidFill>
                            <a:schemeClr val="dk1"/>
                          </a:solidFill>
                          <a:latin typeface="Times New Roman" panose="02020603050405020304" pitchFamily="18" charset="0"/>
                          <a:ea typeface="+mn-ea"/>
                          <a:cs typeface="Times New Roman" panose="02020603050405020304" pitchFamily="18" charset="0"/>
                        </a:rPr>
                        <a:t>Đảm</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bảo</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công</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tác</a:t>
                      </a:r>
                      <a:r>
                        <a:rPr lang="en-US" sz="1800" kern="1200" dirty="0">
                          <a:solidFill>
                            <a:schemeClr val="dk1"/>
                          </a:solidFill>
                          <a:latin typeface="Times New Roman" panose="02020603050405020304" pitchFamily="18" charset="0"/>
                          <a:ea typeface="+mn-ea"/>
                          <a:cs typeface="Times New Roman" panose="02020603050405020304" pitchFamily="18" charset="0"/>
                        </a:rPr>
                        <a:t> an </a:t>
                      </a:r>
                      <a:r>
                        <a:rPr lang="en-US" sz="1800" kern="1200" dirty="0" err="1">
                          <a:solidFill>
                            <a:schemeClr val="dk1"/>
                          </a:solidFill>
                          <a:latin typeface="Times New Roman" panose="02020603050405020304" pitchFamily="18" charset="0"/>
                          <a:ea typeface="+mn-ea"/>
                          <a:cs typeface="Times New Roman" panose="02020603050405020304" pitchFamily="18" charset="0"/>
                        </a:rPr>
                        <a:t>toàn</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khi</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cẩu</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hàng</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nâng</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hạ</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hàng</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hóa</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thiết</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bị</a:t>
                      </a:r>
                      <a:r>
                        <a:rPr lang="en-US" sz="1800" kern="1200" dirty="0">
                          <a:solidFill>
                            <a:schemeClr val="dk1"/>
                          </a:solidFill>
                          <a:latin typeface="Times New Roman" panose="02020603050405020304" pitchFamily="18" charset="0"/>
                          <a:ea typeface="+mn-ea"/>
                          <a:cs typeface="Times New Roman" panose="02020603050405020304" pitchFamily="18" charset="0"/>
                        </a:rPr>
                        <a:t>. </a:t>
                      </a:r>
                    </a:p>
                  </a:txBody>
                  <a:tcPr/>
                </a:tc>
                <a:tc>
                  <a:txBody>
                    <a:bodyPr/>
                    <a:lstStyle/>
                    <a:p>
                      <a:pPr marL="0" algn="just" defTabSz="914400" rtl="0" eaLnBrk="1" latinLnBrk="0" hangingPunct="1"/>
                      <a:r>
                        <a:rPr lang="en-US" sz="1800" kern="1200" dirty="0" err="1">
                          <a:solidFill>
                            <a:schemeClr val="dk1"/>
                          </a:solidFill>
                          <a:latin typeface="Times New Roman" panose="02020603050405020304" pitchFamily="18" charset="0"/>
                          <a:ea typeface="+mn-ea"/>
                          <a:cs typeface="Times New Roman" panose="02020603050405020304" pitchFamily="18" charset="0"/>
                        </a:rPr>
                        <a:t>Kiểm</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tra</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và</a:t>
                      </a:r>
                      <a:r>
                        <a:rPr lang="en-US" sz="1800" kern="1200" dirty="0">
                          <a:solidFill>
                            <a:schemeClr val="dk1"/>
                          </a:solidFill>
                          <a:latin typeface="Times New Roman" panose="02020603050405020304" pitchFamily="18" charset="0"/>
                          <a:ea typeface="+mn-ea"/>
                          <a:cs typeface="Times New Roman" panose="02020603050405020304" pitchFamily="18" charset="0"/>
                        </a:rPr>
                        <a:t> BD </a:t>
                      </a:r>
                      <a:r>
                        <a:rPr lang="en-US" sz="1800" kern="1200" dirty="0" err="1">
                          <a:solidFill>
                            <a:schemeClr val="dk1"/>
                          </a:solidFill>
                          <a:latin typeface="Times New Roman" panose="02020603050405020304" pitchFamily="18" charset="0"/>
                          <a:ea typeface="+mn-ea"/>
                          <a:cs typeface="Times New Roman" panose="02020603050405020304" pitchFamily="18" charset="0"/>
                        </a:rPr>
                        <a:t>tăng</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cường</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các</a:t>
                      </a:r>
                      <a:r>
                        <a:rPr lang="en-US" sz="1800" kern="1200" dirty="0">
                          <a:solidFill>
                            <a:schemeClr val="dk1"/>
                          </a:solidFill>
                          <a:latin typeface="Times New Roman" panose="02020603050405020304" pitchFamily="18" charset="0"/>
                          <a:ea typeface="+mn-ea"/>
                          <a:cs typeface="Times New Roman" panose="02020603050405020304" pitchFamily="18" charset="0"/>
                        </a:rPr>
                        <a:t> TB </a:t>
                      </a:r>
                      <a:r>
                        <a:rPr lang="en-US" sz="1800" kern="1200" dirty="0" err="1">
                          <a:solidFill>
                            <a:schemeClr val="dk1"/>
                          </a:solidFill>
                          <a:latin typeface="Times New Roman" panose="02020603050405020304" pitchFamily="18" charset="0"/>
                          <a:ea typeface="+mn-ea"/>
                          <a:cs typeface="Times New Roman" panose="02020603050405020304" pitchFamily="18" charset="0"/>
                        </a:rPr>
                        <a:t>nâng</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hạ</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để</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chuẩn</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bị</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cho</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dừng</a:t>
                      </a:r>
                      <a:r>
                        <a:rPr lang="en-US" sz="1800" kern="1200" dirty="0">
                          <a:solidFill>
                            <a:schemeClr val="dk1"/>
                          </a:solidFill>
                          <a:latin typeface="Times New Roman" panose="02020603050405020304" pitchFamily="18" charset="0"/>
                          <a:ea typeface="+mn-ea"/>
                          <a:cs typeface="Times New Roman" panose="02020603050405020304" pitchFamily="18" charset="0"/>
                        </a:rPr>
                        <a:t> giàn. </a:t>
                      </a:r>
                    </a:p>
                  </a:txBody>
                  <a:tcPr anchor="ctr"/>
                </a:tc>
                <a:tc>
                  <a:txBody>
                    <a:bodyPr/>
                    <a:lstStyle/>
                    <a:p>
                      <a:pPr marL="0" algn="just" defTabSz="914400" rtl="0" eaLnBrk="1" latinLnBrk="0" hangingPunct="1"/>
                      <a:r>
                        <a:rPr lang="en-US" sz="1800" kern="1200" dirty="0">
                          <a:solidFill>
                            <a:schemeClr val="dk1"/>
                          </a:solidFill>
                          <a:latin typeface="Times New Roman" panose="02020603050405020304" pitchFamily="18" charset="0"/>
                          <a:ea typeface="+mn-ea"/>
                          <a:cs typeface="Times New Roman" panose="02020603050405020304" pitchFamily="18" charset="0"/>
                        </a:rPr>
                        <a:t>XNK</a:t>
                      </a:r>
                    </a:p>
                  </a:txBody>
                  <a:tcPr anchor="ctr"/>
                </a:tc>
                <a:extLst>
                  <a:ext uri="{0D108BD9-81ED-4DB2-BD59-A6C34878D82A}">
                    <a16:rowId xmlns:a16="http://schemas.microsoft.com/office/drawing/2014/main" val="356746334"/>
                  </a:ext>
                </a:extLst>
              </a:tr>
              <a:tr h="762838">
                <a:tc>
                  <a:txBody>
                    <a:bodyPr/>
                    <a:lstStyle/>
                    <a:p>
                      <a:pPr marL="0" algn="just" defTabSz="914400" rtl="0" eaLnBrk="1" latinLnBrk="0" hangingPunct="1"/>
                      <a:r>
                        <a:rPr lang="en-US" sz="1800" kern="1200" dirty="0">
                          <a:solidFill>
                            <a:schemeClr val="dk1"/>
                          </a:solidFill>
                          <a:latin typeface="Times New Roman" panose="02020603050405020304" pitchFamily="18" charset="0"/>
                          <a:ea typeface="+mn-ea"/>
                          <a:cs typeface="Times New Roman" panose="02020603050405020304" pitchFamily="18" charset="0"/>
                        </a:rPr>
                        <a:t>7</a:t>
                      </a:r>
                    </a:p>
                  </a:txBody>
                  <a:tcPr anchor="ctr"/>
                </a:tc>
                <a:tc>
                  <a:txBody>
                    <a:bodyPr/>
                    <a:lstStyle/>
                    <a:p>
                      <a:pPr marL="0" algn="just" defTabSz="914400" rtl="0" eaLnBrk="1" latinLnBrk="0" hangingPunct="1"/>
                      <a:r>
                        <a:rPr lang="vi-VN" sz="1800" kern="1200" dirty="0">
                          <a:solidFill>
                            <a:schemeClr val="dk1"/>
                          </a:solidFill>
                          <a:latin typeface="Times New Roman" panose="02020603050405020304" pitchFamily="18" charset="0"/>
                          <a:ea typeface="+mn-ea"/>
                          <a:cs typeface="Times New Roman" panose="02020603050405020304" pitchFamily="18" charset="0"/>
                        </a:rPr>
                        <a:t>Yêu cầu người lao</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động</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tuân</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thủ</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bảo</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hộ</a:t>
                      </a:r>
                      <a:r>
                        <a:rPr lang="en-US" sz="1800" kern="1200" dirty="0">
                          <a:solidFill>
                            <a:schemeClr val="dk1"/>
                          </a:solidFill>
                          <a:latin typeface="Times New Roman" panose="02020603050405020304" pitchFamily="18" charset="0"/>
                          <a:ea typeface="+mn-ea"/>
                          <a:cs typeface="Times New Roman" panose="02020603050405020304" pitchFamily="18" charset="0"/>
                        </a:rPr>
                        <a:t> lao </a:t>
                      </a:r>
                      <a:r>
                        <a:rPr lang="en-US" sz="1800" kern="1200" dirty="0" err="1">
                          <a:solidFill>
                            <a:schemeClr val="dk1"/>
                          </a:solidFill>
                          <a:latin typeface="Times New Roman" panose="02020603050405020304" pitchFamily="18" charset="0"/>
                          <a:ea typeface="+mn-ea"/>
                          <a:cs typeface="Times New Roman" panose="02020603050405020304" pitchFamily="18" charset="0"/>
                        </a:rPr>
                        <a:t>động</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khi</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làm</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việc</a:t>
                      </a:r>
                      <a:endParaRPr lang="en-US" sz="1800" kern="120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algn="just" defTabSz="914400" rtl="0" eaLnBrk="1" latinLnBrk="0" hangingPunct="1"/>
                      <a:r>
                        <a:rPr lang="en-US" sz="1800" kern="1200" dirty="0">
                          <a:solidFill>
                            <a:schemeClr val="dk1"/>
                          </a:solidFill>
                          <a:latin typeface="Times New Roman" panose="02020603050405020304" pitchFamily="18" charset="0"/>
                          <a:ea typeface="+mn-ea"/>
                          <a:cs typeface="Times New Roman" panose="02020603050405020304" pitchFamily="18" charset="0"/>
                        </a:rPr>
                        <a:t>Th</a:t>
                      </a:r>
                      <a:r>
                        <a:rPr lang="vi-VN" sz="1800" kern="1200" dirty="0">
                          <a:solidFill>
                            <a:schemeClr val="dk1"/>
                          </a:solidFill>
                          <a:latin typeface="Times New Roman" panose="02020603050405020304" pitchFamily="18" charset="0"/>
                          <a:ea typeface="+mn-ea"/>
                          <a:cs typeface="Times New Roman" panose="02020603050405020304" pitchFamily="18" charset="0"/>
                        </a:rPr>
                        <a:t>ư</a:t>
                      </a:r>
                      <a:r>
                        <a:rPr lang="en-US" sz="1800" kern="1200" dirty="0" err="1">
                          <a:solidFill>
                            <a:schemeClr val="dk1"/>
                          </a:solidFill>
                          <a:latin typeface="Times New Roman" panose="02020603050405020304" pitchFamily="18" charset="0"/>
                          <a:ea typeface="+mn-ea"/>
                          <a:cs typeface="Times New Roman" panose="02020603050405020304" pitchFamily="18" charset="0"/>
                        </a:rPr>
                        <a:t>ờng</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xuyên</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phổ</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biến</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trong</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cuộc</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họp</a:t>
                      </a:r>
                      <a:r>
                        <a:rPr lang="en-US" sz="1800" kern="1200" dirty="0">
                          <a:solidFill>
                            <a:schemeClr val="dk1"/>
                          </a:solidFill>
                          <a:latin typeface="Times New Roman" panose="02020603050405020304" pitchFamily="18" charset="0"/>
                          <a:ea typeface="+mn-ea"/>
                          <a:cs typeface="Times New Roman" panose="02020603050405020304" pitchFamily="18" charset="0"/>
                        </a:rPr>
                        <a:t> an </a:t>
                      </a:r>
                      <a:r>
                        <a:rPr lang="en-US" sz="1800" kern="1200" dirty="0" err="1">
                          <a:solidFill>
                            <a:schemeClr val="dk1"/>
                          </a:solidFill>
                          <a:latin typeface="Times New Roman" panose="02020603050405020304" pitchFamily="18" charset="0"/>
                          <a:ea typeface="+mn-ea"/>
                          <a:cs typeface="Times New Roman" panose="02020603050405020304" pitchFamily="18" charset="0"/>
                        </a:rPr>
                        <a:t>toàn</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vào</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đầu</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giờ</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hàng</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ngày</a:t>
                      </a:r>
                      <a:endParaRPr lang="en-US" sz="1800" kern="120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marL="0" algn="just" defTabSz="914400" rtl="0" eaLnBrk="1" latinLnBrk="0" hangingPunct="1"/>
                      <a:r>
                        <a:rPr lang="en-US" sz="1800" kern="1200" dirty="0">
                          <a:solidFill>
                            <a:schemeClr val="dk1"/>
                          </a:solidFill>
                          <a:latin typeface="Times New Roman" panose="02020603050405020304" pitchFamily="18" charset="0"/>
                          <a:ea typeface="+mn-ea"/>
                          <a:cs typeface="Times New Roman" panose="02020603050405020304" pitchFamily="18" charset="0"/>
                        </a:rPr>
                        <a:t>XNK/</a:t>
                      </a:r>
                      <a:r>
                        <a:rPr lang="en-US" sz="1800" kern="1200" dirty="0" err="1">
                          <a:solidFill>
                            <a:schemeClr val="dk1"/>
                          </a:solidFill>
                          <a:latin typeface="Times New Roman" panose="02020603050405020304" pitchFamily="18" charset="0"/>
                          <a:ea typeface="+mn-ea"/>
                          <a:cs typeface="Times New Roman" panose="02020603050405020304" pitchFamily="18" charset="0"/>
                        </a:rPr>
                        <a:t>Nhà</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thầu</a:t>
                      </a:r>
                      <a:endParaRPr lang="en-US" sz="1800" kern="1200" dirty="0">
                        <a:solidFill>
                          <a:schemeClr val="dk1"/>
                        </a:solidFill>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2708319699"/>
                  </a:ext>
                </a:extLst>
              </a:tr>
              <a:tr h="1221082">
                <a:tc>
                  <a:txBody>
                    <a:bodyPr/>
                    <a:lstStyle/>
                    <a:p>
                      <a:pPr marL="0" algn="just" defTabSz="914400" rtl="0" eaLnBrk="1" latinLnBrk="0" hangingPunct="1"/>
                      <a:r>
                        <a:rPr lang="en-US" sz="1800" kern="1200" dirty="0">
                          <a:solidFill>
                            <a:schemeClr val="dk1"/>
                          </a:solidFill>
                          <a:latin typeface="Times New Roman" panose="02020603050405020304" pitchFamily="18" charset="0"/>
                          <a:ea typeface="+mn-ea"/>
                          <a:cs typeface="Times New Roman" panose="02020603050405020304" pitchFamily="18" charset="0"/>
                        </a:rPr>
                        <a:t>8</a:t>
                      </a:r>
                    </a:p>
                  </a:txBody>
                  <a:tcPr anchor="ctr"/>
                </a:tc>
                <a:tc>
                  <a:txBody>
                    <a:bodyPr/>
                    <a:lstStyle/>
                    <a:p>
                      <a:pPr marL="0" algn="just" defTabSz="914400" rtl="0" eaLnBrk="1" latinLnBrk="0" hangingPunct="1"/>
                      <a:r>
                        <a:rPr lang="en-US" sz="1800" kern="1200" dirty="0" err="1">
                          <a:solidFill>
                            <a:schemeClr val="dk1"/>
                          </a:solidFill>
                          <a:latin typeface="Times New Roman" panose="02020603050405020304" pitchFamily="18" charset="0"/>
                          <a:ea typeface="+mn-ea"/>
                          <a:cs typeface="Times New Roman" panose="02020603050405020304" pitchFamily="18" charset="0"/>
                        </a:rPr>
                        <a:t>Chăng</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dây</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hoặc</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hàng</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rào</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cảnh</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báo</a:t>
                      </a:r>
                      <a:r>
                        <a:rPr lang="en-US" sz="1800" kern="1200" dirty="0">
                          <a:solidFill>
                            <a:schemeClr val="dk1"/>
                          </a:solidFill>
                          <a:latin typeface="Times New Roman" panose="02020603050405020304" pitchFamily="18" charset="0"/>
                          <a:ea typeface="+mn-ea"/>
                          <a:cs typeface="Times New Roman" panose="02020603050405020304" pitchFamily="18" charset="0"/>
                        </a:rPr>
                        <a:t> an </a:t>
                      </a:r>
                      <a:r>
                        <a:rPr lang="en-US" sz="1800" kern="1200" dirty="0" err="1">
                          <a:solidFill>
                            <a:schemeClr val="dk1"/>
                          </a:solidFill>
                          <a:latin typeface="Times New Roman" panose="02020603050405020304" pitchFamily="18" charset="0"/>
                          <a:ea typeface="+mn-ea"/>
                          <a:cs typeface="Times New Roman" panose="02020603050405020304" pitchFamily="18" charset="0"/>
                        </a:rPr>
                        <a:t>toàn</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có</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biển</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cảnh</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báo</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công</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việc</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cụ</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thể</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ví</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dụ</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khu</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vực</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đang</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thử</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áp</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đang</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cẩu</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kéo</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khu</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vực</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nguy</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hiểm</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cho</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tất</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cả</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các</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đầu</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việc</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thi</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công</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tại</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trên</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Giàn</a:t>
                      </a:r>
                      <a:r>
                        <a:rPr lang="en-US" sz="1800" kern="1200" dirty="0">
                          <a:solidFill>
                            <a:schemeClr val="dk1"/>
                          </a:solidFill>
                          <a:latin typeface="Times New Roman" panose="02020603050405020304" pitchFamily="18" charset="0"/>
                          <a:ea typeface="+mn-ea"/>
                          <a:cs typeface="Times New Roman" panose="02020603050405020304" pitchFamily="18" charset="0"/>
                        </a:rPr>
                        <a:t>.</a:t>
                      </a:r>
                    </a:p>
                  </a:txBody>
                  <a:tcPr anchor="ctr"/>
                </a:tc>
                <a:tc>
                  <a:txBody>
                    <a:bodyPr/>
                    <a:lstStyle/>
                    <a:p>
                      <a:pPr marL="0" algn="just" defTabSz="914400" rtl="0" eaLnBrk="1" latinLnBrk="0" hangingPunct="1"/>
                      <a:r>
                        <a:rPr lang="en-US" sz="1800" kern="1200" dirty="0" err="1">
                          <a:solidFill>
                            <a:schemeClr val="dk1"/>
                          </a:solidFill>
                          <a:latin typeface="Times New Roman" panose="02020603050405020304" pitchFamily="18" charset="0"/>
                          <a:ea typeface="+mn-ea"/>
                          <a:cs typeface="Times New Roman" panose="02020603050405020304" pitchFamily="18" charset="0"/>
                        </a:rPr>
                        <a:t>Các</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Tổ</a:t>
                      </a:r>
                      <a:r>
                        <a:rPr lang="en-US" sz="1800" kern="1200" dirty="0">
                          <a:solidFill>
                            <a:schemeClr val="dk1"/>
                          </a:solidFill>
                          <a:latin typeface="Times New Roman" panose="02020603050405020304" pitchFamily="18" charset="0"/>
                          <a:ea typeface="+mn-ea"/>
                          <a:cs typeface="Times New Roman" panose="02020603050405020304" pitchFamily="18" charset="0"/>
                        </a:rPr>
                        <a:t>/</a:t>
                      </a:r>
                      <a:r>
                        <a:rPr lang="en-US" sz="1800" kern="1200" dirty="0" err="1">
                          <a:solidFill>
                            <a:schemeClr val="dk1"/>
                          </a:solidFill>
                          <a:latin typeface="Times New Roman" panose="02020603050405020304" pitchFamily="18" charset="0"/>
                          <a:ea typeface="+mn-ea"/>
                          <a:cs typeface="Times New Roman" panose="02020603050405020304" pitchFamily="18" charset="0"/>
                        </a:rPr>
                        <a:t>nhóm</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thực</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hiện</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cần</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tuân</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thủ</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Bộ</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phận</a:t>
                      </a:r>
                      <a:r>
                        <a:rPr lang="en-US" sz="1800" kern="1200" dirty="0">
                          <a:solidFill>
                            <a:schemeClr val="dk1"/>
                          </a:solidFill>
                          <a:latin typeface="Times New Roman" panose="02020603050405020304" pitchFamily="18" charset="0"/>
                          <a:ea typeface="+mn-ea"/>
                          <a:cs typeface="Times New Roman" panose="02020603050405020304" pitchFamily="18" charset="0"/>
                        </a:rPr>
                        <a:t> an </a:t>
                      </a:r>
                      <a:r>
                        <a:rPr lang="en-US" sz="1800" kern="1200" dirty="0" err="1">
                          <a:solidFill>
                            <a:schemeClr val="dk1"/>
                          </a:solidFill>
                          <a:latin typeface="Times New Roman" panose="02020603050405020304" pitchFamily="18" charset="0"/>
                          <a:ea typeface="+mn-ea"/>
                          <a:cs typeface="Times New Roman" panose="02020603050405020304" pitchFamily="18" charset="0"/>
                        </a:rPr>
                        <a:t>toàn</a:t>
                      </a:r>
                      <a:r>
                        <a:rPr lang="en-US" sz="1800" kern="1200" dirty="0">
                          <a:solidFill>
                            <a:schemeClr val="dk1"/>
                          </a:solidFill>
                          <a:latin typeface="Times New Roman" panose="02020603050405020304" pitchFamily="18" charset="0"/>
                          <a:ea typeface="+mn-ea"/>
                          <a:cs typeface="Times New Roman" panose="02020603050405020304" pitchFamily="18" charset="0"/>
                        </a:rPr>
                        <a:t>/</a:t>
                      </a:r>
                      <a:r>
                        <a:rPr lang="en-US" sz="1800" kern="1200" dirty="0" err="1">
                          <a:solidFill>
                            <a:schemeClr val="dk1"/>
                          </a:solidFill>
                          <a:latin typeface="Times New Roman" panose="02020603050405020304" pitchFamily="18" charset="0"/>
                          <a:ea typeface="+mn-ea"/>
                          <a:cs typeface="Times New Roman" panose="02020603050405020304" pitchFamily="18" charset="0"/>
                        </a:rPr>
                        <a:t>giám</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sát</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trên</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Giàn</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sẽ</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th</a:t>
                      </a:r>
                      <a:r>
                        <a:rPr lang="vi-VN" sz="1800" kern="1200" dirty="0">
                          <a:solidFill>
                            <a:schemeClr val="dk1"/>
                          </a:solidFill>
                          <a:latin typeface="Times New Roman" panose="02020603050405020304" pitchFamily="18" charset="0"/>
                          <a:ea typeface="+mn-ea"/>
                          <a:cs typeface="Times New Roman" panose="02020603050405020304" pitchFamily="18" charset="0"/>
                        </a:rPr>
                        <a:t>ư</a:t>
                      </a:r>
                      <a:r>
                        <a:rPr lang="en-US" sz="1800" kern="1200" dirty="0" err="1">
                          <a:solidFill>
                            <a:schemeClr val="dk1"/>
                          </a:solidFill>
                          <a:latin typeface="Times New Roman" panose="02020603050405020304" pitchFamily="18" charset="0"/>
                          <a:ea typeface="+mn-ea"/>
                          <a:cs typeface="Times New Roman" panose="02020603050405020304" pitchFamily="18" charset="0"/>
                        </a:rPr>
                        <a:t>ờng</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xuyên</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kiểm</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tra</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nhắc</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nhở</a:t>
                      </a:r>
                      <a:endParaRPr lang="en-US" sz="1800" kern="120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marL="0" algn="just" defTabSz="914400" rtl="0" eaLnBrk="1" latinLnBrk="0" hangingPunct="1"/>
                      <a:r>
                        <a:rPr lang="en-US" sz="1800" kern="1200" dirty="0" err="1">
                          <a:solidFill>
                            <a:schemeClr val="dk1"/>
                          </a:solidFill>
                          <a:latin typeface="Times New Roman" panose="02020603050405020304" pitchFamily="18" charset="0"/>
                          <a:ea typeface="+mn-ea"/>
                          <a:cs typeface="Times New Roman" panose="02020603050405020304" pitchFamily="18" charset="0"/>
                        </a:rPr>
                        <a:t>Nhà</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thầu</a:t>
                      </a:r>
                      <a:r>
                        <a:rPr lang="en-US" sz="1800" kern="1200" dirty="0">
                          <a:solidFill>
                            <a:schemeClr val="dk1"/>
                          </a:solidFill>
                          <a:latin typeface="Times New Roman" panose="02020603050405020304" pitchFamily="18" charset="0"/>
                          <a:ea typeface="+mn-ea"/>
                          <a:cs typeface="Times New Roman" panose="02020603050405020304" pitchFamily="18" charset="0"/>
                        </a:rPr>
                        <a:t>/XNK</a:t>
                      </a:r>
                    </a:p>
                  </a:txBody>
                  <a:tcPr anchor="ctr"/>
                </a:tc>
                <a:extLst>
                  <a:ext uri="{0D108BD9-81ED-4DB2-BD59-A6C34878D82A}">
                    <a16:rowId xmlns:a16="http://schemas.microsoft.com/office/drawing/2014/main" val="1769357234"/>
                  </a:ext>
                </a:extLst>
              </a:tr>
              <a:tr h="851042">
                <a:tc>
                  <a:txBody>
                    <a:bodyPr/>
                    <a:lstStyle/>
                    <a:p>
                      <a:pPr marL="0" algn="just" defTabSz="914400" rtl="0" eaLnBrk="1" latinLnBrk="0" hangingPunct="1"/>
                      <a:r>
                        <a:rPr lang="en-US" sz="1800" kern="1200" dirty="0">
                          <a:solidFill>
                            <a:schemeClr val="dk1"/>
                          </a:solidFill>
                          <a:latin typeface="Times New Roman" panose="02020603050405020304" pitchFamily="18" charset="0"/>
                          <a:ea typeface="+mn-ea"/>
                          <a:cs typeface="Times New Roman" panose="02020603050405020304" pitchFamily="18" charset="0"/>
                        </a:rPr>
                        <a:t>9</a:t>
                      </a:r>
                    </a:p>
                  </a:txBody>
                  <a:tcPr anchor="ctr"/>
                </a:tc>
                <a:tc>
                  <a:txBody>
                    <a:bodyPr/>
                    <a:lstStyle/>
                    <a:p>
                      <a:pPr marL="0" algn="just" defTabSz="914400" rtl="0" eaLnBrk="1" latinLnBrk="0" hangingPunct="1"/>
                      <a:r>
                        <a:rPr lang="vi-VN" sz="1800" kern="1200" dirty="0">
                          <a:solidFill>
                            <a:schemeClr val="dk1"/>
                          </a:solidFill>
                          <a:latin typeface="Times New Roman" panose="02020603050405020304" pitchFamily="18" charset="0"/>
                          <a:ea typeface="+mn-ea"/>
                          <a:cs typeface="Times New Roman" panose="02020603050405020304" pitchFamily="18" charset="0"/>
                        </a:rPr>
                        <a:t>Tuân thủ chặt chẽ quy trình lắp đặt</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giàn</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giáo</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làm</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việc</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trên</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cao</a:t>
                      </a:r>
                      <a:endParaRPr lang="en-US" sz="1800" kern="120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algn="just" defTabSz="914400" rtl="0" eaLnBrk="1" latinLnBrk="0" hangingPunct="1"/>
                      <a:r>
                        <a:rPr lang="en-US" sz="1800" kern="1200" dirty="0">
                          <a:solidFill>
                            <a:schemeClr val="dk1"/>
                          </a:solidFill>
                          <a:latin typeface="Times New Roman" panose="02020603050405020304" pitchFamily="18" charset="0"/>
                          <a:ea typeface="+mn-ea"/>
                          <a:cs typeface="Times New Roman" panose="02020603050405020304" pitchFamily="18" charset="0"/>
                        </a:rPr>
                        <a:t>Ng</a:t>
                      </a:r>
                      <a:r>
                        <a:rPr lang="vi-VN" sz="1800" kern="1200" dirty="0">
                          <a:solidFill>
                            <a:schemeClr val="dk1"/>
                          </a:solidFill>
                          <a:latin typeface="Times New Roman" panose="02020603050405020304" pitchFamily="18" charset="0"/>
                          <a:ea typeface="+mn-ea"/>
                          <a:cs typeface="Times New Roman" panose="02020603050405020304" pitchFamily="18" charset="0"/>
                        </a:rPr>
                        <a:t>ư</a:t>
                      </a:r>
                      <a:r>
                        <a:rPr lang="en-US" sz="1800" kern="1200" dirty="0" err="1">
                          <a:solidFill>
                            <a:schemeClr val="dk1"/>
                          </a:solidFill>
                          <a:latin typeface="Times New Roman" panose="02020603050405020304" pitchFamily="18" charset="0"/>
                          <a:ea typeface="+mn-ea"/>
                          <a:cs typeface="Times New Roman" panose="02020603050405020304" pitchFamily="18" charset="0"/>
                        </a:rPr>
                        <a:t>ời</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chủ</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trì</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công</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việc</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của</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Nhà</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thầu</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phải</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kiểm</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soát</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chặt</a:t>
                      </a:r>
                      <a:r>
                        <a:rPr lang="en-US" sz="1800" kern="1200" dirty="0">
                          <a:solidFill>
                            <a:schemeClr val="dk1"/>
                          </a:solidFill>
                          <a:latin typeface="Times New Roman" panose="02020603050405020304" pitchFamily="18" charset="0"/>
                          <a:ea typeface="+mn-ea"/>
                          <a:cs typeface="Times New Roman" panose="02020603050405020304" pitchFamily="18" charset="0"/>
                        </a:rPr>
                        <a:t> h</a:t>
                      </a:r>
                      <a:r>
                        <a:rPr lang="vi-VN" sz="1800" kern="1200" dirty="0">
                          <a:solidFill>
                            <a:schemeClr val="dk1"/>
                          </a:solidFill>
                          <a:latin typeface="Times New Roman" panose="02020603050405020304" pitchFamily="18" charset="0"/>
                          <a:ea typeface="+mn-ea"/>
                          <a:cs typeface="Times New Roman" panose="02020603050405020304" pitchFamily="18" charset="0"/>
                        </a:rPr>
                        <a:t>ơ</a:t>
                      </a:r>
                      <a:r>
                        <a:rPr lang="en-US" sz="1800" kern="1200" dirty="0">
                          <a:solidFill>
                            <a:schemeClr val="dk1"/>
                          </a:solidFill>
                          <a:latin typeface="Times New Roman" panose="02020603050405020304" pitchFamily="18" charset="0"/>
                          <a:ea typeface="+mn-ea"/>
                          <a:cs typeface="Times New Roman" panose="02020603050405020304" pitchFamily="18" charset="0"/>
                        </a:rPr>
                        <a:t>n </a:t>
                      </a:r>
                      <a:r>
                        <a:rPr lang="en-US" sz="1800" kern="1200" dirty="0" err="1">
                          <a:solidFill>
                            <a:schemeClr val="dk1"/>
                          </a:solidFill>
                          <a:latin typeface="Times New Roman" panose="02020603050405020304" pitchFamily="18" charset="0"/>
                          <a:ea typeface="+mn-ea"/>
                          <a:cs typeface="Times New Roman" panose="02020603050405020304" pitchFamily="18" charset="0"/>
                        </a:rPr>
                        <a:t>việc</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này</a:t>
                      </a:r>
                      <a:r>
                        <a:rPr lang="en-US" sz="1800" kern="1200" dirty="0">
                          <a:solidFill>
                            <a:schemeClr val="dk1"/>
                          </a:solidFill>
                          <a:latin typeface="Times New Roman" panose="02020603050405020304" pitchFamily="18" charset="0"/>
                          <a:ea typeface="+mn-ea"/>
                          <a:cs typeface="Times New Roman" panose="02020603050405020304" pitchFamily="18" charset="0"/>
                        </a:rPr>
                        <a:t>. Trang </a:t>
                      </a:r>
                      <a:r>
                        <a:rPr lang="en-US" sz="1800" kern="1200" dirty="0" err="1">
                          <a:solidFill>
                            <a:schemeClr val="dk1"/>
                          </a:solidFill>
                          <a:latin typeface="Times New Roman" panose="02020603050405020304" pitchFamily="18" charset="0"/>
                          <a:ea typeface="+mn-ea"/>
                          <a:cs typeface="Times New Roman" panose="02020603050405020304" pitchFamily="18" charset="0"/>
                        </a:rPr>
                        <a:t>bị</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đầy</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đủ</a:t>
                      </a:r>
                      <a:r>
                        <a:rPr lang="en-US" sz="1800" kern="1200" dirty="0">
                          <a:solidFill>
                            <a:schemeClr val="dk1"/>
                          </a:solidFill>
                          <a:latin typeface="Times New Roman" panose="02020603050405020304" pitchFamily="18" charset="0"/>
                          <a:ea typeface="+mn-ea"/>
                          <a:cs typeface="Times New Roman" panose="02020603050405020304" pitchFamily="18" charset="0"/>
                        </a:rPr>
                        <a:t> Bảo </a:t>
                      </a:r>
                      <a:r>
                        <a:rPr lang="en-US" sz="1800" kern="1200" dirty="0" err="1">
                          <a:solidFill>
                            <a:schemeClr val="dk1"/>
                          </a:solidFill>
                          <a:latin typeface="Times New Roman" panose="02020603050405020304" pitchFamily="18" charset="0"/>
                          <a:ea typeface="+mn-ea"/>
                          <a:cs typeface="Times New Roman" panose="02020603050405020304" pitchFamily="18" charset="0"/>
                        </a:rPr>
                        <a:t>hộ</a:t>
                      </a:r>
                      <a:r>
                        <a:rPr lang="en-US" sz="1800" kern="1200" dirty="0">
                          <a:solidFill>
                            <a:schemeClr val="dk1"/>
                          </a:solidFill>
                          <a:latin typeface="Times New Roman" panose="02020603050405020304" pitchFamily="18" charset="0"/>
                          <a:ea typeface="+mn-ea"/>
                          <a:cs typeface="Times New Roman" panose="02020603050405020304" pitchFamily="18" charset="0"/>
                        </a:rPr>
                        <a:t> lao </a:t>
                      </a:r>
                      <a:r>
                        <a:rPr lang="en-US" sz="1800" kern="1200" dirty="0" err="1">
                          <a:solidFill>
                            <a:schemeClr val="dk1"/>
                          </a:solidFill>
                          <a:latin typeface="Times New Roman" panose="02020603050405020304" pitchFamily="18" charset="0"/>
                          <a:ea typeface="+mn-ea"/>
                          <a:cs typeface="Times New Roman" panose="02020603050405020304" pitchFamily="18" charset="0"/>
                        </a:rPr>
                        <a:t>động</a:t>
                      </a:r>
                      <a:endParaRPr lang="en-US" sz="1800" kern="120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marL="0" algn="just" defTabSz="914400" rtl="0" eaLnBrk="1" latinLnBrk="0" hangingPunct="1"/>
                      <a:r>
                        <a:rPr lang="en-US" sz="1800" kern="1200" dirty="0" err="1">
                          <a:solidFill>
                            <a:schemeClr val="dk1"/>
                          </a:solidFill>
                          <a:latin typeface="Times New Roman" panose="02020603050405020304" pitchFamily="18" charset="0"/>
                          <a:ea typeface="+mn-ea"/>
                          <a:cs typeface="Times New Roman" panose="02020603050405020304" pitchFamily="18" charset="0"/>
                        </a:rPr>
                        <a:t>Nhà</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thầu</a:t>
                      </a:r>
                      <a:endParaRPr lang="en-US" sz="1800" kern="1200" dirty="0">
                        <a:solidFill>
                          <a:schemeClr val="dk1"/>
                        </a:solidFill>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3466861557"/>
                  </a:ext>
                </a:extLst>
              </a:tr>
              <a:tr h="939294">
                <a:tc>
                  <a:txBody>
                    <a:bodyPr/>
                    <a:lstStyle/>
                    <a:p>
                      <a:pPr marL="0" algn="just" defTabSz="914400" rtl="0" eaLnBrk="1" latinLnBrk="0" hangingPunct="1"/>
                      <a:r>
                        <a:rPr lang="en-US" sz="1800" kern="1200" dirty="0">
                          <a:solidFill>
                            <a:schemeClr val="dk1"/>
                          </a:solidFill>
                          <a:latin typeface="Times New Roman" panose="02020603050405020304" pitchFamily="18" charset="0"/>
                          <a:ea typeface="+mn-ea"/>
                          <a:cs typeface="Times New Roman" panose="02020603050405020304" pitchFamily="18" charset="0"/>
                        </a:rPr>
                        <a:t>10</a:t>
                      </a:r>
                    </a:p>
                  </a:txBody>
                  <a:tcPr anchor="ctr"/>
                </a:tc>
                <a:tc>
                  <a:txBody>
                    <a:bodyPr/>
                    <a:lstStyle/>
                    <a:p>
                      <a:pPr marL="0" algn="just" defTabSz="914400" rtl="0" eaLnBrk="1" latinLnBrk="0" hangingPunct="1"/>
                      <a:r>
                        <a:rPr lang="en-US" sz="1800" kern="1200" dirty="0" err="1">
                          <a:solidFill>
                            <a:schemeClr val="dk1"/>
                          </a:solidFill>
                          <a:latin typeface="Times New Roman" panose="02020603050405020304" pitchFamily="18" charset="0"/>
                          <a:ea typeface="+mn-ea"/>
                          <a:cs typeface="Times New Roman" panose="02020603050405020304" pitchFamily="18" charset="0"/>
                        </a:rPr>
                        <a:t>Kiểm</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soát</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đầy</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đủ</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chứng</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chỉ</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về</a:t>
                      </a:r>
                      <a:r>
                        <a:rPr lang="en-US" sz="1800" kern="1200" dirty="0">
                          <a:solidFill>
                            <a:schemeClr val="dk1"/>
                          </a:solidFill>
                          <a:latin typeface="Times New Roman" panose="02020603050405020304" pitchFamily="18" charset="0"/>
                          <a:ea typeface="+mn-ea"/>
                          <a:cs typeface="Times New Roman" panose="02020603050405020304" pitchFamily="18" charset="0"/>
                        </a:rPr>
                        <a:t> con ng</a:t>
                      </a:r>
                      <a:r>
                        <a:rPr lang="vi-VN" sz="1800" kern="1200" dirty="0">
                          <a:solidFill>
                            <a:schemeClr val="dk1"/>
                          </a:solidFill>
                          <a:latin typeface="Times New Roman" panose="02020603050405020304" pitchFamily="18" charset="0"/>
                          <a:ea typeface="+mn-ea"/>
                          <a:cs typeface="Times New Roman" panose="02020603050405020304" pitchFamily="18" charset="0"/>
                        </a:rPr>
                        <a:t>ười và thiết bị của nhà thầu</a:t>
                      </a:r>
                      <a:endParaRPr lang="en-US" sz="1800" kern="120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algn="just" defTabSz="914400" rtl="0" eaLnBrk="1" latinLnBrk="0" hangingPunct="1"/>
                      <a:r>
                        <a:rPr lang="en-US" sz="1800" kern="1200" dirty="0">
                          <a:solidFill>
                            <a:schemeClr val="dk1"/>
                          </a:solidFill>
                          <a:latin typeface="Times New Roman" panose="02020603050405020304" pitchFamily="18" charset="0"/>
                          <a:ea typeface="+mn-ea"/>
                          <a:cs typeface="Times New Roman" panose="02020603050405020304" pitchFamily="18" charset="0"/>
                        </a:rPr>
                        <a:t>Bảo </a:t>
                      </a:r>
                      <a:r>
                        <a:rPr lang="en-US" sz="1800" kern="1200" dirty="0" err="1">
                          <a:solidFill>
                            <a:schemeClr val="dk1"/>
                          </a:solidFill>
                          <a:latin typeface="Times New Roman" panose="02020603050405020304" pitchFamily="18" charset="0"/>
                          <a:ea typeface="+mn-ea"/>
                          <a:cs typeface="Times New Roman" panose="02020603050405020304" pitchFamily="18" charset="0"/>
                        </a:rPr>
                        <a:t>đảm</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nhà</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thầu</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có</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đầy</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đủ</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chứng</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chỉ</a:t>
                      </a:r>
                      <a:r>
                        <a:rPr lang="en-US" sz="1800" kern="1200" dirty="0">
                          <a:solidFill>
                            <a:schemeClr val="dk1"/>
                          </a:solidFill>
                          <a:latin typeface="Times New Roman" panose="02020603050405020304" pitchFamily="18" charset="0"/>
                          <a:ea typeface="+mn-ea"/>
                          <a:cs typeface="Times New Roman" panose="02020603050405020304" pitchFamily="18" charset="0"/>
                        </a:rPr>
                        <a:t> </a:t>
                      </a:r>
                      <a:r>
                        <a:rPr lang="en-US" sz="1800" kern="1200" dirty="0" err="1">
                          <a:solidFill>
                            <a:schemeClr val="dk1"/>
                          </a:solidFill>
                          <a:latin typeface="Times New Roman" panose="02020603050405020304" pitchFamily="18" charset="0"/>
                          <a:ea typeface="+mn-ea"/>
                          <a:cs typeface="Times New Roman" panose="02020603050405020304" pitchFamily="18" charset="0"/>
                        </a:rPr>
                        <a:t>về</a:t>
                      </a:r>
                      <a:r>
                        <a:rPr lang="en-US" sz="1800" kern="1200" dirty="0">
                          <a:solidFill>
                            <a:schemeClr val="dk1"/>
                          </a:solidFill>
                          <a:latin typeface="Times New Roman" panose="02020603050405020304" pitchFamily="18" charset="0"/>
                          <a:ea typeface="+mn-ea"/>
                          <a:cs typeface="Times New Roman" panose="02020603050405020304" pitchFamily="18" charset="0"/>
                        </a:rPr>
                        <a:t> con ng</a:t>
                      </a:r>
                      <a:r>
                        <a:rPr lang="vi-VN" sz="1800" kern="1200" dirty="0">
                          <a:solidFill>
                            <a:schemeClr val="dk1"/>
                          </a:solidFill>
                          <a:latin typeface="Times New Roman" panose="02020603050405020304" pitchFamily="18" charset="0"/>
                          <a:ea typeface="+mn-ea"/>
                          <a:cs typeface="Times New Roman" panose="02020603050405020304" pitchFamily="18" charset="0"/>
                        </a:rPr>
                        <a:t>ười và thiết bị theo quy định, đáp ứng theo yêu cầu của công việc</a:t>
                      </a:r>
                      <a:endParaRPr lang="en-US" sz="1800" kern="120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marL="0" algn="just" defTabSz="914400" rtl="0" eaLnBrk="1" latinLnBrk="0" hangingPunct="1"/>
                      <a:r>
                        <a:rPr lang="en-US" sz="1800" kern="1200" dirty="0">
                          <a:solidFill>
                            <a:schemeClr val="dk1"/>
                          </a:solidFill>
                          <a:latin typeface="Times New Roman" panose="02020603050405020304" pitchFamily="18" charset="0"/>
                          <a:ea typeface="+mn-ea"/>
                          <a:cs typeface="Times New Roman" panose="02020603050405020304" pitchFamily="18" charset="0"/>
                        </a:rPr>
                        <a:t>KĐN/DVK/XNK</a:t>
                      </a:r>
                    </a:p>
                  </a:txBody>
                  <a:tcPr anchor="ctr"/>
                </a:tc>
                <a:extLst>
                  <a:ext uri="{0D108BD9-81ED-4DB2-BD59-A6C34878D82A}">
                    <a16:rowId xmlns:a16="http://schemas.microsoft.com/office/drawing/2014/main" val="1816010351"/>
                  </a:ext>
                </a:extLst>
              </a:tr>
            </a:tbl>
          </a:graphicData>
        </a:graphic>
      </p:graphicFrame>
      <p:sp>
        <p:nvSpPr>
          <p:cNvPr id="5" name="Rectangle 4">
            <a:extLst>
              <a:ext uri="{FF2B5EF4-FFF2-40B4-BE49-F238E27FC236}">
                <a16:creationId xmlns:a16="http://schemas.microsoft.com/office/drawing/2014/main" id="{3168C5CA-B865-4881-9863-6C5362AFAB31}"/>
              </a:ext>
            </a:extLst>
          </p:cNvPr>
          <p:cNvSpPr/>
          <p:nvPr/>
        </p:nvSpPr>
        <p:spPr>
          <a:xfrm>
            <a:off x="0" y="1238630"/>
            <a:ext cx="5897699" cy="369332"/>
          </a:xfrm>
          <a:prstGeom prst="rect">
            <a:avLst/>
          </a:prstGeom>
        </p:spPr>
        <p:txBody>
          <a:bodyPr wrap="square">
            <a:spAutoFit/>
          </a:bodyPr>
          <a:lstStyle/>
          <a:p>
            <a:pPr marL="285750" indent="-285750">
              <a:buFont typeface="Wingdings" panose="05000000000000000000" pitchFamily="2" charset="2"/>
              <a:buChar char="v"/>
            </a:pPr>
            <a:r>
              <a:rPr lang="en-US" b="1">
                <a:solidFill>
                  <a:schemeClr val="accent6">
                    <a:lumMod val="75000"/>
                  </a:schemeClr>
                </a:solidFill>
                <a:latin typeface="Times New Roman" panose="02020603050405020304" pitchFamily="18" charset="0"/>
                <a:cs typeface="Times New Roman" panose="02020603050405020304" pitchFamily="18" charset="0"/>
              </a:rPr>
              <a:t>Phân công nhiệm vụ công tác phối hợp</a:t>
            </a:r>
            <a:endParaRPr lang="en-US" b="1" dirty="0">
              <a:solidFill>
                <a:schemeClr val="accent6">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15055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5498F55-81A1-4830-A106-B9802D07EE3E}"/>
              </a:ext>
            </a:extLst>
          </p:cNvPr>
          <p:cNvSpPr txBox="1"/>
          <p:nvPr/>
        </p:nvSpPr>
        <p:spPr>
          <a:xfrm>
            <a:off x="3016137" y="467321"/>
            <a:ext cx="7072149" cy="400110"/>
          </a:xfrm>
          <a:prstGeom prst="rect">
            <a:avLst/>
          </a:prstGeom>
          <a:noFill/>
        </p:spPr>
        <p:txBody>
          <a:bodyPr wrap="square" rtlCol="0">
            <a:spAutoFit/>
          </a:bodyPr>
          <a:lstStyle/>
          <a:p>
            <a:pPr algn="ctr" fontAlgn="base">
              <a:spcBef>
                <a:spcPct val="0"/>
              </a:spcBef>
              <a:spcAft>
                <a:spcPct val="0"/>
              </a:spcAft>
            </a:pPr>
            <a:r>
              <a:rPr lang="en-US" sz="2000" b="1" kern="0">
                <a:solidFill>
                  <a:schemeClr val="accent6">
                    <a:lumMod val="50000"/>
                  </a:schemeClr>
                </a:solidFill>
                <a:latin typeface="Times New Roman" pitchFamily="18" charset="0"/>
                <a:cs typeface="Times New Roman" pitchFamily="18" charset="0"/>
              </a:rPr>
              <a:t>2. CÔNG TÁC PHỐI HỢP</a:t>
            </a:r>
            <a:endParaRPr lang="en-US" sz="2000" b="1" dirty="0">
              <a:solidFill>
                <a:schemeClr val="accent6">
                  <a:lumMod val="50000"/>
                </a:schemeClr>
              </a:solidFill>
              <a:latin typeface="Times New Roman" pitchFamily="18" charset="0"/>
              <a:cs typeface="Times New Roman" pitchFamily="18" charset="0"/>
            </a:endParaRPr>
          </a:p>
        </p:txBody>
      </p:sp>
      <p:graphicFrame>
        <p:nvGraphicFramePr>
          <p:cNvPr id="4" name="Table 3">
            <a:extLst>
              <a:ext uri="{FF2B5EF4-FFF2-40B4-BE49-F238E27FC236}">
                <a16:creationId xmlns:a16="http://schemas.microsoft.com/office/drawing/2014/main" id="{CAA8ED4F-E6F4-4CDB-A929-D9BCE470ECF8}"/>
              </a:ext>
            </a:extLst>
          </p:cNvPr>
          <p:cNvGraphicFramePr>
            <a:graphicFrameLocks noGrp="1"/>
          </p:cNvGraphicFramePr>
          <p:nvPr>
            <p:extLst>
              <p:ext uri="{D42A27DB-BD31-4B8C-83A1-F6EECF244321}">
                <p14:modId xmlns:p14="http://schemas.microsoft.com/office/powerpoint/2010/main" val="667246661"/>
              </p:ext>
            </p:extLst>
          </p:nvPr>
        </p:nvGraphicFramePr>
        <p:xfrm>
          <a:off x="0" y="1539678"/>
          <a:ext cx="12192000" cy="5318322"/>
        </p:xfrm>
        <a:graphic>
          <a:graphicData uri="http://schemas.openxmlformats.org/drawingml/2006/table">
            <a:tbl>
              <a:tblPr firstRow="1" bandRow="1">
                <a:tableStyleId>{21E4AEA4-8DFA-4A89-87EB-49C32662AFE0}</a:tableStyleId>
              </a:tblPr>
              <a:tblGrid>
                <a:gridCol w="560441">
                  <a:extLst>
                    <a:ext uri="{9D8B030D-6E8A-4147-A177-3AD203B41FA5}">
                      <a16:colId xmlns:a16="http://schemas.microsoft.com/office/drawing/2014/main" val="3740617686"/>
                    </a:ext>
                  </a:extLst>
                </a:gridCol>
                <a:gridCol w="5463551">
                  <a:extLst>
                    <a:ext uri="{9D8B030D-6E8A-4147-A177-3AD203B41FA5}">
                      <a16:colId xmlns:a16="http://schemas.microsoft.com/office/drawing/2014/main" val="2666011490"/>
                    </a:ext>
                  </a:extLst>
                </a:gridCol>
                <a:gridCol w="4968552">
                  <a:extLst>
                    <a:ext uri="{9D8B030D-6E8A-4147-A177-3AD203B41FA5}">
                      <a16:colId xmlns:a16="http://schemas.microsoft.com/office/drawing/2014/main" val="3471468105"/>
                    </a:ext>
                  </a:extLst>
                </a:gridCol>
                <a:gridCol w="1199456">
                  <a:extLst>
                    <a:ext uri="{9D8B030D-6E8A-4147-A177-3AD203B41FA5}">
                      <a16:colId xmlns:a16="http://schemas.microsoft.com/office/drawing/2014/main" val="2036248398"/>
                    </a:ext>
                  </a:extLst>
                </a:gridCol>
              </a:tblGrid>
              <a:tr h="252739">
                <a:tc>
                  <a:txBody>
                    <a:bodyPr/>
                    <a:lstStyle/>
                    <a:p>
                      <a:pPr algn="ctr"/>
                      <a:r>
                        <a:rPr lang="en-US" sz="1800">
                          <a:latin typeface="Times New Roman" panose="02020603050405020304" pitchFamily="18" charset="0"/>
                          <a:cs typeface="Times New Roman" panose="02020603050405020304" pitchFamily="18" charset="0"/>
                        </a:rPr>
                        <a:t>TT</a:t>
                      </a:r>
                      <a:endParaRPr lang="en-US" sz="1800" dirty="0">
                        <a:solidFill>
                          <a:srgbClr val="0E1FBE"/>
                        </a:solidFill>
                        <a:latin typeface="Times New Roman" panose="02020603050405020304" pitchFamily="18" charset="0"/>
                        <a:cs typeface="Times New Roman" panose="02020603050405020304" pitchFamily="18" charset="0"/>
                      </a:endParaRPr>
                    </a:p>
                  </a:txBody>
                  <a:tcPr anchor="ctr"/>
                </a:tc>
                <a:tc>
                  <a:txBody>
                    <a:bodyPr/>
                    <a:lstStyle/>
                    <a:p>
                      <a:pPr algn="ctr"/>
                      <a:r>
                        <a:rPr lang="en-US" sz="1800" dirty="0" err="1">
                          <a:latin typeface="Times New Roman" panose="02020603050405020304" pitchFamily="18" charset="0"/>
                          <a:cs typeface="Times New Roman" panose="02020603050405020304" pitchFamily="18" charset="0"/>
                        </a:rPr>
                        <a:t>Nội</a:t>
                      </a:r>
                      <a:r>
                        <a:rPr lang="en-US" sz="1800" dirty="0">
                          <a:latin typeface="Times New Roman" panose="02020603050405020304" pitchFamily="18" charset="0"/>
                          <a:cs typeface="Times New Roman" panose="02020603050405020304" pitchFamily="18" charset="0"/>
                        </a:rPr>
                        <a:t> dung</a:t>
                      </a:r>
                      <a:endParaRPr lang="en-US" sz="1800" dirty="0">
                        <a:solidFill>
                          <a:srgbClr val="0E1FBE"/>
                        </a:solidFill>
                        <a:latin typeface="Times New Roman" panose="02020603050405020304" pitchFamily="18" charset="0"/>
                        <a:cs typeface="Times New Roman" panose="02020603050405020304" pitchFamily="18" charset="0"/>
                      </a:endParaRPr>
                    </a:p>
                  </a:txBody>
                  <a:tcPr anchor="ctr"/>
                </a:tc>
                <a:tc>
                  <a:txBody>
                    <a:bodyPr/>
                    <a:lstStyle/>
                    <a:p>
                      <a:pPr algn="ctr"/>
                      <a:r>
                        <a:rPr lang="en-US" sz="1800" dirty="0" err="1">
                          <a:latin typeface="Times New Roman" panose="02020603050405020304" pitchFamily="18" charset="0"/>
                          <a:cs typeface="Times New Roman" panose="02020603050405020304" pitchFamily="18" charset="0"/>
                        </a:rPr>
                        <a:t>Kế</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hoạch</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xử</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lý</a:t>
                      </a:r>
                      <a:endParaRPr lang="en-US" sz="1800" dirty="0">
                        <a:solidFill>
                          <a:srgbClr val="0E1FBE"/>
                        </a:solidFill>
                        <a:latin typeface="Times New Roman" panose="02020603050405020304" pitchFamily="18" charset="0"/>
                        <a:cs typeface="Times New Roman" panose="02020603050405020304" pitchFamily="18" charset="0"/>
                      </a:endParaRPr>
                    </a:p>
                  </a:txBody>
                  <a:tcPr anchor="ctr"/>
                </a:tc>
                <a:tc>
                  <a:txBody>
                    <a:bodyPr/>
                    <a:lstStyle/>
                    <a:p>
                      <a:pPr algn="ctr"/>
                      <a:r>
                        <a:rPr lang="en-US" sz="1800" dirty="0" err="1">
                          <a:latin typeface="Times New Roman" panose="02020603050405020304" pitchFamily="18" charset="0"/>
                          <a:cs typeface="Times New Roman" panose="02020603050405020304" pitchFamily="18" charset="0"/>
                        </a:rPr>
                        <a:t>Thực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hiện</a:t>
                      </a:r>
                      <a:endParaRPr lang="en-US" sz="1800" dirty="0">
                        <a:solidFill>
                          <a:srgbClr val="0E1FBE"/>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02422635"/>
                  </a:ext>
                </a:extLst>
              </a:tr>
              <a:tr h="381235">
                <a:tc>
                  <a:txBody>
                    <a:bodyPr/>
                    <a:lstStyle/>
                    <a:p>
                      <a:pPr algn="ctr"/>
                      <a:r>
                        <a:rPr lang="en-US" sz="1800" b="1" kern="1200" dirty="0">
                          <a:solidFill>
                            <a:schemeClr val="tx1"/>
                          </a:solidFill>
                          <a:latin typeface="Times New Roman" panose="02020603050405020304" pitchFamily="18" charset="0"/>
                          <a:ea typeface="+mn-ea"/>
                          <a:cs typeface="Times New Roman" panose="02020603050405020304" pitchFamily="18" charset="0"/>
                        </a:rPr>
                        <a:t>IV</a:t>
                      </a:r>
                    </a:p>
                  </a:txBody>
                  <a:tcPr/>
                </a:tc>
                <a:tc>
                  <a:txBody>
                    <a:bodyPr/>
                    <a:lstStyle/>
                    <a:p>
                      <a:r>
                        <a:rPr lang="en-US" sz="1800" b="1" kern="1200" dirty="0">
                          <a:solidFill>
                            <a:schemeClr val="tx1"/>
                          </a:solidFill>
                          <a:latin typeface="Times New Roman" panose="02020603050405020304" pitchFamily="18" charset="0"/>
                          <a:ea typeface="+mn-ea"/>
                          <a:cs typeface="Times New Roman" panose="02020603050405020304" pitchFamily="18" charset="0"/>
                        </a:rPr>
                        <a:t>Công </a:t>
                      </a:r>
                      <a:r>
                        <a:rPr lang="en-US" sz="1800" b="1" kern="1200" dirty="0" err="1">
                          <a:solidFill>
                            <a:schemeClr val="tx1"/>
                          </a:solidFill>
                          <a:latin typeface="Times New Roman" panose="02020603050405020304" pitchFamily="18" charset="0"/>
                          <a:ea typeface="+mn-ea"/>
                          <a:cs typeface="Times New Roman" panose="02020603050405020304" pitchFamily="18" charset="0"/>
                        </a:rPr>
                        <a:t>tác</a:t>
                      </a:r>
                      <a:r>
                        <a:rPr lang="en-US" sz="1800" b="1" kern="1200" dirty="0">
                          <a:solidFill>
                            <a:schemeClr val="tx1"/>
                          </a:solidFill>
                          <a:latin typeface="Times New Roman" panose="02020603050405020304" pitchFamily="18" charset="0"/>
                          <a:ea typeface="+mn-ea"/>
                          <a:cs typeface="Times New Roman" panose="02020603050405020304" pitchFamily="18" charset="0"/>
                        </a:rPr>
                        <a:t> </a:t>
                      </a:r>
                      <a:r>
                        <a:rPr lang="en-US" sz="1800" b="1" kern="1200" dirty="0" err="1">
                          <a:solidFill>
                            <a:schemeClr val="tx1"/>
                          </a:solidFill>
                          <a:latin typeface="Times New Roman" panose="02020603050405020304" pitchFamily="18" charset="0"/>
                          <a:ea typeface="+mn-ea"/>
                          <a:cs typeface="Times New Roman" panose="02020603050405020304" pitchFamily="18" charset="0"/>
                        </a:rPr>
                        <a:t>quản</a:t>
                      </a:r>
                      <a:r>
                        <a:rPr lang="en-US" sz="1800" b="1" kern="1200" dirty="0">
                          <a:solidFill>
                            <a:schemeClr val="tx1"/>
                          </a:solidFill>
                          <a:latin typeface="Times New Roman" panose="02020603050405020304" pitchFamily="18" charset="0"/>
                          <a:ea typeface="+mn-ea"/>
                          <a:cs typeface="Times New Roman" panose="02020603050405020304" pitchFamily="18" charset="0"/>
                        </a:rPr>
                        <a:t> </a:t>
                      </a:r>
                      <a:r>
                        <a:rPr lang="en-US" sz="1800" b="1" kern="1200" dirty="0" err="1">
                          <a:solidFill>
                            <a:schemeClr val="tx1"/>
                          </a:solidFill>
                          <a:latin typeface="Times New Roman" panose="02020603050405020304" pitchFamily="18" charset="0"/>
                          <a:ea typeface="+mn-ea"/>
                          <a:cs typeface="Times New Roman" panose="02020603050405020304" pitchFamily="18" charset="0"/>
                        </a:rPr>
                        <a:t>lý</a:t>
                      </a:r>
                      <a:r>
                        <a:rPr lang="en-US" sz="1800" b="1" kern="1200" dirty="0">
                          <a:solidFill>
                            <a:schemeClr val="tx1"/>
                          </a:solidFill>
                          <a:latin typeface="Times New Roman" panose="02020603050405020304" pitchFamily="18" charset="0"/>
                          <a:ea typeface="+mn-ea"/>
                          <a:cs typeface="Times New Roman" panose="02020603050405020304" pitchFamily="18" charset="0"/>
                        </a:rPr>
                        <a:t> </a:t>
                      </a:r>
                      <a:r>
                        <a:rPr lang="en-US" sz="1800" b="1" kern="1200" dirty="0" err="1">
                          <a:solidFill>
                            <a:schemeClr val="tx1"/>
                          </a:solidFill>
                          <a:latin typeface="Times New Roman" panose="02020603050405020304" pitchFamily="18" charset="0"/>
                          <a:ea typeface="+mn-ea"/>
                          <a:cs typeface="Times New Roman" panose="02020603050405020304" pitchFamily="18" charset="0"/>
                        </a:rPr>
                        <a:t>chất</a:t>
                      </a:r>
                      <a:r>
                        <a:rPr lang="en-US" sz="1800" b="1" kern="1200" dirty="0">
                          <a:solidFill>
                            <a:schemeClr val="tx1"/>
                          </a:solidFill>
                          <a:latin typeface="Times New Roman" panose="02020603050405020304" pitchFamily="18" charset="0"/>
                          <a:ea typeface="+mn-ea"/>
                          <a:cs typeface="Times New Roman" panose="02020603050405020304" pitchFamily="18" charset="0"/>
                        </a:rPr>
                        <a:t> </a:t>
                      </a:r>
                      <a:r>
                        <a:rPr lang="en-US" sz="1800" b="1" kern="1200" dirty="0" err="1">
                          <a:solidFill>
                            <a:schemeClr val="tx1"/>
                          </a:solidFill>
                          <a:latin typeface="Times New Roman" panose="02020603050405020304" pitchFamily="18" charset="0"/>
                          <a:ea typeface="+mn-ea"/>
                          <a:cs typeface="Times New Roman" panose="02020603050405020304" pitchFamily="18" charset="0"/>
                        </a:rPr>
                        <a:t>lượng</a:t>
                      </a:r>
                      <a:r>
                        <a:rPr lang="en-US" sz="1800" b="1" kern="1200" dirty="0">
                          <a:solidFill>
                            <a:schemeClr val="tx1"/>
                          </a:solidFill>
                          <a:latin typeface="Times New Roman" panose="02020603050405020304" pitchFamily="18" charset="0"/>
                          <a:ea typeface="+mn-ea"/>
                          <a:cs typeface="Times New Roman" panose="02020603050405020304" pitchFamily="18" charset="0"/>
                        </a:rPr>
                        <a:t> BDSC</a:t>
                      </a:r>
                    </a:p>
                  </a:txBody>
                  <a:tcPr/>
                </a:tc>
                <a:tc>
                  <a:txBody>
                    <a:bodyPr/>
                    <a:lstStyle/>
                    <a:p>
                      <a:pPr algn="ctr"/>
                      <a:endParaRPr lang="en-US" sz="1800" kern="1200"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pPr algn="ctr"/>
                      <a:endParaRPr lang="en-US" sz="1800" kern="1200" dirty="0">
                        <a:solidFill>
                          <a:schemeClr val="tx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3180902402"/>
                  </a:ext>
                </a:extLst>
              </a:tr>
              <a:tr h="703803">
                <a:tc>
                  <a:txBody>
                    <a:bodyPr/>
                    <a:lstStyle/>
                    <a:p>
                      <a:pPr algn="ctr"/>
                      <a:r>
                        <a:rPr lang="en-US" sz="1800" kern="1200" dirty="0">
                          <a:solidFill>
                            <a:schemeClr val="tx1"/>
                          </a:solidFill>
                          <a:latin typeface="Times New Roman" panose="02020603050405020304" pitchFamily="18" charset="0"/>
                          <a:ea typeface="+mn-ea"/>
                          <a:cs typeface="Times New Roman" panose="02020603050405020304" pitchFamily="18" charset="0"/>
                        </a:rPr>
                        <a:t>11</a:t>
                      </a:r>
                    </a:p>
                  </a:txBody>
                  <a:tcPr anchor="ctr"/>
                </a:tc>
                <a:tc>
                  <a:txBody>
                    <a:bodyPr/>
                    <a:lstStyle/>
                    <a:p>
                      <a:pPr algn="just"/>
                      <a:r>
                        <a:rPr lang="vi-VN" sz="1800" kern="1200" dirty="0">
                          <a:solidFill>
                            <a:schemeClr val="tx1"/>
                          </a:solidFill>
                          <a:latin typeface="Times New Roman" panose="02020603050405020304" pitchFamily="18" charset="0"/>
                          <a:ea typeface="+mn-ea"/>
                          <a:cs typeface="Times New Roman" panose="02020603050405020304" pitchFamily="18" charset="0"/>
                        </a:rPr>
                        <a:t>Bố trí nhân sự hợp lý, </a:t>
                      </a:r>
                      <a:r>
                        <a:rPr lang="en-US" sz="1800" kern="1200" dirty="0" err="1">
                          <a:solidFill>
                            <a:schemeClr val="tx1"/>
                          </a:solidFill>
                          <a:latin typeface="Times New Roman" panose="02020603050405020304" pitchFamily="18" charset="0"/>
                          <a:ea typeface="+mn-ea"/>
                          <a:cs typeface="Times New Roman" panose="02020603050405020304" pitchFamily="18" charset="0"/>
                        </a:rPr>
                        <a:t>giám</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sát</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công</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việc</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theo</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đúng</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quy</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trình</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thi</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công</a:t>
                      </a:r>
                      <a:endParaRPr lang="en-US" sz="1800" kern="1200" dirty="0">
                        <a:solidFill>
                          <a:schemeClr val="tx1"/>
                        </a:solidFill>
                        <a:latin typeface="Times New Roman" panose="02020603050405020304" pitchFamily="18" charset="0"/>
                        <a:ea typeface="+mn-ea"/>
                        <a:cs typeface="Times New Roman" panose="02020603050405020304" pitchFamily="18" charset="0"/>
                      </a:endParaRPr>
                    </a:p>
                  </a:txBody>
                  <a:tcPr anchor="ctr"/>
                </a:tc>
                <a:tc>
                  <a:txBody>
                    <a:bodyPr/>
                    <a:lstStyle/>
                    <a:p>
                      <a:pPr algn="just"/>
                      <a:r>
                        <a:rPr lang="en-US" sz="1800" kern="1200" dirty="0">
                          <a:solidFill>
                            <a:schemeClr val="tx1"/>
                          </a:solidFill>
                          <a:latin typeface="Times New Roman" panose="02020603050405020304" pitchFamily="18" charset="0"/>
                          <a:ea typeface="+mn-ea"/>
                          <a:cs typeface="Times New Roman" panose="02020603050405020304" pitchFamily="18" charset="0"/>
                        </a:rPr>
                        <a:t>KĐN </a:t>
                      </a:r>
                      <a:r>
                        <a:rPr lang="en-US" sz="1800" kern="1200" dirty="0" err="1">
                          <a:solidFill>
                            <a:schemeClr val="tx1"/>
                          </a:solidFill>
                          <a:latin typeface="Times New Roman" panose="02020603050405020304" pitchFamily="18" charset="0"/>
                          <a:ea typeface="+mn-ea"/>
                          <a:cs typeface="Times New Roman" panose="02020603050405020304" pitchFamily="18" charset="0"/>
                        </a:rPr>
                        <a:t>và</a:t>
                      </a:r>
                      <a:r>
                        <a:rPr lang="en-US" sz="1800" kern="1200" dirty="0">
                          <a:solidFill>
                            <a:schemeClr val="tx1"/>
                          </a:solidFill>
                          <a:latin typeface="Times New Roman" panose="02020603050405020304" pitchFamily="18" charset="0"/>
                          <a:ea typeface="+mn-ea"/>
                          <a:cs typeface="Times New Roman" panose="02020603050405020304" pitchFamily="18" charset="0"/>
                        </a:rPr>
                        <a:t> XNK </a:t>
                      </a:r>
                      <a:r>
                        <a:rPr lang="en-US" sz="1800" kern="1200" dirty="0" err="1">
                          <a:solidFill>
                            <a:schemeClr val="tx1"/>
                          </a:solidFill>
                          <a:latin typeface="Times New Roman" panose="02020603050405020304" pitchFamily="18" charset="0"/>
                          <a:ea typeface="+mn-ea"/>
                          <a:cs typeface="Times New Roman" panose="02020603050405020304" pitchFamily="18" charset="0"/>
                        </a:rPr>
                        <a:t>sẽ</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bố</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trí</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nhân</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sự</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giám</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sát</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theo</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các</a:t>
                      </a:r>
                      <a:r>
                        <a:rPr lang="en-US" sz="1800" kern="1200" dirty="0">
                          <a:solidFill>
                            <a:schemeClr val="tx1"/>
                          </a:solidFill>
                          <a:latin typeface="Times New Roman" panose="02020603050405020304" pitchFamily="18" charset="0"/>
                          <a:ea typeface="+mn-ea"/>
                          <a:cs typeface="Times New Roman" panose="02020603050405020304" pitchFamily="18" charset="0"/>
                        </a:rPr>
                        <a:t> Job</a:t>
                      </a:r>
                    </a:p>
                  </a:txBody>
                  <a:tcPr anchor="ctr"/>
                </a:tc>
                <a:tc>
                  <a:txBody>
                    <a:bodyPr/>
                    <a:lstStyle/>
                    <a:p>
                      <a:pPr algn="ctr"/>
                      <a:r>
                        <a:rPr lang="en-US" sz="1800" kern="1200" dirty="0">
                          <a:solidFill>
                            <a:schemeClr val="tx1"/>
                          </a:solidFill>
                          <a:latin typeface="Times New Roman" panose="02020603050405020304" pitchFamily="18" charset="0"/>
                          <a:ea typeface="+mn-ea"/>
                          <a:cs typeface="Times New Roman" panose="02020603050405020304" pitchFamily="18" charset="0"/>
                        </a:rPr>
                        <a:t>KĐN/XNK</a:t>
                      </a:r>
                    </a:p>
                  </a:txBody>
                  <a:tcPr anchor="ctr"/>
                </a:tc>
                <a:extLst>
                  <a:ext uri="{0D108BD9-81ED-4DB2-BD59-A6C34878D82A}">
                    <a16:rowId xmlns:a16="http://schemas.microsoft.com/office/drawing/2014/main" val="356746334"/>
                  </a:ext>
                </a:extLst>
              </a:tr>
              <a:tr h="940141">
                <a:tc>
                  <a:txBody>
                    <a:bodyPr/>
                    <a:lstStyle/>
                    <a:p>
                      <a:pPr algn="ctr"/>
                      <a:r>
                        <a:rPr lang="en-US" sz="1800" kern="1200" dirty="0">
                          <a:solidFill>
                            <a:schemeClr val="tx1"/>
                          </a:solidFill>
                          <a:latin typeface="Times New Roman" panose="02020603050405020304" pitchFamily="18" charset="0"/>
                          <a:ea typeface="+mn-ea"/>
                          <a:cs typeface="Times New Roman" panose="02020603050405020304" pitchFamily="18" charset="0"/>
                        </a:rPr>
                        <a:t>12</a:t>
                      </a:r>
                    </a:p>
                  </a:txBody>
                  <a:tcPr anchor="ctr"/>
                </a:tc>
                <a:tc>
                  <a:txBody>
                    <a:bodyPr/>
                    <a:lstStyle/>
                    <a:p>
                      <a:pPr algn="just"/>
                      <a:r>
                        <a:rPr lang="vi-VN" sz="1800" kern="1200" dirty="0">
                          <a:solidFill>
                            <a:schemeClr val="tx1"/>
                          </a:solidFill>
                          <a:latin typeface="Times New Roman" panose="02020603050405020304" pitchFamily="18" charset="0"/>
                          <a:ea typeface="+mn-ea"/>
                          <a:cs typeface="Times New Roman" panose="02020603050405020304" pitchFamily="18" charset="0"/>
                        </a:rPr>
                        <a:t>Cần có phương án bảo quản thiết bị</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tại</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hiện</a:t>
                      </a:r>
                      <a:r>
                        <a:rPr lang="en-US" sz="1800" kern="1200" dirty="0">
                          <a:solidFill>
                            <a:schemeClr val="tx1"/>
                          </a:solidFill>
                          <a:latin typeface="Times New Roman" panose="02020603050405020304" pitchFamily="18" charset="0"/>
                          <a:ea typeface="+mn-ea"/>
                          <a:cs typeface="Times New Roman" panose="02020603050405020304" pitchFamily="18" charset="0"/>
                        </a:rPr>
                        <a:t> tr</a:t>
                      </a:r>
                      <a:r>
                        <a:rPr lang="vi-VN" sz="1800" kern="1200" dirty="0">
                          <a:solidFill>
                            <a:schemeClr val="tx1"/>
                          </a:solidFill>
                          <a:latin typeface="Times New Roman" panose="02020603050405020304" pitchFamily="18" charset="0"/>
                          <a:ea typeface="+mn-ea"/>
                          <a:cs typeface="Times New Roman" panose="02020603050405020304" pitchFamily="18" charset="0"/>
                        </a:rPr>
                        <a:t>ư</a:t>
                      </a:r>
                      <a:r>
                        <a:rPr lang="en-US" sz="1800" kern="1200" dirty="0" err="1">
                          <a:solidFill>
                            <a:schemeClr val="tx1"/>
                          </a:solidFill>
                          <a:latin typeface="Times New Roman" panose="02020603050405020304" pitchFamily="18" charset="0"/>
                          <a:ea typeface="+mn-ea"/>
                          <a:cs typeface="Times New Roman" panose="02020603050405020304" pitchFamily="18" charset="0"/>
                        </a:rPr>
                        <a:t>ờng</a:t>
                      </a:r>
                      <a:r>
                        <a:rPr lang="en-US" sz="1800" kern="1200" dirty="0">
                          <a:solidFill>
                            <a:schemeClr val="tx1"/>
                          </a:solidFill>
                          <a:latin typeface="Times New Roman" panose="02020603050405020304" pitchFamily="18" charset="0"/>
                          <a:ea typeface="+mn-ea"/>
                          <a:cs typeface="Times New Roman" panose="02020603050405020304" pitchFamily="18" charset="0"/>
                        </a:rPr>
                        <a:t> (VD: </a:t>
                      </a:r>
                      <a:r>
                        <a:rPr lang="en-US" sz="1800" kern="1200" dirty="0" err="1">
                          <a:solidFill>
                            <a:schemeClr val="tx1"/>
                          </a:solidFill>
                          <a:latin typeface="Times New Roman" panose="02020603050405020304" pitchFamily="18" charset="0"/>
                          <a:ea typeface="+mn-ea"/>
                          <a:cs typeface="Times New Roman" panose="02020603050405020304" pitchFamily="18" charset="0"/>
                        </a:rPr>
                        <a:t>các</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vật</a:t>
                      </a:r>
                      <a:r>
                        <a:rPr lang="en-US" sz="1800" kern="1200" dirty="0">
                          <a:solidFill>
                            <a:schemeClr val="tx1"/>
                          </a:solidFill>
                          <a:latin typeface="Times New Roman" panose="02020603050405020304" pitchFamily="18" charset="0"/>
                          <a:ea typeface="+mn-ea"/>
                          <a:cs typeface="Times New Roman" panose="02020603050405020304" pitchFamily="18" charset="0"/>
                        </a:rPr>
                        <a:t> t</a:t>
                      </a:r>
                      <a:r>
                        <a:rPr lang="vi-VN" sz="1800" kern="1200" dirty="0">
                          <a:solidFill>
                            <a:schemeClr val="tx1"/>
                          </a:solidFill>
                          <a:latin typeface="Times New Roman" panose="02020603050405020304" pitchFamily="18" charset="0"/>
                          <a:ea typeface="+mn-ea"/>
                          <a:cs typeface="Times New Roman" panose="02020603050405020304" pitchFamily="18" charset="0"/>
                        </a:rPr>
                        <a:t>ư</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để</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ngoài</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trời</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cần</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che</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chắn</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tránh</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khi</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gặp</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trời</a:t>
                      </a:r>
                      <a:r>
                        <a:rPr lang="en-US" sz="1800" kern="1200" dirty="0">
                          <a:solidFill>
                            <a:schemeClr val="tx1"/>
                          </a:solidFill>
                          <a:latin typeface="Times New Roman" panose="02020603050405020304" pitchFamily="18" charset="0"/>
                          <a:ea typeface="+mn-ea"/>
                          <a:cs typeface="Times New Roman" panose="02020603050405020304" pitchFamily="18" charset="0"/>
                        </a:rPr>
                        <a:t> m</a:t>
                      </a:r>
                      <a:r>
                        <a:rPr lang="vi-VN" sz="1800" kern="1200" dirty="0">
                          <a:solidFill>
                            <a:schemeClr val="tx1"/>
                          </a:solidFill>
                          <a:latin typeface="Times New Roman" panose="02020603050405020304" pitchFamily="18" charset="0"/>
                          <a:ea typeface="+mn-ea"/>
                          <a:cs typeface="Times New Roman" panose="02020603050405020304" pitchFamily="18" charset="0"/>
                        </a:rPr>
                        <a:t>ư</a:t>
                      </a:r>
                      <a:r>
                        <a:rPr lang="en-US" sz="1800" kern="1200" dirty="0">
                          <a:solidFill>
                            <a:schemeClr val="tx1"/>
                          </a:solidFill>
                          <a:latin typeface="Times New Roman" panose="02020603050405020304" pitchFamily="18" charset="0"/>
                          <a:ea typeface="+mn-ea"/>
                          <a:cs typeface="Times New Roman" panose="02020603050405020304" pitchFamily="18" charset="0"/>
                        </a:rPr>
                        <a:t>a…)</a:t>
                      </a:r>
                    </a:p>
                  </a:txBody>
                  <a:tcPr anchor="ctr"/>
                </a:tc>
                <a:tc>
                  <a:txBody>
                    <a:bodyPr/>
                    <a:lstStyle/>
                    <a:p>
                      <a:pPr algn="just"/>
                      <a:r>
                        <a:rPr lang="en-US" sz="1800" kern="1200" dirty="0" err="1">
                          <a:solidFill>
                            <a:schemeClr val="tx1"/>
                          </a:solidFill>
                          <a:latin typeface="Times New Roman" panose="02020603050405020304" pitchFamily="18" charset="0"/>
                          <a:ea typeface="+mn-ea"/>
                          <a:cs typeface="Times New Roman" panose="02020603050405020304" pitchFamily="18" charset="0"/>
                        </a:rPr>
                        <a:t>Nhà</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thầu</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thực</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hiện</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công</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việc</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cần</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chuẩn</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bị</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đầy</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đủ</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ph</a:t>
                      </a:r>
                      <a:r>
                        <a:rPr lang="vi-VN" sz="1800" kern="1200" dirty="0">
                          <a:solidFill>
                            <a:schemeClr val="tx1"/>
                          </a:solidFill>
                          <a:latin typeface="Times New Roman" panose="02020603050405020304" pitchFamily="18" charset="0"/>
                          <a:ea typeface="+mn-ea"/>
                          <a:cs typeface="Times New Roman" panose="02020603050405020304" pitchFamily="18" charset="0"/>
                        </a:rPr>
                        <a:t>ư</a:t>
                      </a:r>
                      <a:r>
                        <a:rPr lang="en-US" sz="1800" kern="1200" dirty="0" err="1">
                          <a:solidFill>
                            <a:schemeClr val="tx1"/>
                          </a:solidFill>
                          <a:latin typeface="Times New Roman" panose="02020603050405020304" pitchFamily="18" charset="0"/>
                          <a:ea typeface="+mn-ea"/>
                          <a:cs typeface="Times New Roman" panose="02020603050405020304" pitchFamily="18" charset="0"/>
                        </a:rPr>
                        <a:t>ơng</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tiện</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che</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chắn</a:t>
                      </a:r>
                      <a:endParaRPr lang="en-US" sz="1800" kern="1200" dirty="0">
                        <a:solidFill>
                          <a:schemeClr val="tx1"/>
                        </a:solidFill>
                        <a:latin typeface="Times New Roman" panose="02020603050405020304" pitchFamily="18" charset="0"/>
                        <a:ea typeface="+mn-ea"/>
                        <a:cs typeface="Times New Roman" panose="02020603050405020304" pitchFamily="18" charset="0"/>
                      </a:endParaRPr>
                    </a:p>
                  </a:txBody>
                  <a:tcPr anchor="ctr"/>
                </a:tc>
                <a:tc>
                  <a:txBody>
                    <a:bodyPr/>
                    <a:lstStyle/>
                    <a:p>
                      <a:pPr algn="ctr"/>
                      <a:r>
                        <a:rPr lang="en-US" sz="1800" kern="1200" dirty="0" err="1">
                          <a:solidFill>
                            <a:schemeClr val="tx1"/>
                          </a:solidFill>
                          <a:latin typeface="Times New Roman" panose="02020603050405020304" pitchFamily="18" charset="0"/>
                          <a:ea typeface="+mn-ea"/>
                          <a:cs typeface="Times New Roman" panose="02020603050405020304" pitchFamily="18" charset="0"/>
                        </a:rPr>
                        <a:t>Nhà</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thầu</a:t>
                      </a:r>
                      <a:r>
                        <a:rPr lang="en-US" sz="1800" kern="1200" dirty="0">
                          <a:solidFill>
                            <a:schemeClr val="tx1"/>
                          </a:solidFill>
                          <a:latin typeface="Times New Roman" panose="02020603050405020304" pitchFamily="18" charset="0"/>
                          <a:ea typeface="+mn-ea"/>
                          <a:cs typeface="Times New Roman" panose="02020603050405020304" pitchFamily="18" charset="0"/>
                        </a:rPr>
                        <a:t>/XNK</a:t>
                      </a:r>
                      <a:endParaRPr lang="en-US" sz="1800" b="1" kern="1200" dirty="0">
                        <a:solidFill>
                          <a:schemeClr val="tx1"/>
                        </a:solidFill>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2708319699"/>
                  </a:ext>
                </a:extLst>
              </a:tr>
              <a:tr h="376056">
                <a:tc>
                  <a:txBody>
                    <a:bodyPr/>
                    <a:lstStyle/>
                    <a:p>
                      <a:pPr algn="ctr">
                        <a:spcAft>
                          <a:spcPts val="0"/>
                        </a:spcAft>
                      </a:pPr>
                      <a:r>
                        <a:rPr lang="en-US" sz="1800" b="1" i="0">
                          <a:solidFill>
                            <a:schemeClr val="tx1"/>
                          </a:solidFill>
                          <a:effectLst/>
                          <a:latin typeface="Times New Roman" panose="02020603050405020304" pitchFamily="18" charset="0"/>
                          <a:ea typeface="Times New Roman" panose="02020603050405020304" pitchFamily="18" charset="0"/>
                        </a:rPr>
                        <a:t>V</a:t>
                      </a:r>
                    </a:p>
                  </a:txBody>
                  <a:tcPr marL="73025" marR="73025" marT="0" marB="0" anchor="ctr"/>
                </a:tc>
                <a:tc>
                  <a:txBody>
                    <a:bodyPr/>
                    <a:lstStyle/>
                    <a:p>
                      <a:pPr>
                        <a:spcAft>
                          <a:spcPts val="0"/>
                        </a:spcAft>
                      </a:pPr>
                      <a:r>
                        <a:rPr lang="en-US" sz="1800" b="1" i="0" dirty="0">
                          <a:solidFill>
                            <a:schemeClr val="tx1"/>
                          </a:solidFill>
                          <a:effectLst/>
                          <a:latin typeface="Times New Roman" panose="02020603050405020304" pitchFamily="18" charset="0"/>
                          <a:ea typeface="Times New Roman" panose="02020603050405020304" pitchFamily="18" charset="0"/>
                        </a:rPr>
                        <a:t>Công </a:t>
                      </a:r>
                      <a:r>
                        <a:rPr lang="en-US" sz="1800" b="1" i="0" dirty="0" err="1">
                          <a:solidFill>
                            <a:schemeClr val="tx1"/>
                          </a:solidFill>
                          <a:effectLst/>
                          <a:latin typeface="Times New Roman" panose="02020603050405020304" pitchFamily="18" charset="0"/>
                          <a:ea typeface="Times New Roman" panose="02020603050405020304" pitchFamily="18" charset="0"/>
                        </a:rPr>
                        <a:t>tác</a:t>
                      </a:r>
                      <a:r>
                        <a:rPr lang="en-US" sz="1800" b="1" i="0" dirty="0">
                          <a:solidFill>
                            <a:schemeClr val="tx1"/>
                          </a:solidFill>
                          <a:effectLst/>
                          <a:latin typeface="Times New Roman" panose="02020603050405020304" pitchFamily="18" charset="0"/>
                          <a:ea typeface="Times New Roman" panose="02020603050405020304" pitchFamily="18" charset="0"/>
                        </a:rPr>
                        <a:t> </a:t>
                      </a:r>
                      <a:r>
                        <a:rPr lang="en-US" sz="1800" b="1" i="0" dirty="0" err="1">
                          <a:solidFill>
                            <a:schemeClr val="tx1"/>
                          </a:solidFill>
                          <a:effectLst/>
                          <a:latin typeface="Times New Roman" panose="02020603050405020304" pitchFamily="18" charset="0"/>
                          <a:ea typeface="Times New Roman" panose="02020603050405020304" pitchFamily="18" charset="0"/>
                        </a:rPr>
                        <a:t>vệ</a:t>
                      </a:r>
                      <a:r>
                        <a:rPr lang="en-US" sz="1800" b="1" i="0" dirty="0">
                          <a:solidFill>
                            <a:schemeClr val="tx1"/>
                          </a:solidFill>
                          <a:effectLst/>
                          <a:latin typeface="Times New Roman" panose="02020603050405020304" pitchFamily="18" charset="0"/>
                          <a:ea typeface="Times New Roman" panose="02020603050405020304" pitchFamily="18" charset="0"/>
                        </a:rPr>
                        <a:t> </a:t>
                      </a:r>
                      <a:r>
                        <a:rPr lang="en-US" sz="1800" b="1" i="0" dirty="0" err="1">
                          <a:solidFill>
                            <a:schemeClr val="tx1"/>
                          </a:solidFill>
                          <a:effectLst/>
                          <a:latin typeface="Times New Roman" panose="02020603050405020304" pitchFamily="18" charset="0"/>
                          <a:ea typeface="Times New Roman" panose="02020603050405020304" pitchFamily="18" charset="0"/>
                        </a:rPr>
                        <a:t>sinh</a:t>
                      </a:r>
                      <a:r>
                        <a:rPr lang="en-US" sz="1800" b="1" i="0" dirty="0">
                          <a:solidFill>
                            <a:schemeClr val="tx1"/>
                          </a:solidFill>
                          <a:effectLst/>
                          <a:latin typeface="Times New Roman" panose="02020603050405020304" pitchFamily="18" charset="0"/>
                          <a:ea typeface="Times New Roman" panose="02020603050405020304" pitchFamily="18" charset="0"/>
                        </a:rPr>
                        <a:t> </a:t>
                      </a:r>
                      <a:r>
                        <a:rPr lang="en-US" sz="1800" b="1" i="0" dirty="0" err="1">
                          <a:solidFill>
                            <a:schemeClr val="tx1"/>
                          </a:solidFill>
                          <a:effectLst/>
                          <a:latin typeface="Times New Roman" panose="02020603050405020304" pitchFamily="18" charset="0"/>
                          <a:ea typeface="Times New Roman" panose="02020603050405020304" pitchFamily="18" charset="0"/>
                        </a:rPr>
                        <a:t>môi</a:t>
                      </a:r>
                      <a:r>
                        <a:rPr lang="en-US" sz="1800" b="1" i="0" dirty="0">
                          <a:solidFill>
                            <a:schemeClr val="tx1"/>
                          </a:solidFill>
                          <a:effectLst/>
                          <a:latin typeface="Times New Roman" panose="02020603050405020304" pitchFamily="18" charset="0"/>
                          <a:ea typeface="Times New Roman" panose="02020603050405020304" pitchFamily="18" charset="0"/>
                        </a:rPr>
                        <a:t> </a:t>
                      </a:r>
                      <a:r>
                        <a:rPr lang="en-US" sz="1800" b="1" i="0" dirty="0" err="1">
                          <a:solidFill>
                            <a:schemeClr val="tx1"/>
                          </a:solidFill>
                          <a:effectLst/>
                          <a:latin typeface="Times New Roman" panose="02020603050405020304" pitchFamily="18" charset="0"/>
                          <a:ea typeface="Times New Roman" panose="02020603050405020304" pitchFamily="18" charset="0"/>
                        </a:rPr>
                        <a:t>trường</a:t>
                      </a:r>
                      <a:endParaRPr lang="en-US" sz="1800" b="1" i="0" dirty="0">
                        <a:solidFill>
                          <a:schemeClr val="tx1"/>
                        </a:solidFill>
                        <a:effectLst/>
                        <a:latin typeface="Times New Roman" panose="02020603050405020304" pitchFamily="18" charset="0"/>
                        <a:ea typeface="Times New Roman" panose="02020603050405020304" pitchFamily="18" charset="0"/>
                      </a:endParaRPr>
                    </a:p>
                  </a:txBody>
                  <a:tcPr marL="73025" marR="73025" marT="0" marB="0" anchor="ctr"/>
                </a:tc>
                <a:tc>
                  <a:txBody>
                    <a:bodyPr/>
                    <a:lstStyle/>
                    <a:p>
                      <a:pPr algn="ctr"/>
                      <a:endParaRPr lang="en-US"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endParaRPr lang="en-US" sz="18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69357234"/>
                  </a:ext>
                </a:extLst>
              </a:tr>
              <a:tr h="940141">
                <a:tc>
                  <a:txBody>
                    <a:bodyPr/>
                    <a:lstStyle/>
                    <a:p>
                      <a:pPr algn="ctr"/>
                      <a:r>
                        <a:rPr lang="en-US" sz="1800" dirty="0">
                          <a:solidFill>
                            <a:schemeClr val="tx1"/>
                          </a:solidFill>
                          <a:latin typeface="Times New Roman" panose="02020603050405020304" pitchFamily="18" charset="0"/>
                          <a:cs typeface="Times New Roman" panose="02020603050405020304" pitchFamily="18" charset="0"/>
                        </a:rPr>
                        <a:t>13</a:t>
                      </a:r>
                    </a:p>
                  </a:txBody>
                  <a:tcPr anchor="ctr"/>
                </a:tc>
                <a:tc>
                  <a:txBody>
                    <a:bodyPr/>
                    <a:lstStyle/>
                    <a:p>
                      <a:pPr algn="just"/>
                      <a:r>
                        <a:rPr lang="en-US" sz="1800" dirty="0">
                          <a:solidFill>
                            <a:schemeClr val="tx1"/>
                          </a:solidFill>
                          <a:latin typeface="Times New Roman" panose="02020603050405020304" pitchFamily="18" charset="0"/>
                          <a:cs typeface="Times New Roman" panose="02020603050405020304" pitchFamily="18" charset="0"/>
                        </a:rPr>
                        <a:t>T</a:t>
                      </a:r>
                      <a:r>
                        <a:rPr lang="vi-VN" sz="1800" dirty="0">
                          <a:solidFill>
                            <a:schemeClr val="tx1"/>
                          </a:solidFill>
                          <a:latin typeface="Times New Roman" panose="02020603050405020304" pitchFamily="18" charset="0"/>
                          <a:cs typeface="Times New Roman" panose="02020603050405020304" pitchFamily="18" charset="0"/>
                        </a:rPr>
                        <a:t>hu gom </a:t>
                      </a:r>
                      <a:r>
                        <a:rPr lang="en-US" sz="1800" dirty="0" err="1">
                          <a:solidFill>
                            <a:schemeClr val="tx1"/>
                          </a:solidFill>
                          <a:latin typeface="Times New Roman" panose="02020603050405020304" pitchFamily="18" charset="0"/>
                          <a:cs typeface="Times New Roman" panose="02020603050405020304" pitchFamily="18" charset="0"/>
                        </a:rPr>
                        <a:t>chất</a:t>
                      </a:r>
                      <a:r>
                        <a:rPr lang="en-US" sz="1800" dirty="0">
                          <a:solidFill>
                            <a:schemeClr val="tx1"/>
                          </a:solidFill>
                          <a:latin typeface="Times New Roman" panose="02020603050405020304" pitchFamily="18" charset="0"/>
                          <a:cs typeface="Times New Roman" panose="02020603050405020304" pitchFamily="18" charset="0"/>
                        </a:rPr>
                        <a:t> </a:t>
                      </a:r>
                      <a:r>
                        <a:rPr lang="en-US" sz="1800" dirty="0" err="1">
                          <a:solidFill>
                            <a:schemeClr val="tx1"/>
                          </a:solidFill>
                          <a:latin typeface="Times New Roman" panose="02020603050405020304" pitchFamily="18" charset="0"/>
                          <a:cs typeface="Times New Roman" panose="02020603050405020304" pitchFamily="18" charset="0"/>
                        </a:rPr>
                        <a:t>thải</a:t>
                      </a:r>
                      <a:r>
                        <a:rPr lang="en-US" sz="1800" dirty="0">
                          <a:solidFill>
                            <a:schemeClr val="tx1"/>
                          </a:solidFill>
                          <a:latin typeface="Times New Roman" panose="02020603050405020304" pitchFamily="18" charset="0"/>
                          <a:cs typeface="Times New Roman" panose="02020603050405020304" pitchFamily="18" charset="0"/>
                        </a:rPr>
                        <a:t> </a:t>
                      </a:r>
                      <a:r>
                        <a:rPr lang="en-US" sz="1800" dirty="0" err="1">
                          <a:solidFill>
                            <a:schemeClr val="tx1"/>
                          </a:solidFill>
                          <a:latin typeface="Times New Roman" panose="02020603050405020304" pitchFamily="18" charset="0"/>
                          <a:cs typeface="Times New Roman" panose="02020603050405020304" pitchFamily="18" charset="0"/>
                        </a:rPr>
                        <a:t>nguy</a:t>
                      </a:r>
                      <a:r>
                        <a:rPr lang="en-US" sz="1800" dirty="0">
                          <a:solidFill>
                            <a:schemeClr val="tx1"/>
                          </a:solidFill>
                          <a:latin typeface="Times New Roman" panose="02020603050405020304" pitchFamily="18" charset="0"/>
                          <a:cs typeface="Times New Roman" panose="02020603050405020304" pitchFamily="18" charset="0"/>
                        </a:rPr>
                        <a:t> </a:t>
                      </a:r>
                      <a:r>
                        <a:rPr lang="en-US" sz="1800" dirty="0" err="1">
                          <a:solidFill>
                            <a:schemeClr val="tx1"/>
                          </a:solidFill>
                          <a:latin typeface="Times New Roman" panose="02020603050405020304" pitchFamily="18" charset="0"/>
                          <a:cs typeface="Times New Roman" panose="02020603050405020304" pitchFamily="18" charset="0"/>
                        </a:rPr>
                        <a:t>hại</a:t>
                      </a:r>
                      <a:r>
                        <a:rPr lang="en-US" sz="1800" dirty="0">
                          <a:solidFill>
                            <a:schemeClr val="tx1"/>
                          </a:solidFill>
                          <a:latin typeface="Times New Roman" panose="02020603050405020304" pitchFamily="18" charset="0"/>
                          <a:cs typeface="Times New Roman" panose="02020603050405020304" pitchFamily="18" charset="0"/>
                        </a:rPr>
                        <a:t>., </a:t>
                      </a:r>
                      <a:r>
                        <a:rPr lang="en-US" sz="1800" dirty="0" err="1">
                          <a:solidFill>
                            <a:schemeClr val="tx1"/>
                          </a:solidFill>
                          <a:latin typeface="Times New Roman" panose="02020603050405020304" pitchFamily="18" charset="0"/>
                          <a:cs typeface="Times New Roman" panose="02020603050405020304" pitchFamily="18" charset="0"/>
                        </a:rPr>
                        <a:t>tránh</a:t>
                      </a:r>
                      <a:r>
                        <a:rPr lang="en-US" sz="1800" dirty="0">
                          <a:solidFill>
                            <a:schemeClr val="tx1"/>
                          </a:solidFill>
                          <a:latin typeface="Times New Roman" panose="02020603050405020304" pitchFamily="18" charset="0"/>
                          <a:cs typeface="Times New Roman" panose="02020603050405020304" pitchFamily="18" charset="0"/>
                        </a:rPr>
                        <a:t> r</a:t>
                      </a:r>
                      <a:r>
                        <a:rPr lang="vi-VN" sz="1800" dirty="0">
                          <a:solidFill>
                            <a:schemeClr val="tx1"/>
                          </a:solidFill>
                          <a:latin typeface="Times New Roman" panose="02020603050405020304" pitchFamily="18" charset="0"/>
                          <a:cs typeface="Times New Roman" panose="02020603050405020304" pitchFamily="18" charset="0"/>
                        </a:rPr>
                        <a:t>ơ</a:t>
                      </a:r>
                      <a:r>
                        <a:rPr lang="en-US" sz="1800" dirty="0" err="1">
                          <a:solidFill>
                            <a:schemeClr val="tx1"/>
                          </a:solidFill>
                          <a:latin typeface="Times New Roman" panose="02020603050405020304" pitchFamily="18" charset="0"/>
                          <a:cs typeface="Times New Roman" panose="02020603050405020304" pitchFamily="18" charset="0"/>
                        </a:rPr>
                        <a:t>i</a:t>
                      </a:r>
                      <a:r>
                        <a:rPr lang="en-US" sz="1800" dirty="0">
                          <a:solidFill>
                            <a:schemeClr val="tx1"/>
                          </a:solidFill>
                          <a:latin typeface="Times New Roman" panose="02020603050405020304" pitchFamily="18" charset="0"/>
                          <a:cs typeface="Times New Roman" panose="02020603050405020304" pitchFamily="18" charset="0"/>
                        </a:rPr>
                        <a:t> </a:t>
                      </a:r>
                      <a:r>
                        <a:rPr lang="en-US" sz="1800" dirty="0" err="1">
                          <a:solidFill>
                            <a:schemeClr val="tx1"/>
                          </a:solidFill>
                          <a:latin typeface="Times New Roman" panose="02020603050405020304" pitchFamily="18" charset="0"/>
                          <a:cs typeface="Times New Roman" panose="02020603050405020304" pitchFamily="18" charset="0"/>
                        </a:rPr>
                        <a:t>rớt</a:t>
                      </a:r>
                      <a:r>
                        <a:rPr lang="en-US" sz="1800" dirty="0">
                          <a:solidFill>
                            <a:schemeClr val="tx1"/>
                          </a:solidFill>
                          <a:latin typeface="Times New Roman" panose="02020603050405020304" pitchFamily="18" charset="0"/>
                          <a:cs typeface="Times New Roman" panose="02020603050405020304" pitchFamily="18" charset="0"/>
                        </a:rPr>
                        <a:t> ra </a:t>
                      </a:r>
                      <a:r>
                        <a:rPr lang="en-US" sz="1800" dirty="0" err="1">
                          <a:solidFill>
                            <a:schemeClr val="tx1"/>
                          </a:solidFill>
                          <a:latin typeface="Times New Roman" panose="02020603050405020304" pitchFamily="18" charset="0"/>
                          <a:cs typeface="Times New Roman" panose="02020603050405020304" pitchFamily="18" charset="0"/>
                        </a:rPr>
                        <a:t>môi</a:t>
                      </a:r>
                      <a:r>
                        <a:rPr lang="en-US" sz="1800" dirty="0">
                          <a:solidFill>
                            <a:schemeClr val="tx1"/>
                          </a:solidFill>
                          <a:latin typeface="Times New Roman" panose="02020603050405020304" pitchFamily="18" charset="0"/>
                          <a:cs typeface="Times New Roman" panose="02020603050405020304" pitchFamily="18" charset="0"/>
                        </a:rPr>
                        <a:t> tr</a:t>
                      </a:r>
                      <a:r>
                        <a:rPr lang="vi-VN" sz="1800" dirty="0">
                          <a:solidFill>
                            <a:schemeClr val="tx1"/>
                          </a:solidFill>
                          <a:latin typeface="Times New Roman" panose="02020603050405020304" pitchFamily="18" charset="0"/>
                          <a:cs typeface="Times New Roman" panose="02020603050405020304" pitchFamily="18" charset="0"/>
                        </a:rPr>
                        <a:t>ư</a:t>
                      </a:r>
                      <a:r>
                        <a:rPr lang="en-US" sz="1800" dirty="0" err="1">
                          <a:solidFill>
                            <a:schemeClr val="tx1"/>
                          </a:solidFill>
                          <a:latin typeface="Times New Roman" panose="02020603050405020304" pitchFamily="18" charset="0"/>
                          <a:cs typeface="Times New Roman" panose="02020603050405020304" pitchFamily="18" charset="0"/>
                        </a:rPr>
                        <a:t>ờng</a:t>
                      </a:r>
                      <a:r>
                        <a:rPr lang="en-US" sz="1800" dirty="0">
                          <a:solidFill>
                            <a:schemeClr val="tx1"/>
                          </a:solidFill>
                          <a:latin typeface="Times New Roman" panose="02020603050405020304" pitchFamily="18" charset="0"/>
                          <a:cs typeface="Times New Roman" panose="02020603050405020304" pitchFamily="18" charset="0"/>
                        </a:rPr>
                        <a:t> </a:t>
                      </a:r>
                      <a:r>
                        <a:rPr lang="en-US" sz="1800" dirty="0" err="1">
                          <a:solidFill>
                            <a:schemeClr val="tx1"/>
                          </a:solidFill>
                          <a:latin typeface="Times New Roman" panose="02020603050405020304" pitchFamily="18" charset="0"/>
                          <a:cs typeface="Times New Roman" panose="02020603050405020304" pitchFamily="18" charset="0"/>
                        </a:rPr>
                        <a:t>xung</a:t>
                      </a:r>
                      <a:r>
                        <a:rPr lang="en-US" sz="1800" dirty="0">
                          <a:solidFill>
                            <a:schemeClr val="tx1"/>
                          </a:solidFill>
                          <a:latin typeface="Times New Roman" panose="02020603050405020304" pitchFamily="18" charset="0"/>
                          <a:cs typeface="Times New Roman" panose="02020603050405020304" pitchFamily="18" charset="0"/>
                        </a:rPr>
                        <a:t> </a:t>
                      </a:r>
                      <a:r>
                        <a:rPr lang="en-US" sz="1800" dirty="0" err="1">
                          <a:solidFill>
                            <a:schemeClr val="tx1"/>
                          </a:solidFill>
                          <a:latin typeface="Times New Roman" panose="02020603050405020304" pitchFamily="18" charset="0"/>
                          <a:cs typeface="Times New Roman" panose="02020603050405020304" pitchFamily="18" charset="0"/>
                        </a:rPr>
                        <a:t>quanh</a:t>
                      </a:r>
                      <a:endParaRPr lang="en-US" sz="18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just"/>
                      <a:r>
                        <a:rPr lang="en-US" sz="1800" dirty="0" err="1">
                          <a:solidFill>
                            <a:schemeClr val="tx1"/>
                          </a:solidFill>
                          <a:latin typeface="Times New Roman" panose="02020603050405020304" pitchFamily="18" charset="0"/>
                          <a:cs typeface="Times New Roman" panose="02020603050405020304" pitchFamily="18" charset="0"/>
                        </a:rPr>
                        <a:t>Các</a:t>
                      </a:r>
                      <a:r>
                        <a:rPr lang="en-US" sz="1800" dirty="0">
                          <a:solidFill>
                            <a:schemeClr val="tx1"/>
                          </a:solidFill>
                          <a:latin typeface="Times New Roman" panose="02020603050405020304" pitchFamily="18" charset="0"/>
                          <a:cs typeface="Times New Roman" panose="02020603050405020304" pitchFamily="18" charset="0"/>
                        </a:rPr>
                        <a:t> </a:t>
                      </a:r>
                      <a:r>
                        <a:rPr lang="en-US" sz="1800" dirty="0" err="1">
                          <a:solidFill>
                            <a:schemeClr val="tx1"/>
                          </a:solidFill>
                          <a:latin typeface="Times New Roman" panose="02020603050405020304" pitchFamily="18" charset="0"/>
                          <a:cs typeface="Times New Roman" panose="02020603050405020304" pitchFamily="18" charset="0"/>
                        </a:rPr>
                        <a:t>Tổ</a:t>
                      </a:r>
                      <a:r>
                        <a:rPr lang="en-US" sz="1800" dirty="0">
                          <a:solidFill>
                            <a:schemeClr val="tx1"/>
                          </a:solidFill>
                          <a:latin typeface="Times New Roman" panose="02020603050405020304" pitchFamily="18" charset="0"/>
                          <a:cs typeface="Times New Roman" panose="02020603050405020304" pitchFamily="18" charset="0"/>
                        </a:rPr>
                        <a:t>/</a:t>
                      </a:r>
                      <a:r>
                        <a:rPr lang="en-US" sz="1800" dirty="0" err="1">
                          <a:solidFill>
                            <a:schemeClr val="tx1"/>
                          </a:solidFill>
                          <a:latin typeface="Times New Roman" panose="02020603050405020304" pitchFamily="18" charset="0"/>
                          <a:cs typeface="Times New Roman" panose="02020603050405020304" pitchFamily="18" charset="0"/>
                        </a:rPr>
                        <a:t>nhóm</a:t>
                      </a:r>
                      <a:r>
                        <a:rPr lang="en-US" sz="1800" dirty="0">
                          <a:solidFill>
                            <a:schemeClr val="tx1"/>
                          </a:solidFill>
                          <a:latin typeface="Times New Roman" panose="02020603050405020304" pitchFamily="18" charset="0"/>
                          <a:cs typeface="Times New Roman" panose="02020603050405020304" pitchFamily="18" charset="0"/>
                        </a:rPr>
                        <a:t> </a:t>
                      </a:r>
                      <a:r>
                        <a:rPr lang="en-US" sz="1800" dirty="0" err="1">
                          <a:solidFill>
                            <a:schemeClr val="tx1"/>
                          </a:solidFill>
                          <a:latin typeface="Times New Roman" panose="02020603050405020304" pitchFamily="18" charset="0"/>
                          <a:cs typeface="Times New Roman" panose="02020603050405020304" pitchFamily="18" charset="0"/>
                        </a:rPr>
                        <a:t>thực</a:t>
                      </a:r>
                      <a:r>
                        <a:rPr lang="en-US" sz="1800" dirty="0">
                          <a:solidFill>
                            <a:schemeClr val="tx1"/>
                          </a:solidFill>
                          <a:latin typeface="Times New Roman" panose="02020603050405020304" pitchFamily="18" charset="0"/>
                          <a:cs typeface="Times New Roman" panose="02020603050405020304" pitchFamily="18" charset="0"/>
                        </a:rPr>
                        <a:t> </a:t>
                      </a:r>
                      <a:r>
                        <a:rPr lang="en-US" sz="1800" dirty="0" err="1">
                          <a:solidFill>
                            <a:schemeClr val="tx1"/>
                          </a:solidFill>
                          <a:latin typeface="Times New Roman" panose="02020603050405020304" pitchFamily="18" charset="0"/>
                          <a:cs typeface="Times New Roman" panose="02020603050405020304" pitchFamily="18" charset="0"/>
                        </a:rPr>
                        <a:t>hiện</a:t>
                      </a:r>
                      <a:r>
                        <a:rPr lang="en-US" sz="1800" dirty="0">
                          <a:solidFill>
                            <a:schemeClr val="tx1"/>
                          </a:solidFill>
                          <a:latin typeface="Times New Roman" panose="02020603050405020304" pitchFamily="18" charset="0"/>
                          <a:cs typeface="Times New Roman" panose="02020603050405020304" pitchFamily="18" charset="0"/>
                        </a:rPr>
                        <a:t> </a:t>
                      </a:r>
                      <a:r>
                        <a:rPr lang="en-US" sz="1800" dirty="0" err="1">
                          <a:solidFill>
                            <a:schemeClr val="tx1"/>
                          </a:solidFill>
                          <a:latin typeface="Times New Roman" panose="02020603050405020304" pitchFamily="18" charset="0"/>
                          <a:cs typeface="Times New Roman" panose="02020603050405020304" pitchFamily="18" charset="0"/>
                        </a:rPr>
                        <a:t>việc</a:t>
                      </a:r>
                      <a:r>
                        <a:rPr lang="en-US" sz="1800" dirty="0">
                          <a:solidFill>
                            <a:schemeClr val="tx1"/>
                          </a:solidFill>
                          <a:latin typeface="Times New Roman" panose="02020603050405020304" pitchFamily="18" charset="0"/>
                          <a:cs typeface="Times New Roman" panose="02020603050405020304" pitchFamily="18" charset="0"/>
                        </a:rPr>
                        <a:t> </a:t>
                      </a:r>
                      <a:r>
                        <a:rPr lang="en-US" sz="1800" dirty="0" err="1">
                          <a:solidFill>
                            <a:schemeClr val="tx1"/>
                          </a:solidFill>
                          <a:latin typeface="Times New Roman" panose="02020603050405020304" pitchFamily="18" charset="0"/>
                          <a:cs typeface="Times New Roman" panose="02020603050405020304" pitchFamily="18" charset="0"/>
                        </a:rPr>
                        <a:t>thu</a:t>
                      </a:r>
                      <a:r>
                        <a:rPr lang="en-US" sz="1800" dirty="0">
                          <a:solidFill>
                            <a:schemeClr val="tx1"/>
                          </a:solidFill>
                          <a:latin typeface="Times New Roman" panose="02020603050405020304" pitchFamily="18" charset="0"/>
                          <a:cs typeface="Times New Roman" panose="02020603050405020304" pitchFamily="18" charset="0"/>
                        </a:rPr>
                        <a:t> </a:t>
                      </a:r>
                      <a:r>
                        <a:rPr lang="en-US" sz="1800" dirty="0" err="1">
                          <a:solidFill>
                            <a:schemeClr val="tx1"/>
                          </a:solidFill>
                          <a:latin typeface="Times New Roman" panose="02020603050405020304" pitchFamily="18" charset="0"/>
                          <a:cs typeface="Times New Roman" panose="02020603050405020304" pitchFamily="18" charset="0"/>
                        </a:rPr>
                        <a:t>gom</a:t>
                      </a:r>
                      <a:r>
                        <a:rPr lang="en-US" sz="1800" dirty="0">
                          <a:solidFill>
                            <a:schemeClr val="tx1"/>
                          </a:solidFill>
                          <a:latin typeface="Times New Roman" panose="02020603050405020304" pitchFamily="18" charset="0"/>
                          <a:cs typeface="Times New Roman" panose="02020603050405020304" pitchFamily="18" charset="0"/>
                        </a:rPr>
                        <a:t> </a:t>
                      </a:r>
                      <a:r>
                        <a:rPr lang="en-US" sz="1800" dirty="0" err="1">
                          <a:solidFill>
                            <a:schemeClr val="tx1"/>
                          </a:solidFill>
                          <a:latin typeface="Times New Roman" panose="02020603050405020304" pitchFamily="18" charset="0"/>
                          <a:cs typeface="Times New Roman" panose="02020603050405020304" pitchFamily="18" charset="0"/>
                        </a:rPr>
                        <a:t>rác</a:t>
                      </a:r>
                      <a:r>
                        <a:rPr lang="en-US" sz="1800" dirty="0">
                          <a:solidFill>
                            <a:schemeClr val="tx1"/>
                          </a:solidFill>
                          <a:latin typeface="Times New Roman" panose="02020603050405020304" pitchFamily="18" charset="0"/>
                          <a:cs typeface="Times New Roman" panose="02020603050405020304" pitchFamily="18" charset="0"/>
                        </a:rPr>
                        <a:t>/</a:t>
                      </a:r>
                      <a:r>
                        <a:rPr lang="en-US" sz="1800" dirty="0" err="1">
                          <a:solidFill>
                            <a:schemeClr val="tx1"/>
                          </a:solidFill>
                          <a:latin typeface="Times New Roman" panose="02020603050405020304" pitchFamily="18" charset="0"/>
                          <a:cs typeface="Times New Roman" panose="02020603050405020304" pitchFamily="18" charset="0"/>
                        </a:rPr>
                        <a:t>chất</a:t>
                      </a:r>
                      <a:r>
                        <a:rPr lang="en-US" sz="1800" dirty="0">
                          <a:solidFill>
                            <a:schemeClr val="tx1"/>
                          </a:solidFill>
                          <a:latin typeface="Times New Roman" panose="02020603050405020304" pitchFamily="18" charset="0"/>
                          <a:cs typeface="Times New Roman" panose="02020603050405020304" pitchFamily="18" charset="0"/>
                        </a:rPr>
                        <a:t> </a:t>
                      </a:r>
                      <a:r>
                        <a:rPr lang="en-US" sz="1800" dirty="0" err="1">
                          <a:solidFill>
                            <a:schemeClr val="tx1"/>
                          </a:solidFill>
                          <a:latin typeface="Times New Roman" panose="02020603050405020304" pitchFamily="18" charset="0"/>
                          <a:cs typeface="Times New Roman" panose="02020603050405020304" pitchFamily="18" charset="0"/>
                        </a:rPr>
                        <a:t>thải</a:t>
                      </a:r>
                      <a:r>
                        <a:rPr lang="en-US" sz="1800" dirty="0">
                          <a:solidFill>
                            <a:schemeClr val="tx1"/>
                          </a:solidFill>
                          <a:latin typeface="Times New Roman" panose="02020603050405020304" pitchFamily="18" charset="0"/>
                          <a:cs typeface="Times New Roman" panose="02020603050405020304" pitchFamily="18" charset="0"/>
                        </a:rPr>
                        <a:t> </a:t>
                      </a:r>
                      <a:r>
                        <a:rPr lang="en-US" sz="1800" dirty="0" err="1">
                          <a:solidFill>
                            <a:schemeClr val="tx1"/>
                          </a:solidFill>
                          <a:latin typeface="Times New Roman" panose="02020603050405020304" pitchFamily="18" charset="0"/>
                          <a:cs typeface="Times New Roman" panose="02020603050405020304" pitchFamily="18" charset="0"/>
                        </a:rPr>
                        <a:t>ngay</a:t>
                      </a:r>
                      <a:r>
                        <a:rPr lang="en-US" sz="1800" dirty="0">
                          <a:solidFill>
                            <a:schemeClr val="tx1"/>
                          </a:solidFill>
                          <a:latin typeface="Times New Roman" panose="02020603050405020304" pitchFamily="18" charset="0"/>
                          <a:cs typeface="Times New Roman" panose="02020603050405020304" pitchFamily="18" charset="0"/>
                        </a:rPr>
                        <a:t> </a:t>
                      </a:r>
                      <a:r>
                        <a:rPr lang="en-US" sz="1800" dirty="0" err="1">
                          <a:solidFill>
                            <a:schemeClr val="tx1"/>
                          </a:solidFill>
                          <a:latin typeface="Times New Roman" panose="02020603050405020304" pitchFamily="18" charset="0"/>
                          <a:cs typeface="Times New Roman" panose="02020603050405020304" pitchFamily="18" charset="0"/>
                        </a:rPr>
                        <a:t>sau</a:t>
                      </a:r>
                      <a:r>
                        <a:rPr lang="en-US" sz="1800" dirty="0">
                          <a:solidFill>
                            <a:schemeClr val="tx1"/>
                          </a:solidFill>
                          <a:latin typeface="Times New Roman" panose="02020603050405020304" pitchFamily="18" charset="0"/>
                          <a:cs typeface="Times New Roman" panose="02020603050405020304" pitchFamily="18" charset="0"/>
                        </a:rPr>
                        <a:t> </a:t>
                      </a:r>
                      <a:r>
                        <a:rPr lang="en-US" sz="1800" dirty="0" err="1">
                          <a:solidFill>
                            <a:schemeClr val="tx1"/>
                          </a:solidFill>
                          <a:latin typeface="Times New Roman" panose="02020603050405020304" pitchFamily="18" charset="0"/>
                          <a:cs typeface="Times New Roman" panose="02020603050405020304" pitchFamily="18" charset="0"/>
                        </a:rPr>
                        <a:t>khi</a:t>
                      </a:r>
                      <a:r>
                        <a:rPr lang="en-US" sz="1800" dirty="0">
                          <a:solidFill>
                            <a:schemeClr val="tx1"/>
                          </a:solidFill>
                          <a:latin typeface="Times New Roman" panose="02020603050405020304" pitchFamily="18" charset="0"/>
                          <a:cs typeface="Times New Roman" panose="02020603050405020304" pitchFamily="18" charset="0"/>
                        </a:rPr>
                        <a:t> </a:t>
                      </a:r>
                      <a:r>
                        <a:rPr lang="en-US" sz="1800" dirty="0" err="1">
                          <a:solidFill>
                            <a:schemeClr val="tx1"/>
                          </a:solidFill>
                          <a:latin typeface="Times New Roman" panose="02020603050405020304" pitchFamily="18" charset="0"/>
                          <a:cs typeface="Times New Roman" panose="02020603050405020304" pitchFamily="18" charset="0"/>
                        </a:rPr>
                        <a:t>kết</a:t>
                      </a:r>
                      <a:r>
                        <a:rPr lang="en-US" sz="1800" dirty="0">
                          <a:solidFill>
                            <a:schemeClr val="tx1"/>
                          </a:solidFill>
                          <a:latin typeface="Times New Roman" panose="02020603050405020304" pitchFamily="18" charset="0"/>
                          <a:cs typeface="Times New Roman" panose="02020603050405020304" pitchFamily="18" charset="0"/>
                        </a:rPr>
                        <a:t> </a:t>
                      </a:r>
                      <a:r>
                        <a:rPr lang="en-US" sz="1800" dirty="0" err="1">
                          <a:solidFill>
                            <a:schemeClr val="tx1"/>
                          </a:solidFill>
                          <a:latin typeface="Times New Roman" panose="02020603050405020304" pitchFamily="18" charset="0"/>
                          <a:cs typeface="Times New Roman" panose="02020603050405020304" pitchFamily="18" charset="0"/>
                        </a:rPr>
                        <a:t>thúc</a:t>
                      </a:r>
                      <a:r>
                        <a:rPr lang="en-US" sz="1800" dirty="0">
                          <a:solidFill>
                            <a:schemeClr val="tx1"/>
                          </a:solidFill>
                          <a:latin typeface="Times New Roman" panose="02020603050405020304" pitchFamily="18" charset="0"/>
                          <a:cs typeface="Times New Roman" panose="02020603050405020304" pitchFamily="18" charset="0"/>
                        </a:rPr>
                        <a:t> </a:t>
                      </a:r>
                      <a:r>
                        <a:rPr lang="en-US" sz="1800" dirty="0" err="1">
                          <a:solidFill>
                            <a:schemeClr val="tx1"/>
                          </a:solidFill>
                          <a:latin typeface="Times New Roman" panose="02020603050405020304" pitchFamily="18" charset="0"/>
                          <a:cs typeface="Times New Roman" panose="02020603050405020304" pitchFamily="18" charset="0"/>
                        </a:rPr>
                        <a:t>công</a:t>
                      </a:r>
                      <a:r>
                        <a:rPr lang="en-US" sz="1800" dirty="0">
                          <a:solidFill>
                            <a:schemeClr val="tx1"/>
                          </a:solidFill>
                          <a:latin typeface="Times New Roman" panose="02020603050405020304" pitchFamily="18" charset="0"/>
                          <a:cs typeface="Times New Roman" panose="02020603050405020304" pitchFamily="18" charset="0"/>
                        </a:rPr>
                        <a:t> </a:t>
                      </a:r>
                      <a:r>
                        <a:rPr lang="en-US" sz="1800" dirty="0" err="1">
                          <a:solidFill>
                            <a:schemeClr val="tx1"/>
                          </a:solidFill>
                          <a:latin typeface="Times New Roman" panose="02020603050405020304" pitchFamily="18" charset="0"/>
                          <a:cs typeface="Times New Roman" panose="02020603050405020304" pitchFamily="18" charset="0"/>
                        </a:rPr>
                        <a:t>việc</a:t>
                      </a:r>
                      <a:r>
                        <a:rPr lang="en-US" sz="1800" dirty="0">
                          <a:solidFill>
                            <a:schemeClr val="tx1"/>
                          </a:solidFill>
                          <a:latin typeface="Times New Roman" panose="02020603050405020304" pitchFamily="18" charset="0"/>
                          <a:cs typeface="Times New Roman" panose="02020603050405020304" pitchFamily="18" charset="0"/>
                        </a:rPr>
                        <a:t>. </a:t>
                      </a:r>
                      <a:r>
                        <a:rPr lang="en-US" sz="1800" dirty="0" err="1">
                          <a:solidFill>
                            <a:schemeClr val="tx1"/>
                          </a:solidFill>
                          <a:latin typeface="Times New Roman" panose="02020603050405020304" pitchFamily="18" charset="0"/>
                          <a:cs typeface="Times New Roman" panose="02020603050405020304" pitchFamily="18" charset="0"/>
                        </a:rPr>
                        <a:t>Phân</a:t>
                      </a:r>
                      <a:r>
                        <a:rPr lang="en-US" sz="1800" dirty="0">
                          <a:solidFill>
                            <a:schemeClr val="tx1"/>
                          </a:solidFill>
                          <a:latin typeface="Times New Roman" panose="02020603050405020304" pitchFamily="18" charset="0"/>
                          <a:cs typeface="Times New Roman" panose="02020603050405020304" pitchFamily="18" charset="0"/>
                        </a:rPr>
                        <a:t> </a:t>
                      </a:r>
                      <a:r>
                        <a:rPr lang="en-US" sz="1800" dirty="0" err="1">
                          <a:solidFill>
                            <a:schemeClr val="tx1"/>
                          </a:solidFill>
                          <a:latin typeface="Times New Roman" panose="02020603050405020304" pitchFamily="18" charset="0"/>
                          <a:cs typeface="Times New Roman" panose="02020603050405020304" pitchFamily="18" charset="0"/>
                        </a:rPr>
                        <a:t>loại</a:t>
                      </a:r>
                      <a:r>
                        <a:rPr lang="en-US" sz="1800" dirty="0">
                          <a:solidFill>
                            <a:schemeClr val="tx1"/>
                          </a:solidFill>
                          <a:latin typeface="Times New Roman" panose="02020603050405020304" pitchFamily="18" charset="0"/>
                          <a:cs typeface="Times New Roman" panose="02020603050405020304" pitchFamily="18" charset="0"/>
                        </a:rPr>
                        <a:t> </a:t>
                      </a:r>
                      <a:r>
                        <a:rPr lang="en-US" sz="1800" dirty="0" err="1">
                          <a:solidFill>
                            <a:schemeClr val="tx1"/>
                          </a:solidFill>
                          <a:latin typeface="Times New Roman" panose="02020603050405020304" pitchFamily="18" charset="0"/>
                          <a:cs typeface="Times New Roman" panose="02020603050405020304" pitchFamily="18" charset="0"/>
                        </a:rPr>
                        <a:t>rác</a:t>
                      </a:r>
                      <a:r>
                        <a:rPr lang="en-US" sz="1800" dirty="0">
                          <a:solidFill>
                            <a:schemeClr val="tx1"/>
                          </a:solidFill>
                          <a:latin typeface="Times New Roman" panose="02020603050405020304" pitchFamily="18" charset="0"/>
                          <a:cs typeface="Times New Roman" panose="02020603050405020304" pitchFamily="18" charset="0"/>
                        </a:rPr>
                        <a:t> </a:t>
                      </a:r>
                      <a:r>
                        <a:rPr lang="en-US" sz="1800" dirty="0" err="1">
                          <a:solidFill>
                            <a:schemeClr val="tx1"/>
                          </a:solidFill>
                          <a:latin typeface="Times New Roman" panose="02020603050405020304" pitchFamily="18" charset="0"/>
                          <a:cs typeface="Times New Roman" panose="02020603050405020304" pitchFamily="18" charset="0"/>
                        </a:rPr>
                        <a:t>thải</a:t>
                      </a:r>
                      <a:r>
                        <a:rPr lang="en-US" sz="1800" dirty="0">
                          <a:solidFill>
                            <a:schemeClr val="tx1"/>
                          </a:solidFill>
                          <a:latin typeface="Times New Roman" panose="02020603050405020304" pitchFamily="18" charset="0"/>
                          <a:cs typeface="Times New Roman" panose="02020603050405020304" pitchFamily="18" charset="0"/>
                        </a:rPr>
                        <a:t> </a:t>
                      </a:r>
                      <a:r>
                        <a:rPr lang="en-US" sz="1800" dirty="0" err="1">
                          <a:solidFill>
                            <a:schemeClr val="tx1"/>
                          </a:solidFill>
                          <a:latin typeface="Times New Roman" panose="02020603050405020304" pitchFamily="18" charset="0"/>
                          <a:cs typeface="Times New Roman" panose="02020603050405020304" pitchFamily="18" charset="0"/>
                        </a:rPr>
                        <a:t>đúng</a:t>
                      </a:r>
                      <a:r>
                        <a:rPr lang="en-US" sz="1800" dirty="0">
                          <a:solidFill>
                            <a:schemeClr val="tx1"/>
                          </a:solidFill>
                          <a:latin typeface="Times New Roman" panose="02020603050405020304" pitchFamily="18" charset="0"/>
                          <a:cs typeface="Times New Roman" panose="02020603050405020304" pitchFamily="18" charset="0"/>
                        </a:rPr>
                        <a:t> </a:t>
                      </a:r>
                      <a:r>
                        <a:rPr lang="en-US" sz="1800" dirty="0" err="1">
                          <a:solidFill>
                            <a:schemeClr val="tx1"/>
                          </a:solidFill>
                          <a:latin typeface="Times New Roman" panose="02020603050405020304" pitchFamily="18" charset="0"/>
                          <a:cs typeface="Times New Roman" panose="02020603050405020304" pitchFamily="18" charset="0"/>
                        </a:rPr>
                        <a:t>theo</a:t>
                      </a:r>
                      <a:r>
                        <a:rPr lang="en-US" sz="1800" dirty="0">
                          <a:solidFill>
                            <a:schemeClr val="tx1"/>
                          </a:solidFill>
                          <a:latin typeface="Times New Roman" panose="02020603050405020304" pitchFamily="18" charset="0"/>
                          <a:cs typeface="Times New Roman" panose="02020603050405020304" pitchFamily="18" charset="0"/>
                        </a:rPr>
                        <a:t> </a:t>
                      </a:r>
                      <a:r>
                        <a:rPr lang="en-US" sz="1800" dirty="0" err="1">
                          <a:solidFill>
                            <a:schemeClr val="tx1"/>
                          </a:solidFill>
                          <a:latin typeface="Times New Roman" panose="02020603050405020304" pitchFamily="18" charset="0"/>
                          <a:cs typeface="Times New Roman" panose="02020603050405020304" pitchFamily="18" charset="0"/>
                        </a:rPr>
                        <a:t>quy</a:t>
                      </a:r>
                      <a:r>
                        <a:rPr lang="en-US" sz="1800" dirty="0">
                          <a:solidFill>
                            <a:schemeClr val="tx1"/>
                          </a:solidFill>
                          <a:latin typeface="Times New Roman" panose="02020603050405020304" pitchFamily="18" charset="0"/>
                          <a:cs typeface="Times New Roman" panose="02020603050405020304" pitchFamily="18" charset="0"/>
                        </a:rPr>
                        <a:t> </a:t>
                      </a:r>
                      <a:r>
                        <a:rPr lang="en-US" sz="1800" dirty="0" err="1">
                          <a:solidFill>
                            <a:schemeClr val="tx1"/>
                          </a:solidFill>
                          <a:latin typeface="Times New Roman" panose="02020603050405020304" pitchFamily="18" charset="0"/>
                          <a:cs typeface="Times New Roman" panose="02020603050405020304" pitchFamily="18" charset="0"/>
                        </a:rPr>
                        <a:t>định</a:t>
                      </a:r>
                      <a:r>
                        <a:rPr lang="en-US" sz="1800" dirty="0">
                          <a:solidFill>
                            <a:schemeClr val="tx1"/>
                          </a:solidFill>
                          <a:latin typeface="Times New Roman" panose="02020603050405020304" pitchFamily="18" charset="0"/>
                          <a:cs typeface="Times New Roman" panose="02020603050405020304" pitchFamily="18" charset="0"/>
                        </a:rPr>
                        <a:t> VSP-000-ATMT-435</a:t>
                      </a:r>
                    </a:p>
                  </a:txBody>
                  <a:tcPr anchor="ctr"/>
                </a:tc>
                <a:tc>
                  <a:txBody>
                    <a:bodyPr/>
                    <a:lstStyle/>
                    <a:p>
                      <a:pPr algn="ctr"/>
                      <a:r>
                        <a:rPr lang="en-US" sz="1800" kern="1200" dirty="0" err="1">
                          <a:solidFill>
                            <a:schemeClr val="tx1"/>
                          </a:solidFill>
                          <a:latin typeface="Times New Roman" panose="02020603050405020304" pitchFamily="18" charset="0"/>
                          <a:ea typeface="+mn-ea"/>
                          <a:cs typeface="Times New Roman" panose="02020603050405020304" pitchFamily="18" charset="0"/>
                        </a:rPr>
                        <a:t>Nhà</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thầu</a:t>
                      </a:r>
                      <a:r>
                        <a:rPr lang="en-US" sz="1800" kern="1200" dirty="0">
                          <a:solidFill>
                            <a:schemeClr val="tx1"/>
                          </a:solidFill>
                          <a:latin typeface="Times New Roman" panose="02020603050405020304" pitchFamily="18" charset="0"/>
                          <a:ea typeface="+mn-ea"/>
                          <a:cs typeface="Times New Roman" panose="02020603050405020304" pitchFamily="18" charset="0"/>
                        </a:rPr>
                        <a:t> </a:t>
                      </a:r>
                      <a:endParaRPr lang="en-US" sz="1800" b="1" kern="1200" dirty="0">
                        <a:solidFill>
                          <a:schemeClr val="tx1"/>
                        </a:solidFill>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3466861557"/>
                  </a:ext>
                </a:extLst>
              </a:tr>
              <a:tr h="658099">
                <a:tc>
                  <a:txBody>
                    <a:bodyPr/>
                    <a:lstStyle/>
                    <a:p>
                      <a:pPr algn="ctr"/>
                      <a:r>
                        <a:rPr lang="en-US" sz="1800" dirty="0">
                          <a:solidFill>
                            <a:schemeClr val="tx1"/>
                          </a:solidFill>
                          <a:latin typeface="Times New Roman" panose="02020603050405020304" pitchFamily="18" charset="0"/>
                          <a:cs typeface="Times New Roman" panose="02020603050405020304" pitchFamily="18" charset="0"/>
                        </a:rPr>
                        <a:t>14</a:t>
                      </a:r>
                    </a:p>
                  </a:txBody>
                  <a:tcPr anchor="ctr"/>
                </a:tc>
                <a:tc>
                  <a:txBody>
                    <a:bodyPr/>
                    <a:lstStyle/>
                    <a:p>
                      <a:pPr algn="just"/>
                      <a:r>
                        <a:rPr lang="en-US" sz="1800" kern="1200" dirty="0" err="1">
                          <a:solidFill>
                            <a:schemeClr val="tx1"/>
                          </a:solidFill>
                          <a:latin typeface="Times New Roman" panose="02020603050405020304" pitchFamily="18" charset="0"/>
                          <a:ea typeface="+mn-ea"/>
                          <a:cs typeface="Times New Roman" panose="02020603050405020304" pitchFamily="18" charset="0"/>
                        </a:rPr>
                        <a:t>Cần</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thực</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hiện</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dọn</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dẹp</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vệ</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sinh</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ngay</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sau</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khi</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hoàn</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thành</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công</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việc</a:t>
                      </a:r>
                      <a:r>
                        <a:rPr lang="en-US" sz="1800" kern="1200" dirty="0">
                          <a:solidFill>
                            <a:schemeClr val="tx1"/>
                          </a:solidFill>
                          <a:latin typeface="Times New Roman" panose="02020603050405020304" pitchFamily="18" charset="0"/>
                          <a:ea typeface="+mn-ea"/>
                          <a:cs typeface="Times New Roman" panose="02020603050405020304" pitchFamily="18" charset="0"/>
                        </a:rPr>
                        <a:t>.</a:t>
                      </a:r>
                    </a:p>
                  </a:txBody>
                  <a:tcPr anchor="ctr"/>
                </a:tc>
                <a:tc>
                  <a:txBody>
                    <a:bodyPr/>
                    <a:lstStyle/>
                    <a:p>
                      <a:pPr algn="just"/>
                      <a:r>
                        <a:rPr lang="en-US" sz="1800" dirty="0" err="1">
                          <a:solidFill>
                            <a:schemeClr val="tx1"/>
                          </a:solidFill>
                          <a:latin typeface="Times New Roman" panose="02020603050405020304" pitchFamily="18" charset="0"/>
                          <a:cs typeface="Times New Roman" panose="02020603050405020304" pitchFamily="18" charset="0"/>
                        </a:rPr>
                        <a:t>Nhà</a:t>
                      </a:r>
                      <a:r>
                        <a:rPr lang="en-US" sz="1800" dirty="0">
                          <a:solidFill>
                            <a:schemeClr val="tx1"/>
                          </a:solidFill>
                          <a:latin typeface="Times New Roman" panose="02020603050405020304" pitchFamily="18" charset="0"/>
                          <a:cs typeface="Times New Roman" panose="02020603050405020304" pitchFamily="18" charset="0"/>
                        </a:rPr>
                        <a:t> </a:t>
                      </a:r>
                      <a:r>
                        <a:rPr lang="en-US" sz="1800" dirty="0" err="1">
                          <a:solidFill>
                            <a:schemeClr val="tx1"/>
                          </a:solidFill>
                          <a:latin typeface="Times New Roman" panose="02020603050405020304" pitchFamily="18" charset="0"/>
                          <a:cs typeface="Times New Roman" panose="02020603050405020304" pitchFamily="18" charset="0"/>
                        </a:rPr>
                        <a:t>thầu</a:t>
                      </a:r>
                      <a:r>
                        <a:rPr lang="en-US" sz="1800" dirty="0">
                          <a:solidFill>
                            <a:schemeClr val="tx1"/>
                          </a:solidFill>
                          <a:latin typeface="Times New Roman" panose="02020603050405020304" pitchFamily="18" charset="0"/>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phổ</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biến</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đến</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các</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nhân</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sự</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thực</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hiện</a:t>
                      </a:r>
                      <a:r>
                        <a:rPr lang="en-US" sz="1800" kern="1200" dirty="0">
                          <a:solidFill>
                            <a:schemeClr val="tx1"/>
                          </a:solidFill>
                          <a:latin typeface="Times New Roman" panose="02020603050405020304" pitchFamily="18" charset="0"/>
                          <a:ea typeface="+mn-ea"/>
                          <a:cs typeface="Times New Roman" panose="02020603050405020304" pitchFamily="18" charset="0"/>
                        </a:rPr>
                        <a:t>.</a:t>
                      </a:r>
                    </a:p>
                  </a:txBody>
                  <a:tcPr anchor="ctr"/>
                </a:tc>
                <a:tc>
                  <a:txBody>
                    <a:bodyPr/>
                    <a:lstStyle/>
                    <a:p>
                      <a:pPr algn="ctr"/>
                      <a:r>
                        <a:rPr lang="en-US" sz="1800" kern="1200" dirty="0" err="1">
                          <a:solidFill>
                            <a:schemeClr val="tx1"/>
                          </a:solidFill>
                          <a:latin typeface="Times New Roman" panose="02020603050405020304" pitchFamily="18" charset="0"/>
                          <a:ea typeface="+mn-ea"/>
                          <a:cs typeface="Times New Roman" panose="02020603050405020304" pitchFamily="18" charset="0"/>
                        </a:rPr>
                        <a:t>Nhà</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thầu</a:t>
                      </a:r>
                      <a:r>
                        <a:rPr lang="en-US" sz="1800" kern="1200" dirty="0">
                          <a:solidFill>
                            <a:schemeClr val="tx1"/>
                          </a:solidFill>
                          <a:latin typeface="Times New Roman" panose="02020603050405020304" pitchFamily="18" charset="0"/>
                          <a:ea typeface="+mn-ea"/>
                          <a:cs typeface="Times New Roman" panose="02020603050405020304" pitchFamily="18" charset="0"/>
                        </a:rPr>
                        <a:t> </a:t>
                      </a:r>
                      <a:endParaRPr lang="en-US" sz="1800" b="1" kern="1200" dirty="0">
                        <a:solidFill>
                          <a:schemeClr val="tx1"/>
                        </a:solidFill>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1816010351"/>
                  </a:ext>
                </a:extLst>
              </a:tr>
              <a:tr h="953087">
                <a:tc>
                  <a:txBody>
                    <a:bodyPr/>
                    <a:lstStyle/>
                    <a:p>
                      <a:pPr algn="ctr"/>
                      <a:r>
                        <a:rPr lang="en-US" sz="1800" b="1" dirty="0">
                          <a:solidFill>
                            <a:schemeClr val="tx1"/>
                          </a:solidFill>
                          <a:latin typeface="Times New Roman" panose="02020603050405020304" pitchFamily="18" charset="0"/>
                          <a:cs typeface="Times New Roman" panose="02020603050405020304" pitchFamily="18" charset="0"/>
                        </a:rPr>
                        <a:t>VI</a:t>
                      </a:r>
                    </a:p>
                  </a:txBody>
                  <a:tcPr anchor="ctr"/>
                </a:tc>
                <a:tc>
                  <a:txBody>
                    <a:bodyPr/>
                    <a:lstStyle/>
                    <a:p>
                      <a:pPr algn="just"/>
                      <a:r>
                        <a:rPr lang="en-US" sz="1800" b="1" kern="1200" dirty="0">
                          <a:solidFill>
                            <a:schemeClr val="tx1"/>
                          </a:solidFill>
                          <a:latin typeface="Times New Roman" panose="02020603050405020304" pitchFamily="18" charset="0"/>
                          <a:ea typeface="+mn-ea"/>
                          <a:cs typeface="Times New Roman" panose="02020603050405020304" pitchFamily="18" charset="0"/>
                        </a:rPr>
                        <a:t>Công </a:t>
                      </a:r>
                      <a:r>
                        <a:rPr lang="en-US" sz="1800" b="1" kern="1200" dirty="0" err="1">
                          <a:solidFill>
                            <a:schemeClr val="tx1"/>
                          </a:solidFill>
                          <a:latin typeface="Times New Roman" panose="02020603050405020304" pitchFamily="18" charset="0"/>
                          <a:ea typeface="+mn-ea"/>
                          <a:cs typeface="Times New Roman" panose="02020603050405020304" pitchFamily="18" charset="0"/>
                        </a:rPr>
                        <a:t>tác</a:t>
                      </a:r>
                      <a:r>
                        <a:rPr lang="en-US" sz="1800" b="1" kern="1200" dirty="0">
                          <a:solidFill>
                            <a:schemeClr val="tx1"/>
                          </a:solidFill>
                          <a:latin typeface="Times New Roman" panose="02020603050405020304" pitchFamily="18" charset="0"/>
                          <a:ea typeface="+mn-ea"/>
                          <a:cs typeface="Times New Roman" panose="02020603050405020304" pitchFamily="18" charset="0"/>
                        </a:rPr>
                        <a:t> Gas-in, </a:t>
                      </a:r>
                      <a:r>
                        <a:rPr lang="en-US" sz="1800" b="1" kern="1200" dirty="0" err="1">
                          <a:solidFill>
                            <a:schemeClr val="tx1"/>
                          </a:solidFill>
                          <a:latin typeface="Times New Roman" panose="02020603050405020304" pitchFamily="18" charset="0"/>
                          <a:ea typeface="+mn-ea"/>
                          <a:cs typeface="Times New Roman" panose="02020603050405020304" pitchFamily="18" charset="0"/>
                        </a:rPr>
                        <a:t>khởi</a:t>
                      </a:r>
                      <a:r>
                        <a:rPr lang="en-US" sz="1800" b="1" kern="1200" dirty="0">
                          <a:solidFill>
                            <a:schemeClr val="tx1"/>
                          </a:solidFill>
                          <a:latin typeface="Times New Roman" panose="02020603050405020304" pitchFamily="18" charset="0"/>
                          <a:ea typeface="+mn-ea"/>
                          <a:cs typeface="Times New Roman" panose="02020603050405020304" pitchFamily="18" charset="0"/>
                        </a:rPr>
                        <a:t> </a:t>
                      </a:r>
                      <a:r>
                        <a:rPr lang="en-US" sz="1800" b="1" kern="1200" dirty="0" err="1">
                          <a:solidFill>
                            <a:schemeClr val="tx1"/>
                          </a:solidFill>
                          <a:latin typeface="Times New Roman" panose="02020603050405020304" pitchFamily="18" charset="0"/>
                          <a:ea typeface="+mn-ea"/>
                          <a:cs typeface="Times New Roman" panose="02020603050405020304" pitchFamily="18" charset="0"/>
                        </a:rPr>
                        <a:t>động</a:t>
                      </a:r>
                      <a:r>
                        <a:rPr lang="en-US" sz="1800" b="1" kern="1200" dirty="0">
                          <a:solidFill>
                            <a:schemeClr val="tx1"/>
                          </a:solidFill>
                          <a:latin typeface="Times New Roman" panose="02020603050405020304" pitchFamily="18" charset="0"/>
                          <a:ea typeface="+mn-ea"/>
                          <a:cs typeface="Times New Roman" panose="02020603050405020304" pitchFamily="18" charset="0"/>
                        </a:rPr>
                        <a:t> </a:t>
                      </a:r>
                      <a:r>
                        <a:rPr lang="en-US" sz="1800" b="1" kern="1200" dirty="0" err="1">
                          <a:solidFill>
                            <a:schemeClr val="tx1"/>
                          </a:solidFill>
                          <a:latin typeface="Times New Roman" panose="02020603050405020304" pitchFamily="18" charset="0"/>
                          <a:ea typeface="+mn-ea"/>
                          <a:cs typeface="Times New Roman" panose="02020603050405020304" pitchFamily="18" charset="0"/>
                        </a:rPr>
                        <a:t>lại</a:t>
                      </a:r>
                      <a:r>
                        <a:rPr lang="en-US" sz="1800" b="1" kern="1200" dirty="0">
                          <a:solidFill>
                            <a:schemeClr val="tx1"/>
                          </a:solidFill>
                          <a:latin typeface="Times New Roman" panose="02020603050405020304" pitchFamily="18" charset="0"/>
                          <a:ea typeface="+mn-ea"/>
                          <a:cs typeface="Times New Roman" panose="02020603050405020304" pitchFamily="18" charset="0"/>
                        </a:rPr>
                        <a:t> giàn</a:t>
                      </a:r>
                    </a:p>
                  </a:txBody>
                  <a:tcPr anchor="ctr"/>
                </a:tc>
                <a:tc>
                  <a:txBody>
                    <a:bodyPr/>
                    <a:lstStyle/>
                    <a:p>
                      <a:pPr algn="just"/>
                      <a:r>
                        <a:rPr lang="en-US" sz="1800" kern="1200" dirty="0" err="1">
                          <a:solidFill>
                            <a:schemeClr val="tx1"/>
                          </a:solidFill>
                          <a:latin typeface="Times New Roman" panose="02020603050405020304" pitchFamily="18" charset="0"/>
                          <a:ea typeface="+mn-ea"/>
                          <a:cs typeface="Times New Roman" panose="02020603050405020304" pitchFamily="18" charset="0"/>
                        </a:rPr>
                        <a:t>Bám</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theo</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kế</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hoạch</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tiến</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độ</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đã</a:t>
                      </a:r>
                      <a:r>
                        <a:rPr lang="en-US" sz="1800" kern="1200" dirty="0">
                          <a:solidFill>
                            <a:schemeClr val="tx1"/>
                          </a:solidFill>
                          <a:latin typeface="Times New Roman" panose="02020603050405020304" pitchFamily="18" charset="0"/>
                          <a:ea typeface="+mn-ea"/>
                          <a:cs typeface="Times New Roman" panose="02020603050405020304" pitchFamily="18" charset="0"/>
                        </a:rPr>
                        <a:t> ký </a:t>
                      </a:r>
                      <a:r>
                        <a:rPr lang="en-US" sz="1800" kern="1200" dirty="0" err="1">
                          <a:solidFill>
                            <a:schemeClr val="tx1"/>
                          </a:solidFill>
                          <a:latin typeface="Times New Roman" panose="02020603050405020304" pitchFamily="18" charset="0"/>
                          <a:ea typeface="+mn-ea"/>
                          <a:cs typeface="Times New Roman" panose="02020603050405020304" pitchFamily="18" charset="0"/>
                        </a:rPr>
                        <a:t>thỏa</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thuận</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với</a:t>
                      </a:r>
                      <a:r>
                        <a:rPr lang="en-US" sz="1800" kern="1200" dirty="0">
                          <a:solidFill>
                            <a:schemeClr val="tx1"/>
                          </a:solidFill>
                          <a:latin typeface="Times New Roman" panose="02020603050405020304" pitchFamily="18" charset="0"/>
                          <a:ea typeface="+mn-ea"/>
                          <a:cs typeface="Times New Roman" panose="02020603050405020304" pitchFamily="18" charset="0"/>
                        </a:rPr>
                        <a:t> RP3/XNKT.</a:t>
                      </a:r>
                    </a:p>
                  </a:txBody>
                  <a:tcPr anchor="ctr"/>
                </a:tc>
                <a:tc>
                  <a:txBody>
                    <a:bodyPr/>
                    <a:lstStyle/>
                    <a:p>
                      <a:pPr algn="ctr"/>
                      <a:r>
                        <a:rPr lang="en-US" sz="1800" b="0" kern="1200" dirty="0">
                          <a:solidFill>
                            <a:schemeClr val="tx1"/>
                          </a:solidFill>
                          <a:latin typeface="Times New Roman" panose="02020603050405020304" pitchFamily="18" charset="0"/>
                          <a:ea typeface="+mn-ea"/>
                          <a:cs typeface="Times New Roman" panose="02020603050405020304" pitchFamily="18" charset="0"/>
                        </a:rPr>
                        <a:t>XNK</a:t>
                      </a:r>
                    </a:p>
                  </a:txBody>
                  <a:tcPr anchor="ctr"/>
                </a:tc>
                <a:extLst>
                  <a:ext uri="{0D108BD9-81ED-4DB2-BD59-A6C34878D82A}">
                    <a16:rowId xmlns:a16="http://schemas.microsoft.com/office/drawing/2014/main" val="4236719664"/>
                  </a:ext>
                </a:extLst>
              </a:tr>
            </a:tbl>
          </a:graphicData>
        </a:graphic>
      </p:graphicFrame>
      <p:sp>
        <p:nvSpPr>
          <p:cNvPr id="5" name="Rectangle 4">
            <a:extLst>
              <a:ext uri="{FF2B5EF4-FFF2-40B4-BE49-F238E27FC236}">
                <a16:creationId xmlns:a16="http://schemas.microsoft.com/office/drawing/2014/main" id="{4B5A0299-FE24-43E9-A01B-E7EFD2B1A9B1}"/>
              </a:ext>
            </a:extLst>
          </p:cNvPr>
          <p:cNvSpPr/>
          <p:nvPr/>
        </p:nvSpPr>
        <p:spPr>
          <a:xfrm>
            <a:off x="0" y="1170346"/>
            <a:ext cx="5897699" cy="369332"/>
          </a:xfrm>
          <a:prstGeom prst="rect">
            <a:avLst/>
          </a:prstGeom>
        </p:spPr>
        <p:txBody>
          <a:bodyPr wrap="square">
            <a:spAutoFit/>
          </a:bodyPr>
          <a:lstStyle/>
          <a:p>
            <a:pPr marL="285750" indent="-285750">
              <a:buFont typeface="Wingdings" panose="05000000000000000000" pitchFamily="2" charset="2"/>
              <a:buChar char="v"/>
            </a:pPr>
            <a:r>
              <a:rPr lang="en-US" b="1">
                <a:solidFill>
                  <a:schemeClr val="accent6">
                    <a:lumMod val="75000"/>
                  </a:schemeClr>
                </a:solidFill>
                <a:latin typeface="Times New Roman" panose="02020603050405020304" pitchFamily="18" charset="0"/>
                <a:cs typeface="Times New Roman" panose="02020603050405020304" pitchFamily="18" charset="0"/>
              </a:rPr>
              <a:t>Phân công nhiệm vụ công tác phối hợp</a:t>
            </a:r>
            <a:endParaRPr lang="en-US" b="1" dirty="0">
              <a:solidFill>
                <a:schemeClr val="accent6">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155170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A2CDE0A-43F1-4DE8-B585-FE1FE50DFCE4}"/>
              </a:ext>
            </a:extLst>
          </p:cNvPr>
          <p:cNvSpPr txBox="1"/>
          <p:nvPr/>
        </p:nvSpPr>
        <p:spPr>
          <a:xfrm>
            <a:off x="3016137" y="467321"/>
            <a:ext cx="7072149" cy="400110"/>
          </a:xfrm>
          <a:prstGeom prst="rect">
            <a:avLst/>
          </a:prstGeom>
          <a:noFill/>
        </p:spPr>
        <p:txBody>
          <a:bodyPr wrap="square" rtlCol="0">
            <a:spAutoFit/>
          </a:bodyPr>
          <a:lstStyle/>
          <a:p>
            <a:pPr algn="ctr" fontAlgn="base">
              <a:spcBef>
                <a:spcPct val="0"/>
              </a:spcBef>
              <a:spcAft>
                <a:spcPct val="0"/>
              </a:spcAft>
            </a:pPr>
            <a:r>
              <a:rPr lang="en-US" sz="2000" b="1" kern="0">
                <a:solidFill>
                  <a:schemeClr val="accent6">
                    <a:lumMod val="50000"/>
                  </a:schemeClr>
                </a:solidFill>
                <a:latin typeface="Times New Roman" pitchFamily="18" charset="0"/>
                <a:cs typeface="Times New Roman" pitchFamily="18" charset="0"/>
              </a:rPr>
              <a:t>3. CÔNG TÁC PHỐI HỢP</a:t>
            </a:r>
            <a:endParaRPr lang="en-US" sz="2000" b="1" dirty="0">
              <a:solidFill>
                <a:schemeClr val="accent6">
                  <a:lumMod val="50000"/>
                </a:schemeClr>
              </a:solidFill>
              <a:latin typeface="Times New Roman" pitchFamily="18" charset="0"/>
              <a:cs typeface="Times New Roman" pitchFamily="18" charset="0"/>
            </a:endParaRPr>
          </a:p>
        </p:txBody>
      </p:sp>
      <p:pic>
        <p:nvPicPr>
          <p:cNvPr id="226" name="Picture 225"/>
          <p:cNvPicPr>
            <a:picLocks noChangeAspect="1"/>
          </p:cNvPicPr>
          <p:nvPr/>
        </p:nvPicPr>
        <p:blipFill>
          <a:blip r:embed="rId2"/>
          <a:stretch>
            <a:fillRect/>
          </a:stretch>
        </p:blipFill>
        <p:spPr>
          <a:xfrm>
            <a:off x="1487488" y="548680"/>
            <a:ext cx="10397257" cy="6064569"/>
          </a:xfrm>
          <a:prstGeom prst="rect">
            <a:avLst/>
          </a:prstGeom>
        </p:spPr>
      </p:pic>
    </p:spTree>
    <p:extLst>
      <p:ext uri="{BB962C8B-B14F-4D97-AF65-F5344CB8AC3E}">
        <p14:creationId xmlns:p14="http://schemas.microsoft.com/office/powerpoint/2010/main" val="19735188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9" name="Straight Connector 78">
            <a:extLst>
              <a:ext uri="{FF2B5EF4-FFF2-40B4-BE49-F238E27FC236}">
                <a16:creationId xmlns:a16="http://schemas.microsoft.com/office/drawing/2014/main" id="{D4657C5F-0A6D-4B95-8BB7-7ACA1F37EDEB}"/>
              </a:ext>
            </a:extLst>
          </p:cNvPr>
          <p:cNvCxnSpPr>
            <a:cxnSpLocks/>
          </p:cNvCxnSpPr>
          <p:nvPr/>
        </p:nvCxnSpPr>
        <p:spPr>
          <a:xfrm>
            <a:off x="2495600" y="2568576"/>
            <a:ext cx="0" cy="484764"/>
          </a:xfrm>
          <a:prstGeom prst="line">
            <a:avLst/>
          </a:prstGeom>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359D04F4-B101-430C-9CCA-268DF8B1D264}"/>
              </a:ext>
            </a:extLst>
          </p:cNvPr>
          <p:cNvCxnSpPr>
            <a:cxnSpLocks/>
          </p:cNvCxnSpPr>
          <p:nvPr/>
        </p:nvCxnSpPr>
        <p:spPr>
          <a:xfrm>
            <a:off x="1211913" y="2561263"/>
            <a:ext cx="0" cy="484764"/>
          </a:xfrm>
          <a:prstGeom prst="line">
            <a:avLst/>
          </a:prstGeom>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9A03C4A9-02E2-4656-A63A-C76058D3993B}"/>
              </a:ext>
            </a:extLst>
          </p:cNvPr>
          <p:cNvSpPr/>
          <p:nvPr/>
        </p:nvSpPr>
        <p:spPr>
          <a:xfrm>
            <a:off x="1797364" y="1056184"/>
            <a:ext cx="3733714" cy="369332"/>
          </a:xfrm>
          <a:prstGeom prst="rect">
            <a:avLst/>
          </a:prstGeom>
        </p:spPr>
        <p:txBody>
          <a:bodyPr wrap="none">
            <a:spAutoFit/>
          </a:bodyPr>
          <a:lstStyle/>
          <a:p>
            <a:r>
              <a:rPr lang="en-US" b="1" dirty="0">
                <a:solidFill>
                  <a:srgbClr val="0033CC"/>
                </a:solidFill>
                <a:latin typeface="Times New Roman" panose="02020603050405020304" pitchFamily="18" charset="0"/>
                <a:cs typeface="Times New Roman" panose="02020603050405020304" pitchFamily="18" charset="0"/>
              </a:rPr>
              <a:t>     S</a:t>
            </a:r>
            <a:r>
              <a:rPr lang="vi-VN" b="1" dirty="0">
                <a:solidFill>
                  <a:srgbClr val="0033CC"/>
                </a:solidFill>
                <a:latin typeface="Times New Roman" panose="02020603050405020304" pitchFamily="18" charset="0"/>
                <a:cs typeface="Times New Roman" panose="02020603050405020304" pitchFamily="18" charset="0"/>
              </a:rPr>
              <a:t>ơ</a:t>
            </a:r>
            <a:r>
              <a:rPr lang="en-US" b="1" dirty="0">
                <a:solidFill>
                  <a:srgbClr val="0033CC"/>
                </a:solidFill>
                <a:latin typeface="Times New Roman" panose="02020603050405020304" pitchFamily="18" charset="0"/>
                <a:cs typeface="Times New Roman" panose="02020603050405020304" pitchFamily="18" charset="0"/>
              </a:rPr>
              <a:t> </a:t>
            </a:r>
            <a:r>
              <a:rPr lang="en-US" b="1" dirty="0" err="1">
                <a:solidFill>
                  <a:srgbClr val="0033CC"/>
                </a:solidFill>
                <a:latin typeface="Times New Roman" panose="02020603050405020304" pitchFamily="18" charset="0"/>
                <a:cs typeface="Times New Roman" panose="02020603050405020304" pitchFamily="18" charset="0"/>
              </a:rPr>
              <a:t>đồ</a:t>
            </a:r>
            <a:r>
              <a:rPr lang="en-US" b="1" dirty="0">
                <a:solidFill>
                  <a:srgbClr val="0033CC"/>
                </a:solidFill>
                <a:latin typeface="Times New Roman" panose="02020603050405020304" pitchFamily="18" charset="0"/>
                <a:cs typeface="Times New Roman" panose="02020603050405020304" pitchFamily="18" charset="0"/>
              </a:rPr>
              <a:t> </a:t>
            </a:r>
            <a:r>
              <a:rPr lang="en-US" b="1" dirty="0" err="1">
                <a:solidFill>
                  <a:srgbClr val="0033CC"/>
                </a:solidFill>
                <a:latin typeface="Times New Roman" panose="02020603050405020304" pitchFamily="18" charset="0"/>
                <a:cs typeface="Times New Roman" panose="02020603050405020304" pitchFamily="18" charset="0"/>
              </a:rPr>
              <a:t>phối</a:t>
            </a:r>
            <a:r>
              <a:rPr lang="en-US" b="1" dirty="0">
                <a:solidFill>
                  <a:srgbClr val="0033CC"/>
                </a:solidFill>
                <a:latin typeface="Times New Roman" panose="02020603050405020304" pitchFamily="18" charset="0"/>
                <a:cs typeface="Times New Roman" panose="02020603050405020304" pitchFamily="18" charset="0"/>
              </a:rPr>
              <a:t> </a:t>
            </a:r>
            <a:r>
              <a:rPr lang="en-US" b="1" dirty="0" err="1">
                <a:solidFill>
                  <a:srgbClr val="0033CC"/>
                </a:solidFill>
                <a:latin typeface="Times New Roman" panose="02020603050405020304" pitchFamily="18" charset="0"/>
                <a:cs typeface="Times New Roman" panose="02020603050405020304" pitchFamily="18" charset="0"/>
              </a:rPr>
              <a:t>hợp</a:t>
            </a:r>
            <a:r>
              <a:rPr lang="en-US" b="1" dirty="0">
                <a:solidFill>
                  <a:srgbClr val="0033CC"/>
                </a:solidFill>
                <a:latin typeface="Times New Roman" panose="02020603050405020304" pitchFamily="18" charset="0"/>
                <a:cs typeface="Times New Roman" panose="02020603050405020304" pitchFamily="18" charset="0"/>
              </a:rPr>
              <a:t> </a:t>
            </a:r>
            <a:r>
              <a:rPr lang="en-US" b="1" dirty="0" err="1">
                <a:solidFill>
                  <a:srgbClr val="0033CC"/>
                </a:solidFill>
                <a:latin typeface="Times New Roman" panose="02020603050405020304" pitchFamily="18" charset="0"/>
                <a:cs typeface="Times New Roman" panose="02020603050405020304" pitchFamily="18" charset="0"/>
              </a:rPr>
              <a:t>thực</a:t>
            </a:r>
            <a:r>
              <a:rPr lang="en-US" b="1" dirty="0">
                <a:solidFill>
                  <a:srgbClr val="0033CC"/>
                </a:solidFill>
                <a:latin typeface="Times New Roman" panose="02020603050405020304" pitchFamily="18" charset="0"/>
                <a:cs typeface="Times New Roman" panose="02020603050405020304" pitchFamily="18" charset="0"/>
              </a:rPr>
              <a:t> </a:t>
            </a:r>
            <a:r>
              <a:rPr lang="en-US" b="1" dirty="0" err="1">
                <a:solidFill>
                  <a:srgbClr val="0033CC"/>
                </a:solidFill>
                <a:latin typeface="Times New Roman" panose="02020603050405020304" pitchFamily="18" charset="0"/>
                <a:cs typeface="Times New Roman" panose="02020603050405020304" pitchFamily="18" charset="0"/>
              </a:rPr>
              <a:t>hiện</a:t>
            </a:r>
            <a:r>
              <a:rPr lang="en-US" b="1" dirty="0">
                <a:solidFill>
                  <a:srgbClr val="0033CC"/>
                </a:solidFill>
                <a:latin typeface="Times New Roman" panose="02020603050405020304" pitchFamily="18" charset="0"/>
                <a:cs typeface="Times New Roman" panose="02020603050405020304" pitchFamily="18" charset="0"/>
              </a:rPr>
              <a:t> </a:t>
            </a:r>
            <a:r>
              <a:rPr lang="en-US" b="1" dirty="0" err="1">
                <a:solidFill>
                  <a:srgbClr val="0033CC"/>
                </a:solidFill>
                <a:latin typeface="Times New Roman" panose="02020603050405020304" pitchFamily="18" charset="0"/>
                <a:cs typeface="Times New Roman" panose="02020603050405020304" pitchFamily="18" charset="0"/>
              </a:rPr>
              <a:t>tại</a:t>
            </a:r>
            <a:r>
              <a:rPr lang="en-US" b="1" dirty="0">
                <a:solidFill>
                  <a:srgbClr val="0033CC"/>
                </a:solidFill>
                <a:latin typeface="Times New Roman" panose="02020603050405020304" pitchFamily="18" charset="0"/>
                <a:cs typeface="Times New Roman" panose="02020603050405020304" pitchFamily="18" charset="0"/>
              </a:rPr>
              <a:t> site:</a:t>
            </a:r>
            <a:endParaRPr lang="en-US" b="1" dirty="0">
              <a:latin typeface="Times New Roman" panose="02020603050405020304" pitchFamily="18" charset="0"/>
              <a:cs typeface="Times New Roman" panose="02020603050405020304" pitchFamily="18" charset="0"/>
            </a:endParaRPr>
          </a:p>
        </p:txBody>
      </p:sp>
      <p:sp>
        <p:nvSpPr>
          <p:cNvPr id="2" name="Rectangle: Rounded Corners 1">
            <a:extLst>
              <a:ext uri="{FF2B5EF4-FFF2-40B4-BE49-F238E27FC236}">
                <a16:creationId xmlns:a16="http://schemas.microsoft.com/office/drawing/2014/main" id="{646F2EE3-D607-413C-A1DB-60A75E7AC285}"/>
              </a:ext>
            </a:extLst>
          </p:cNvPr>
          <p:cNvSpPr/>
          <p:nvPr/>
        </p:nvSpPr>
        <p:spPr>
          <a:xfrm>
            <a:off x="7320136" y="1324695"/>
            <a:ext cx="1440160" cy="360040"/>
          </a:xfrm>
          <a:prstGeom prst="round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err="1">
                <a:solidFill>
                  <a:schemeClr val="bg1"/>
                </a:solidFill>
                <a:latin typeface="Times New Roman" panose="02020603050405020304" pitchFamily="18" charset="0"/>
                <a:cs typeface="Times New Roman" panose="02020603050405020304" pitchFamily="18" charset="0"/>
              </a:rPr>
              <a:t>Lãnh</a:t>
            </a:r>
            <a:r>
              <a:rPr lang="en-US" sz="1300" b="1" dirty="0">
                <a:solidFill>
                  <a:schemeClr val="bg1"/>
                </a:solidFill>
                <a:latin typeface="Times New Roman" panose="02020603050405020304" pitchFamily="18" charset="0"/>
                <a:cs typeface="Times New Roman" panose="02020603050405020304" pitchFamily="18" charset="0"/>
              </a:rPr>
              <a:t> </a:t>
            </a:r>
            <a:r>
              <a:rPr lang="en-US" sz="1300" b="1" dirty="0" err="1">
                <a:solidFill>
                  <a:schemeClr val="bg1"/>
                </a:solidFill>
                <a:latin typeface="Times New Roman" panose="02020603050405020304" pitchFamily="18" charset="0"/>
                <a:cs typeface="Times New Roman" panose="02020603050405020304" pitchFamily="18" charset="0"/>
              </a:rPr>
              <a:t>đạo</a:t>
            </a:r>
            <a:r>
              <a:rPr lang="en-US" sz="1300" b="1" dirty="0">
                <a:solidFill>
                  <a:schemeClr val="bg1"/>
                </a:solidFill>
                <a:latin typeface="Times New Roman" panose="02020603050405020304" pitchFamily="18" charset="0"/>
                <a:cs typeface="Times New Roman" panose="02020603050405020304" pitchFamily="18" charset="0"/>
              </a:rPr>
              <a:t> </a:t>
            </a:r>
            <a:r>
              <a:rPr lang="en-US" sz="1300" b="1" dirty="0" err="1">
                <a:solidFill>
                  <a:schemeClr val="bg1"/>
                </a:solidFill>
                <a:latin typeface="Times New Roman" panose="02020603050405020304" pitchFamily="18" charset="0"/>
                <a:cs typeface="Times New Roman" panose="02020603050405020304" pitchFamily="18" charset="0"/>
              </a:rPr>
              <a:t>giàn</a:t>
            </a:r>
            <a:endParaRPr lang="en-US" sz="1300" b="1" dirty="0">
              <a:solidFill>
                <a:schemeClr val="bg1"/>
              </a:solidFill>
              <a:latin typeface="Times New Roman" panose="02020603050405020304" pitchFamily="18"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AD69EE3C-F5AC-4134-9620-C57F78DD0A10}"/>
              </a:ext>
            </a:extLst>
          </p:cNvPr>
          <p:cNvCxnSpPr>
            <a:cxnSpLocks/>
            <a:stCxn id="22" idx="3"/>
          </p:cNvCxnSpPr>
          <p:nvPr/>
        </p:nvCxnSpPr>
        <p:spPr>
          <a:xfrm flipV="1">
            <a:off x="3215680" y="1904549"/>
            <a:ext cx="8201945" cy="938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71142F08-0DCA-49EE-A513-E1172E656C1C}"/>
              </a:ext>
            </a:extLst>
          </p:cNvPr>
          <p:cNvCxnSpPr>
            <a:cxnSpLocks/>
            <a:stCxn id="2" idx="2"/>
          </p:cNvCxnSpPr>
          <p:nvPr/>
        </p:nvCxnSpPr>
        <p:spPr>
          <a:xfrm>
            <a:off x="8040216" y="1684735"/>
            <a:ext cx="3763" cy="2320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CD23312E-83B7-4D88-8FFF-5E79B7075AB3}"/>
              </a:ext>
            </a:extLst>
          </p:cNvPr>
          <p:cNvCxnSpPr/>
          <p:nvPr/>
        </p:nvCxnSpPr>
        <p:spPr>
          <a:xfrm>
            <a:off x="5575923" y="1916832"/>
            <a:ext cx="0" cy="1440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A10BC377-8AE7-4526-A545-A4567DB11692}"/>
              </a:ext>
            </a:extLst>
          </p:cNvPr>
          <p:cNvCxnSpPr/>
          <p:nvPr/>
        </p:nvCxnSpPr>
        <p:spPr>
          <a:xfrm>
            <a:off x="7232107" y="1916832"/>
            <a:ext cx="0" cy="1440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ectangle: Rounded Corners 22">
            <a:extLst>
              <a:ext uri="{FF2B5EF4-FFF2-40B4-BE49-F238E27FC236}">
                <a16:creationId xmlns:a16="http://schemas.microsoft.com/office/drawing/2014/main" id="{341E3753-7979-4FAF-A93D-5CE272C3B8AD}"/>
              </a:ext>
            </a:extLst>
          </p:cNvPr>
          <p:cNvSpPr/>
          <p:nvPr/>
        </p:nvSpPr>
        <p:spPr>
          <a:xfrm>
            <a:off x="4855843" y="2050911"/>
            <a:ext cx="1440160" cy="513983"/>
          </a:xfrm>
          <a:prstGeom prst="round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bg1"/>
                </a:solidFill>
                <a:latin typeface="Times New Roman" panose="02020603050405020304" pitchFamily="18" charset="0"/>
                <a:cs typeface="Times New Roman" panose="02020603050405020304" pitchFamily="18" charset="0"/>
              </a:rPr>
              <a:t>Công </a:t>
            </a:r>
            <a:r>
              <a:rPr lang="en-US" sz="1300" b="1" dirty="0" err="1">
                <a:solidFill>
                  <a:schemeClr val="bg1"/>
                </a:solidFill>
                <a:latin typeface="Times New Roman" panose="02020603050405020304" pitchFamily="18" charset="0"/>
                <a:cs typeface="Times New Roman" panose="02020603050405020304" pitchFamily="18" charset="0"/>
              </a:rPr>
              <a:t>nghệ</a:t>
            </a:r>
            <a:endParaRPr lang="en-US" sz="1300" b="1" dirty="0">
              <a:solidFill>
                <a:schemeClr val="bg1"/>
              </a:solidFill>
              <a:latin typeface="Times New Roman" panose="02020603050405020304" pitchFamily="18" charset="0"/>
              <a:cs typeface="Times New Roman" panose="02020603050405020304" pitchFamily="18" charset="0"/>
            </a:endParaRPr>
          </a:p>
          <a:p>
            <a:pPr algn="ctr"/>
            <a:r>
              <a:rPr lang="en-US" sz="1300" b="1" dirty="0">
                <a:solidFill>
                  <a:schemeClr val="bg1"/>
                </a:solidFill>
                <a:latin typeface="Times New Roman" panose="02020603050405020304" pitchFamily="18" charset="0"/>
                <a:cs typeface="Times New Roman" panose="02020603050405020304" pitchFamily="18" charset="0"/>
              </a:rPr>
              <a:t>(</a:t>
            </a:r>
            <a:r>
              <a:rPr lang="en-US" sz="1300" b="1" dirty="0" err="1">
                <a:solidFill>
                  <a:schemeClr val="bg1"/>
                </a:solidFill>
                <a:latin typeface="Times New Roman" panose="02020603050405020304" pitchFamily="18" charset="0"/>
                <a:cs typeface="Times New Roman" panose="02020603050405020304" pitchFamily="18" charset="0"/>
              </a:rPr>
              <a:t>N.H.Nam</a:t>
            </a:r>
            <a:r>
              <a:rPr lang="en-US" sz="1300" b="1" dirty="0">
                <a:solidFill>
                  <a:schemeClr val="bg1"/>
                </a:solidFill>
                <a:latin typeface="Times New Roman" panose="02020603050405020304" pitchFamily="18" charset="0"/>
                <a:cs typeface="Times New Roman" panose="02020603050405020304" pitchFamily="18" charset="0"/>
              </a:rPr>
              <a:t>)</a:t>
            </a:r>
          </a:p>
        </p:txBody>
      </p:sp>
      <p:sp>
        <p:nvSpPr>
          <p:cNvPr id="24" name="Rectangle: Rounded Corners 23">
            <a:extLst>
              <a:ext uri="{FF2B5EF4-FFF2-40B4-BE49-F238E27FC236}">
                <a16:creationId xmlns:a16="http://schemas.microsoft.com/office/drawing/2014/main" id="{D2059416-3612-4172-8407-D406B29F2D6D}"/>
              </a:ext>
            </a:extLst>
          </p:cNvPr>
          <p:cNvSpPr/>
          <p:nvPr/>
        </p:nvSpPr>
        <p:spPr>
          <a:xfrm>
            <a:off x="6512026" y="2060848"/>
            <a:ext cx="1440160" cy="513983"/>
          </a:xfrm>
          <a:prstGeom prst="round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bg1"/>
                </a:solidFill>
                <a:latin typeface="Times New Roman" panose="02020603050405020304" pitchFamily="18" charset="0"/>
                <a:cs typeface="Times New Roman" panose="02020603050405020304" pitchFamily="18" charset="0"/>
              </a:rPr>
              <a:t>C</a:t>
            </a:r>
            <a:r>
              <a:rPr lang="vi-VN" sz="1300" b="1" dirty="0">
                <a:solidFill>
                  <a:schemeClr val="bg1"/>
                </a:solidFill>
                <a:latin typeface="Times New Roman" panose="02020603050405020304" pitchFamily="18" charset="0"/>
                <a:cs typeface="Times New Roman" panose="02020603050405020304" pitchFamily="18" charset="0"/>
              </a:rPr>
              <a:t>ơ</a:t>
            </a:r>
            <a:r>
              <a:rPr lang="en-US" sz="1300" b="1" dirty="0">
                <a:solidFill>
                  <a:schemeClr val="bg1"/>
                </a:solidFill>
                <a:latin typeface="Times New Roman" panose="02020603050405020304" pitchFamily="18" charset="0"/>
                <a:cs typeface="Times New Roman" panose="02020603050405020304" pitchFamily="18" charset="0"/>
              </a:rPr>
              <a:t> </a:t>
            </a:r>
            <a:r>
              <a:rPr lang="en-US" sz="1300" b="1" dirty="0" err="1">
                <a:solidFill>
                  <a:schemeClr val="bg1"/>
                </a:solidFill>
                <a:latin typeface="Times New Roman" panose="02020603050405020304" pitchFamily="18" charset="0"/>
                <a:cs typeface="Times New Roman" panose="02020603050405020304" pitchFamily="18" charset="0"/>
              </a:rPr>
              <a:t>khí</a:t>
            </a:r>
            <a:endParaRPr lang="en-US" sz="1300" b="1" dirty="0">
              <a:solidFill>
                <a:schemeClr val="bg1"/>
              </a:solidFill>
              <a:latin typeface="Times New Roman" panose="02020603050405020304" pitchFamily="18" charset="0"/>
              <a:cs typeface="Times New Roman" panose="02020603050405020304" pitchFamily="18" charset="0"/>
            </a:endParaRPr>
          </a:p>
          <a:p>
            <a:pPr algn="ctr"/>
            <a:r>
              <a:rPr lang="en-US" sz="1300" b="1" dirty="0">
                <a:solidFill>
                  <a:schemeClr val="bg1"/>
                </a:solidFill>
                <a:latin typeface="Times New Roman" panose="02020603050405020304" pitchFamily="18" charset="0"/>
                <a:cs typeface="Times New Roman" panose="02020603050405020304" pitchFamily="18" charset="0"/>
              </a:rPr>
              <a:t>(</a:t>
            </a:r>
            <a:r>
              <a:rPr lang="en-US" sz="1300" b="1" dirty="0" err="1">
                <a:solidFill>
                  <a:schemeClr val="bg1"/>
                </a:solidFill>
                <a:latin typeface="Times New Roman" panose="02020603050405020304" pitchFamily="18" charset="0"/>
                <a:cs typeface="Times New Roman" panose="02020603050405020304" pitchFamily="18" charset="0"/>
              </a:rPr>
              <a:t>L.H.Anh</a:t>
            </a:r>
            <a:r>
              <a:rPr lang="en-US" sz="1300" b="1" dirty="0">
                <a:solidFill>
                  <a:schemeClr val="bg1"/>
                </a:solidFill>
                <a:latin typeface="Times New Roman" panose="02020603050405020304" pitchFamily="18" charset="0"/>
                <a:cs typeface="Times New Roman" panose="02020603050405020304" pitchFamily="18" charset="0"/>
              </a:rPr>
              <a:t>)</a:t>
            </a:r>
          </a:p>
        </p:txBody>
      </p:sp>
      <p:sp>
        <p:nvSpPr>
          <p:cNvPr id="26" name="Rectangle: Rounded Corners 25">
            <a:extLst>
              <a:ext uri="{FF2B5EF4-FFF2-40B4-BE49-F238E27FC236}">
                <a16:creationId xmlns:a16="http://schemas.microsoft.com/office/drawing/2014/main" id="{91B5BF89-1E68-428C-A869-5B5F3BDD06C3}"/>
              </a:ext>
            </a:extLst>
          </p:cNvPr>
          <p:cNvSpPr/>
          <p:nvPr/>
        </p:nvSpPr>
        <p:spPr>
          <a:xfrm>
            <a:off x="8767262" y="2059755"/>
            <a:ext cx="1613406" cy="495647"/>
          </a:xfrm>
          <a:prstGeom prst="round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err="1">
                <a:solidFill>
                  <a:schemeClr val="bg1"/>
                </a:solidFill>
                <a:latin typeface="Times New Roman" panose="02020603050405020304" pitchFamily="18" charset="0"/>
                <a:cs typeface="Times New Roman" panose="02020603050405020304" pitchFamily="18" charset="0"/>
              </a:rPr>
              <a:t>Điện</a:t>
            </a:r>
            <a:r>
              <a:rPr lang="en-US" sz="1300" b="1" dirty="0">
                <a:solidFill>
                  <a:schemeClr val="bg1"/>
                </a:solidFill>
                <a:latin typeface="Times New Roman" panose="02020603050405020304" pitchFamily="18" charset="0"/>
                <a:cs typeface="Times New Roman" panose="02020603050405020304" pitchFamily="18" charset="0"/>
              </a:rPr>
              <a:t> - TĐH</a:t>
            </a:r>
          </a:p>
          <a:p>
            <a:pPr algn="ctr"/>
            <a:r>
              <a:rPr lang="en-US" sz="1300" b="1" dirty="0">
                <a:solidFill>
                  <a:schemeClr val="bg1"/>
                </a:solidFill>
                <a:latin typeface="Times New Roman" panose="02020603050405020304" pitchFamily="18" charset="0"/>
                <a:cs typeface="Times New Roman" panose="02020603050405020304" pitchFamily="18" charset="0"/>
              </a:rPr>
              <a:t>(</a:t>
            </a:r>
            <a:r>
              <a:rPr lang="en-US" sz="1300" b="1" dirty="0" err="1">
                <a:solidFill>
                  <a:schemeClr val="bg1"/>
                </a:solidFill>
                <a:latin typeface="Times New Roman" panose="02020603050405020304" pitchFamily="18" charset="0"/>
                <a:cs typeface="Times New Roman" panose="02020603050405020304" pitchFamily="18" charset="0"/>
              </a:rPr>
              <a:t>D.H.Khánh</a:t>
            </a:r>
            <a:r>
              <a:rPr lang="en-US" sz="1300" b="1" dirty="0">
                <a:solidFill>
                  <a:schemeClr val="bg1"/>
                </a:solidFill>
                <a:latin typeface="Times New Roman" panose="02020603050405020304" pitchFamily="18" charset="0"/>
                <a:cs typeface="Times New Roman" panose="02020603050405020304" pitchFamily="18" charset="0"/>
              </a:rPr>
              <a:t>)</a:t>
            </a:r>
          </a:p>
        </p:txBody>
      </p:sp>
      <p:cxnSp>
        <p:nvCxnSpPr>
          <p:cNvPr id="30" name="Straight Connector 29">
            <a:extLst>
              <a:ext uri="{FF2B5EF4-FFF2-40B4-BE49-F238E27FC236}">
                <a16:creationId xmlns:a16="http://schemas.microsoft.com/office/drawing/2014/main" id="{E700FCCF-F114-412C-8DD9-AF7412A3C93E}"/>
              </a:ext>
            </a:extLst>
          </p:cNvPr>
          <p:cNvCxnSpPr>
            <a:cxnSpLocks/>
          </p:cNvCxnSpPr>
          <p:nvPr/>
        </p:nvCxnSpPr>
        <p:spPr>
          <a:xfrm>
            <a:off x="11417625" y="1916832"/>
            <a:ext cx="6967" cy="3112518"/>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0A26BD74-CCB6-4E2F-B334-96FC8D16DC08}"/>
              </a:ext>
            </a:extLst>
          </p:cNvPr>
          <p:cNvCxnSpPr>
            <a:cxnSpLocks/>
          </p:cNvCxnSpPr>
          <p:nvPr/>
        </p:nvCxnSpPr>
        <p:spPr>
          <a:xfrm flipH="1">
            <a:off x="11266788" y="5029350"/>
            <a:ext cx="15083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C117AEB-DEFC-465E-9276-519D2103B3C7}"/>
              </a:ext>
            </a:extLst>
          </p:cNvPr>
          <p:cNvCxnSpPr>
            <a:cxnSpLocks/>
          </p:cNvCxnSpPr>
          <p:nvPr/>
        </p:nvCxnSpPr>
        <p:spPr>
          <a:xfrm flipH="1">
            <a:off x="8894137" y="4147927"/>
            <a:ext cx="253045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B803AB49-6E42-42E3-B238-AB8C31E332B8}"/>
              </a:ext>
            </a:extLst>
          </p:cNvPr>
          <p:cNvCxnSpPr>
            <a:cxnSpLocks/>
            <a:endCxn id="169" idx="0"/>
          </p:cNvCxnSpPr>
          <p:nvPr/>
        </p:nvCxnSpPr>
        <p:spPr>
          <a:xfrm>
            <a:off x="8887170" y="4147927"/>
            <a:ext cx="2243" cy="15033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Rectangle: Rounded Corners 37">
            <a:extLst>
              <a:ext uri="{FF2B5EF4-FFF2-40B4-BE49-F238E27FC236}">
                <a16:creationId xmlns:a16="http://schemas.microsoft.com/office/drawing/2014/main" id="{C351B540-881D-41F7-8FA1-89D1FAA242AA}"/>
              </a:ext>
            </a:extLst>
          </p:cNvPr>
          <p:cNvSpPr/>
          <p:nvPr/>
        </p:nvSpPr>
        <p:spPr>
          <a:xfrm>
            <a:off x="9614215" y="4716597"/>
            <a:ext cx="1650339" cy="744801"/>
          </a:xfrm>
          <a:prstGeom prst="round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bg1"/>
                </a:solidFill>
                <a:latin typeface="Times New Roman" panose="02020603050405020304" pitchFamily="18" charset="0"/>
                <a:cs typeface="Times New Roman" panose="02020603050405020304" pitchFamily="18" charset="0"/>
              </a:rPr>
              <a:t>An </a:t>
            </a:r>
            <a:r>
              <a:rPr lang="en-US" sz="1300" b="1" dirty="0" err="1">
                <a:solidFill>
                  <a:schemeClr val="bg1"/>
                </a:solidFill>
                <a:latin typeface="Times New Roman" panose="02020603050405020304" pitchFamily="18" charset="0"/>
                <a:cs typeface="Times New Roman" panose="02020603050405020304" pitchFamily="18" charset="0"/>
              </a:rPr>
              <a:t>toàn</a:t>
            </a:r>
            <a:r>
              <a:rPr lang="en-US" sz="1300" b="1" dirty="0">
                <a:solidFill>
                  <a:schemeClr val="bg1"/>
                </a:solidFill>
                <a:latin typeface="Times New Roman" panose="02020603050405020304" pitchFamily="18" charset="0"/>
                <a:cs typeface="Times New Roman" panose="02020603050405020304" pitchFamily="18" charset="0"/>
              </a:rPr>
              <a:t> VSP</a:t>
            </a:r>
          </a:p>
          <a:p>
            <a:pPr algn="ctr"/>
            <a:r>
              <a:rPr lang="en-US" sz="1300" b="1" dirty="0">
                <a:solidFill>
                  <a:schemeClr val="bg1"/>
                </a:solidFill>
                <a:latin typeface="Times New Roman" panose="02020603050405020304" pitchFamily="18" charset="0"/>
                <a:cs typeface="Times New Roman" panose="02020603050405020304" pitchFamily="18" charset="0"/>
              </a:rPr>
              <a:t>AT giàn (</a:t>
            </a:r>
            <a:r>
              <a:rPr lang="en-US" sz="1300" b="1" dirty="0" err="1">
                <a:solidFill>
                  <a:schemeClr val="bg1"/>
                </a:solidFill>
                <a:latin typeface="Times New Roman" panose="02020603050405020304" pitchFamily="18" charset="0"/>
                <a:cs typeface="Times New Roman" panose="02020603050405020304" pitchFamily="18" charset="0"/>
              </a:rPr>
              <a:t>P.V.Thiet</a:t>
            </a:r>
            <a:r>
              <a:rPr lang="en-US" sz="1300" b="1" dirty="0">
                <a:solidFill>
                  <a:schemeClr val="bg1"/>
                </a:solidFill>
                <a:latin typeface="Times New Roman" panose="02020603050405020304" pitchFamily="18" charset="0"/>
                <a:cs typeface="Times New Roman" panose="02020603050405020304" pitchFamily="18" charset="0"/>
              </a:rPr>
              <a:t>)</a:t>
            </a:r>
          </a:p>
          <a:p>
            <a:pPr algn="ctr"/>
            <a:endParaRPr lang="en-US" sz="1300" b="1" dirty="0">
              <a:solidFill>
                <a:schemeClr val="bg1"/>
              </a:solidFill>
              <a:latin typeface="Times New Roman" panose="02020603050405020304" pitchFamily="18" charset="0"/>
              <a:cs typeface="Times New Roman" panose="02020603050405020304" pitchFamily="18" charset="0"/>
            </a:endParaRPr>
          </a:p>
        </p:txBody>
      </p:sp>
      <p:cxnSp>
        <p:nvCxnSpPr>
          <p:cNvPr id="40" name="Straight Connector 39">
            <a:extLst>
              <a:ext uri="{FF2B5EF4-FFF2-40B4-BE49-F238E27FC236}">
                <a16:creationId xmlns:a16="http://schemas.microsoft.com/office/drawing/2014/main" id="{EA90F15C-A593-4E2A-B89D-49E50FA1D7C7}"/>
              </a:ext>
            </a:extLst>
          </p:cNvPr>
          <p:cNvCxnSpPr>
            <a:cxnSpLocks/>
            <a:stCxn id="38" idx="2"/>
          </p:cNvCxnSpPr>
          <p:nvPr/>
        </p:nvCxnSpPr>
        <p:spPr>
          <a:xfrm>
            <a:off x="10439385" y="5461398"/>
            <a:ext cx="0" cy="175612"/>
          </a:xfrm>
          <a:prstGeom prst="line">
            <a:avLst/>
          </a:prstGeom>
        </p:spPr>
        <p:style>
          <a:lnRef idx="1">
            <a:schemeClr val="accent1"/>
          </a:lnRef>
          <a:fillRef idx="0">
            <a:schemeClr val="accent1"/>
          </a:fillRef>
          <a:effectRef idx="0">
            <a:schemeClr val="accent1"/>
          </a:effectRef>
          <a:fontRef idx="minor">
            <a:schemeClr val="tx1"/>
          </a:fontRef>
        </p:style>
      </p:cxnSp>
      <p:sp>
        <p:nvSpPr>
          <p:cNvPr id="41" name="Rectangle: Rounded Corners 40">
            <a:extLst>
              <a:ext uri="{FF2B5EF4-FFF2-40B4-BE49-F238E27FC236}">
                <a16:creationId xmlns:a16="http://schemas.microsoft.com/office/drawing/2014/main" id="{CEBC2248-C94B-44C2-A8F7-F3478E519C85}"/>
              </a:ext>
            </a:extLst>
          </p:cNvPr>
          <p:cNvSpPr/>
          <p:nvPr/>
        </p:nvSpPr>
        <p:spPr>
          <a:xfrm>
            <a:off x="9826628" y="5637010"/>
            <a:ext cx="1437917" cy="513983"/>
          </a:xfrm>
          <a:prstGeom prst="round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err="1">
                <a:solidFill>
                  <a:schemeClr val="bg1"/>
                </a:solidFill>
                <a:latin typeface="Times New Roman" panose="02020603050405020304" pitchFamily="18" charset="0"/>
                <a:cs typeface="Times New Roman" panose="02020603050405020304" pitchFamily="18" charset="0"/>
              </a:rPr>
              <a:t>Kiểm</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soát</a:t>
            </a:r>
            <a:r>
              <a:rPr lang="en-US" sz="1000" b="1" dirty="0">
                <a:solidFill>
                  <a:schemeClr val="bg1"/>
                </a:solidFill>
                <a:latin typeface="Times New Roman" panose="02020603050405020304" pitchFamily="18" charset="0"/>
                <a:cs typeface="Times New Roman" panose="02020603050405020304" pitchFamily="18" charset="0"/>
              </a:rPr>
              <a:t> an </a:t>
            </a:r>
            <a:r>
              <a:rPr lang="en-US" sz="1000" b="1" dirty="0" err="1">
                <a:solidFill>
                  <a:schemeClr val="bg1"/>
                </a:solidFill>
                <a:latin typeface="Times New Roman" panose="02020603050405020304" pitchFamily="18" charset="0"/>
                <a:cs typeface="Times New Roman" panose="02020603050405020304" pitchFamily="18" charset="0"/>
              </a:rPr>
              <a:t>toàn</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chung</a:t>
            </a:r>
            <a:endParaRPr lang="en-US" sz="1000" b="1" dirty="0">
              <a:solidFill>
                <a:schemeClr val="bg1"/>
              </a:solidFill>
              <a:latin typeface="Times New Roman" panose="02020603050405020304" pitchFamily="18" charset="0"/>
              <a:cs typeface="Times New Roman" panose="02020603050405020304" pitchFamily="18" charset="0"/>
            </a:endParaRPr>
          </a:p>
        </p:txBody>
      </p:sp>
      <p:cxnSp>
        <p:nvCxnSpPr>
          <p:cNvPr id="45" name="Straight Connector 44">
            <a:extLst>
              <a:ext uri="{FF2B5EF4-FFF2-40B4-BE49-F238E27FC236}">
                <a16:creationId xmlns:a16="http://schemas.microsoft.com/office/drawing/2014/main" id="{61C67B41-D888-472F-BF15-85727C9FB604}"/>
              </a:ext>
            </a:extLst>
          </p:cNvPr>
          <p:cNvCxnSpPr>
            <a:cxnSpLocks/>
          </p:cNvCxnSpPr>
          <p:nvPr/>
        </p:nvCxnSpPr>
        <p:spPr>
          <a:xfrm flipV="1">
            <a:off x="1211913" y="2568576"/>
            <a:ext cx="3155895" cy="6255"/>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742F7CFB-2B83-4150-9A77-133714689FB4}"/>
              </a:ext>
            </a:extLst>
          </p:cNvPr>
          <p:cNvCxnSpPr>
            <a:cxnSpLocks/>
          </p:cNvCxnSpPr>
          <p:nvPr/>
        </p:nvCxnSpPr>
        <p:spPr>
          <a:xfrm>
            <a:off x="4367808" y="2574831"/>
            <a:ext cx="0" cy="1370590"/>
          </a:xfrm>
          <a:prstGeom prst="line">
            <a:avLst/>
          </a:prstGeom>
        </p:spPr>
        <p:style>
          <a:lnRef idx="1">
            <a:schemeClr val="accent1"/>
          </a:lnRef>
          <a:fillRef idx="0">
            <a:schemeClr val="accent1"/>
          </a:fillRef>
          <a:effectRef idx="0">
            <a:schemeClr val="accent1"/>
          </a:effectRef>
          <a:fontRef idx="minor">
            <a:schemeClr val="tx1"/>
          </a:fontRef>
        </p:style>
      </p:cxnSp>
      <p:sp>
        <p:nvSpPr>
          <p:cNvPr id="50" name="Rectangle: Rounded Corners 49">
            <a:extLst>
              <a:ext uri="{FF2B5EF4-FFF2-40B4-BE49-F238E27FC236}">
                <a16:creationId xmlns:a16="http://schemas.microsoft.com/office/drawing/2014/main" id="{4AE1A2D0-C463-4824-84C9-78F413418558}"/>
              </a:ext>
            </a:extLst>
          </p:cNvPr>
          <p:cNvSpPr/>
          <p:nvPr/>
        </p:nvSpPr>
        <p:spPr>
          <a:xfrm>
            <a:off x="786288" y="2775777"/>
            <a:ext cx="889011" cy="513983"/>
          </a:xfrm>
          <a:prstGeom prst="round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bg1"/>
                </a:solidFill>
                <a:latin typeface="Times New Roman" panose="02020603050405020304" pitchFamily="18" charset="0"/>
                <a:cs typeface="Times New Roman" panose="02020603050405020304" pitchFamily="18" charset="0"/>
              </a:rPr>
              <a:t>VR/DNV: </a:t>
            </a:r>
          </a:p>
          <a:p>
            <a:r>
              <a:rPr lang="en-US" sz="1000" b="1" dirty="0">
                <a:solidFill>
                  <a:schemeClr val="bg1"/>
                </a:solidFill>
                <a:latin typeface="Times New Roman" panose="02020603050405020304" pitchFamily="18" charset="0"/>
                <a:cs typeface="Times New Roman" panose="02020603050405020304" pitchFamily="18" charset="0"/>
              </a:rPr>
              <a:t>-</a:t>
            </a:r>
            <a:r>
              <a:rPr lang="en-US" sz="1000" b="1" dirty="0" err="1">
                <a:solidFill>
                  <a:schemeClr val="bg1"/>
                </a:solidFill>
                <a:latin typeface="Times New Roman" panose="02020603050405020304" pitchFamily="18" charset="0"/>
                <a:cs typeface="Times New Roman" panose="02020603050405020304" pitchFamily="18" charset="0"/>
              </a:rPr>
              <a:t>Đăng</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kiểm</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hàng</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năm</a:t>
            </a:r>
            <a:endParaRPr lang="en-US" sz="1000" b="1" dirty="0">
              <a:solidFill>
                <a:schemeClr val="bg1"/>
              </a:solidFill>
              <a:latin typeface="Times New Roman" panose="02020603050405020304" pitchFamily="18" charset="0"/>
              <a:cs typeface="Times New Roman" panose="02020603050405020304" pitchFamily="18" charset="0"/>
            </a:endParaRPr>
          </a:p>
        </p:txBody>
      </p:sp>
      <p:sp>
        <p:nvSpPr>
          <p:cNvPr id="55" name="Rectangle: Rounded Corners 54">
            <a:extLst>
              <a:ext uri="{FF2B5EF4-FFF2-40B4-BE49-F238E27FC236}">
                <a16:creationId xmlns:a16="http://schemas.microsoft.com/office/drawing/2014/main" id="{F0A049D1-D9F7-4BE8-AE51-D2F40354220E}"/>
              </a:ext>
            </a:extLst>
          </p:cNvPr>
          <p:cNvSpPr/>
          <p:nvPr/>
        </p:nvSpPr>
        <p:spPr>
          <a:xfrm>
            <a:off x="1816280" y="2709851"/>
            <a:ext cx="1490008" cy="1194106"/>
          </a:xfrm>
          <a:prstGeom prst="round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bg1"/>
                </a:solidFill>
                <a:latin typeface="Times New Roman" panose="02020603050405020304" pitchFamily="18" charset="0"/>
                <a:cs typeface="Times New Roman" panose="02020603050405020304" pitchFamily="18" charset="0"/>
              </a:rPr>
              <a:t>DVK:</a:t>
            </a:r>
          </a:p>
          <a:p>
            <a:pPr marL="60325" indent="-60325">
              <a:buFontTx/>
              <a:buChar char="-"/>
            </a:pPr>
            <a:r>
              <a:rPr lang="en-US" sz="1000" b="1" dirty="0" err="1">
                <a:solidFill>
                  <a:schemeClr val="bg1"/>
                </a:solidFill>
                <a:latin typeface="Times New Roman" panose="02020603050405020304" pitchFamily="18" charset="0"/>
                <a:cs typeface="Times New Roman" panose="02020603050405020304" pitchFamily="18" charset="0"/>
              </a:rPr>
              <a:t>Thay</a:t>
            </a:r>
            <a:r>
              <a:rPr lang="en-US" sz="1000" b="1" dirty="0">
                <a:solidFill>
                  <a:schemeClr val="bg1"/>
                </a:solidFill>
                <a:latin typeface="Times New Roman" panose="02020603050405020304" pitchFamily="18" charset="0"/>
                <a:cs typeface="Times New Roman" panose="02020603050405020304" pitchFamily="18" charset="0"/>
              </a:rPr>
              <a:t> Valve </a:t>
            </a:r>
          </a:p>
          <a:p>
            <a:pPr marL="60325" indent="-60325">
              <a:buFontTx/>
              <a:buChar char="-"/>
            </a:pPr>
            <a:r>
              <a:rPr lang="vi-VN" sz="1000" b="1" dirty="0">
                <a:solidFill>
                  <a:schemeClr val="bg1"/>
                </a:solidFill>
                <a:latin typeface="Times New Roman" panose="02020603050405020304" pitchFamily="18" charset="0"/>
                <a:cs typeface="Times New Roman" panose="02020603050405020304" pitchFamily="18" charset="0"/>
              </a:rPr>
              <a:t>Sửa chữa, thay thế các đường ống công nghệ</a:t>
            </a:r>
            <a:endParaRPr lang="en-US" sz="1000" b="1" dirty="0">
              <a:solidFill>
                <a:schemeClr val="bg1"/>
              </a:solidFill>
              <a:latin typeface="Times New Roman" panose="02020603050405020304" pitchFamily="18" charset="0"/>
              <a:cs typeface="Times New Roman" panose="02020603050405020304" pitchFamily="18" charset="0"/>
            </a:endParaRPr>
          </a:p>
          <a:p>
            <a:pPr marL="60325" indent="-60325">
              <a:buFontTx/>
              <a:buChar char="-"/>
            </a:pPr>
            <a:r>
              <a:rPr lang="en-US" sz="1000" b="1" dirty="0" err="1">
                <a:solidFill>
                  <a:schemeClr val="bg1"/>
                </a:solidFill>
                <a:latin typeface="Times New Roman" panose="02020603050405020304" pitchFamily="18" charset="0"/>
                <a:cs typeface="Times New Roman" panose="02020603050405020304" pitchFamily="18" charset="0"/>
              </a:rPr>
              <a:t>Khảo</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sát</a:t>
            </a:r>
            <a:r>
              <a:rPr lang="en-US" sz="1000" b="1" dirty="0">
                <a:solidFill>
                  <a:schemeClr val="bg1"/>
                </a:solidFill>
                <a:latin typeface="Times New Roman" panose="02020603050405020304" pitchFamily="18" charset="0"/>
                <a:cs typeface="Times New Roman" panose="02020603050405020304" pitchFamily="18" charset="0"/>
              </a:rPr>
              <a:t> In-air</a:t>
            </a:r>
          </a:p>
        </p:txBody>
      </p:sp>
      <p:sp>
        <p:nvSpPr>
          <p:cNvPr id="60" name="Rectangle: Rounded Corners 59">
            <a:extLst>
              <a:ext uri="{FF2B5EF4-FFF2-40B4-BE49-F238E27FC236}">
                <a16:creationId xmlns:a16="http://schemas.microsoft.com/office/drawing/2014/main" id="{17FAB3FD-3445-456A-A5C3-4B626512C23E}"/>
              </a:ext>
            </a:extLst>
          </p:cNvPr>
          <p:cNvSpPr/>
          <p:nvPr/>
        </p:nvSpPr>
        <p:spPr>
          <a:xfrm>
            <a:off x="3448602" y="3945421"/>
            <a:ext cx="1843249" cy="2219883"/>
          </a:xfrm>
          <a:prstGeom prst="round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bg1"/>
                </a:solidFill>
                <a:latin typeface="Times New Roman" panose="02020603050405020304" pitchFamily="18" charset="0"/>
                <a:cs typeface="Times New Roman" panose="02020603050405020304" pitchFamily="18" charset="0"/>
              </a:rPr>
              <a:t>DVK: </a:t>
            </a:r>
          </a:p>
          <a:p>
            <a:pPr marL="60325" indent="-60325">
              <a:buFontTx/>
              <a:buChar char="-"/>
            </a:pPr>
            <a:r>
              <a:rPr lang="en-US" sz="1000" b="1" dirty="0" err="1">
                <a:solidFill>
                  <a:schemeClr val="bg1"/>
                </a:solidFill>
                <a:latin typeface="Times New Roman" panose="02020603050405020304" pitchFamily="18" charset="0"/>
                <a:cs typeface="Times New Roman" panose="02020603050405020304" pitchFamily="18" charset="0"/>
              </a:rPr>
              <a:t>Kiểm</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định</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hệ</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thống</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đo</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đếm</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khí</a:t>
            </a:r>
            <a:endParaRPr lang="en-US" sz="1000" b="1" dirty="0">
              <a:solidFill>
                <a:schemeClr val="bg1"/>
              </a:solidFill>
              <a:latin typeface="Times New Roman" panose="02020603050405020304" pitchFamily="18" charset="0"/>
              <a:cs typeface="Times New Roman" panose="02020603050405020304" pitchFamily="18" charset="0"/>
            </a:endParaRPr>
          </a:p>
          <a:p>
            <a:pPr marL="60325" indent="-60325">
              <a:buFontTx/>
              <a:buChar char="-"/>
            </a:pPr>
            <a:r>
              <a:rPr lang="en-US" sz="1000" b="1" dirty="0" err="1">
                <a:solidFill>
                  <a:schemeClr val="bg1"/>
                </a:solidFill>
                <a:latin typeface="Times New Roman" panose="02020603050405020304" pitchFamily="18" charset="0"/>
                <a:cs typeface="Times New Roman" panose="02020603050405020304" pitchFamily="18" charset="0"/>
              </a:rPr>
              <a:t>Kiểm</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định</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thiết</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bị</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đo</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áp</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suất</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nhiệt</a:t>
            </a:r>
            <a:r>
              <a:rPr lang="en-US" sz="1000" b="1" dirty="0">
                <a:solidFill>
                  <a:schemeClr val="bg1"/>
                </a:solidFill>
                <a:latin typeface="Times New Roman" panose="02020603050405020304" pitchFamily="18" charset="0"/>
                <a:cs typeface="Times New Roman" panose="02020603050405020304" pitchFamily="18" charset="0"/>
              </a:rPr>
              <a:t> độ</a:t>
            </a:r>
          </a:p>
          <a:p>
            <a:pPr marL="60325" indent="-60325">
              <a:buFontTx/>
              <a:buChar char="-"/>
            </a:pPr>
            <a:r>
              <a:rPr lang="en-US" sz="1000" b="1" dirty="0" err="1">
                <a:solidFill>
                  <a:schemeClr val="bg1"/>
                </a:solidFill>
                <a:latin typeface="Times New Roman" panose="02020603050405020304" pitchFamily="18" charset="0"/>
                <a:cs typeface="Times New Roman" panose="02020603050405020304" pitchFamily="18" charset="0"/>
              </a:rPr>
              <a:t>Nâng</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cấp</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bộ</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điều</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khiển</a:t>
            </a:r>
            <a:r>
              <a:rPr lang="en-US" sz="1000" b="1" dirty="0">
                <a:solidFill>
                  <a:schemeClr val="bg1"/>
                </a:solidFill>
                <a:latin typeface="Times New Roman" panose="02020603050405020304" pitchFamily="18" charset="0"/>
                <a:cs typeface="Times New Roman" panose="02020603050405020304" pitchFamily="18" charset="0"/>
              </a:rPr>
              <a:t> VSD, BCP </a:t>
            </a:r>
            <a:r>
              <a:rPr lang="en-US" sz="1000" b="1" dirty="0" err="1">
                <a:solidFill>
                  <a:schemeClr val="bg1"/>
                </a:solidFill>
                <a:latin typeface="Times New Roman" panose="02020603050405020304" pitchFamily="18" charset="0"/>
                <a:cs typeface="Times New Roman" panose="02020603050405020304" pitchFamily="18" charset="0"/>
              </a:rPr>
              <a:t>và</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thay</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thế</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các</a:t>
            </a:r>
            <a:r>
              <a:rPr lang="en-US" sz="1000" b="1" dirty="0">
                <a:solidFill>
                  <a:schemeClr val="bg1"/>
                </a:solidFill>
                <a:latin typeface="Times New Roman" panose="02020603050405020304" pitchFamily="18" charset="0"/>
                <a:cs typeface="Times New Roman" panose="02020603050405020304" pitchFamily="18" charset="0"/>
              </a:rPr>
              <a:t> module </a:t>
            </a:r>
            <a:r>
              <a:rPr lang="en-US" sz="1000" b="1" dirty="0" err="1">
                <a:solidFill>
                  <a:schemeClr val="bg1"/>
                </a:solidFill>
                <a:latin typeface="Times New Roman" panose="02020603050405020304" pitchFamily="18" charset="0"/>
                <a:cs typeface="Times New Roman" panose="02020603050405020304" pitchFamily="18" charset="0"/>
              </a:rPr>
              <a:t>cũ</a:t>
            </a:r>
            <a:r>
              <a:rPr lang="en-US" sz="1000" b="1" dirty="0">
                <a:solidFill>
                  <a:schemeClr val="bg1"/>
                </a:solidFill>
                <a:latin typeface="Times New Roman" panose="02020603050405020304" pitchFamily="18" charset="0"/>
                <a:cs typeface="Times New Roman" panose="02020603050405020304" pitchFamily="18" charset="0"/>
              </a:rPr>
              <a:t>.</a:t>
            </a:r>
          </a:p>
          <a:p>
            <a:pPr marL="60325" indent="-60325">
              <a:buFontTx/>
              <a:buChar char="-"/>
            </a:pPr>
            <a:r>
              <a:rPr lang="en-US" sz="1000" b="1" dirty="0" err="1">
                <a:solidFill>
                  <a:schemeClr val="bg1"/>
                </a:solidFill>
                <a:latin typeface="Times New Roman" panose="02020603050405020304" pitchFamily="18" charset="0"/>
                <a:cs typeface="Times New Roman" panose="02020603050405020304" pitchFamily="18" charset="0"/>
              </a:rPr>
              <a:t>Thay</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thế</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các</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thiết</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bị</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trên</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hệ</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thống</a:t>
            </a:r>
            <a:r>
              <a:rPr lang="en-US" sz="1000" b="1" dirty="0">
                <a:solidFill>
                  <a:schemeClr val="bg1"/>
                </a:solidFill>
                <a:latin typeface="Times New Roman" panose="02020603050405020304" pitchFamily="18" charset="0"/>
                <a:cs typeface="Times New Roman" panose="02020603050405020304" pitchFamily="18" charset="0"/>
              </a:rPr>
              <a:t> HVAC-Shelter (</a:t>
            </a:r>
            <a:r>
              <a:rPr lang="en-US" sz="1000" b="1" dirty="0" err="1">
                <a:solidFill>
                  <a:schemeClr val="bg1"/>
                </a:solidFill>
                <a:latin typeface="Times New Roman" panose="02020603050405020304" pitchFamily="18" charset="0"/>
                <a:cs typeface="Times New Roman" panose="02020603050405020304" pitchFamily="18" charset="0"/>
              </a:rPr>
              <a:t>phần</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thực</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hiện</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trong</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dừng</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giàn</a:t>
            </a:r>
            <a:r>
              <a:rPr lang="en-US" sz="1000" b="1" dirty="0">
                <a:solidFill>
                  <a:schemeClr val="bg1"/>
                </a:solidFill>
                <a:latin typeface="Times New Roman" panose="02020603050405020304" pitchFamily="18" charset="0"/>
                <a:cs typeface="Times New Roman" panose="02020603050405020304" pitchFamily="18" charset="0"/>
              </a:rPr>
              <a:t>)</a:t>
            </a:r>
          </a:p>
          <a:p>
            <a:pPr marL="60325" indent="-60325">
              <a:buFontTx/>
              <a:buChar char="-"/>
            </a:pPr>
            <a:r>
              <a:rPr lang="en-US" sz="1000" b="1" dirty="0">
                <a:solidFill>
                  <a:schemeClr val="bg1"/>
                </a:solidFill>
                <a:latin typeface="Times New Roman" panose="02020603050405020304" pitchFamily="18" charset="0"/>
                <a:cs typeface="Times New Roman" panose="02020603050405020304" pitchFamily="18" charset="0"/>
              </a:rPr>
              <a:t>Bảo d</a:t>
            </a:r>
            <a:r>
              <a:rPr lang="vi-VN" sz="1000" b="1" dirty="0">
                <a:solidFill>
                  <a:schemeClr val="bg1"/>
                </a:solidFill>
                <a:latin typeface="Times New Roman" panose="02020603050405020304" pitchFamily="18" charset="0"/>
                <a:cs typeface="Times New Roman" panose="02020603050405020304" pitchFamily="18" charset="0"/>
              </a:rPr>
              <a:t>ư</a:t>
            </a:r>
            <a:r>
              <a:rPr lang="en-US" sz="1000" b="1" dirty="0" err="1">
                <a:solidFill>
                  <a:schemeClr val="bg1"/>
                </a:solidFill>
                <a:latin typeface="Times New Roman" panose="02020603050405020304" pitchFamily="18" charset="0"/>
                <a:cs typeface="Times New Roman" panose="02020603050405020304" pitchFamily="18" charset="0"/>
              </a:rPr>
              <a:t>ỡng</a:t>
            </a:r>
            <a:r>
              <a:rPr lang="en-US" sz="1000" b="1" dirty="0">
                <a:solidFill>
                  <a:schemeClr val="bg1"/>
                </a:solidFill>
                <a:latin typeface="Times New Roman" panose="02020603050405020304" pitchFamily="18" charset="0"/>
                <a:cs typeface="Times New Roman" panose="02020603050405020304" pitchFamily="18" charset="0"/>
              </a:rPr>
              <a:t> HTĐK Yokogawa</a:t>
            </a:r>
          </a:p>
        </p:txBody>
      </p:sp>
      <p:sp>
        <p:nvSpPr>
          <p:cNvPr id="61" name="Rectangle: Rounded Corners 60">
            <a:extLst>
              <a:ext uri="{FF2B5EF4-FFF2-40B4-BE49-F238E27FC236}">
                <a16:creationId xmlns:a16="http://schemas.microsoft.com/office/drawing/2014/main" id="{76A5CA2A-53F6-422B-A3B6-1EBE3CFDA830}"/>
              </a:ext>
            </a:extLst>
          </p:cNvPr>
          <p:cNvSpPr/>
          <p:nvPr/>
        </p:nvSpPr>
        <p:spPr>
          <a:xfrm>
            <a:off x="6518543" y="3463313"/>
            <a:ext cx="1443473" cy="1189822"/>
          </a:xfrm>
          <a:prstGeom prst="round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Tx/>
              <a:buChar char="-"/>
            </a:pPr>
            <a:r>
              <a:rPr lang="en-US" sz="1000" b="1" dirty="0" err="1">
                <a:solidFill>
                  <a:schemeClr val="bg1"/>
                </a:solidFill>
                <a:latin typeface="Times New Roman" panose="02020603050405020304" pitchFamily="18" charset="0"/>
                <a:cs typeface="Times New Roman" panose="02020603050405020304" pitchFamily="18" charset="0"/>
              </a:rPr>
              <a:t>Vệ</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sinh</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bên</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trong</a:t>
            </a:r>
            <a:r>
              <a:rPr lang="en-US" sz="1000" b="1" dirty="0">
                <a:solidFill>
                  <a:schemeClr val="bg1"/>
                </a:solidFill>
                <a:latin typeface="Times New Roman" panose="02020603050405020304" pitchFamily="18" charset="0"/>
                <a:cs typeface="Times New Roman" panose="02020603050405020304" pitchFamily="18" charset="0"/>
              </a:rPr>
              <a:t> &amp; PPU </a:t>
            </a:r>
            <a:r>
              <a:rPr lang="en-US" sz="1000" b="1" dirty="0" err="1">
                <a:solidFill>
                  <a:schemeClr val="bg1"/>
                </a:solidFill>
                <a:latin typeface="Times New Roman" panose="02020603050405020304" pitchFamily="18" charset="0"/>
                <a:cs typeface="Times New Roman" panose="02020603050405020304" pitchFamily="18" charset="0"/>
              </a:rPr>
              <a:t>các</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hệ</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thống</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công</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nghệ</a:t>
            </a:r>
            <a:endParaRPr lang="en-US" sz="1000" b="1" dirty="0">
              <a:solidFill>
                <a:schemeClr val="bg1"/>
              </a:solidFill>
              <a:latin typeface="Times New Roman" panose="02020603050405020304" pitchFamily="18" charset="0"/>
              <a:cs typeface="Times New Roman" panose="02020603050405020304" pitchFamily="18" charset="0"/>
            </a:endParaRPr>
          </a:p>
          <a:p>
            <a:pPr marL="171450" indent="-171450">
              <a:buFontTx/>
              <a:buChar char="-"/>
            </a:pPr>
            <a:r>
              <a:rPr lang="en-US" sz="1000" b="1" dirty="0" err="1">
                <a:solidFill>
                  <a:schemeClr val="bg1"/>
                </a:solidFill>
                <a:latin typeface="Times New Roman" panose="02020603050405020304" pitchFamily="18" charset="0"/>
                <a:cs typeface="Times New Roman" panose="02020603050405020304" pitchFamily="18" charset="0"/>
              </a:rPr>
              <a:t>Thay</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thế</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định</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kỳ</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các</a:t>
            </a:r>
            <a:r>
              <a:rPr lang="en-US" sz="1000" b="1" dirty="0">
                <a:solidFill>
                  <a:schemeClr val="bg1"/>
                </a:solidFill>
                <a:latin typeface="Times New Roman" panose="02020603050405020304" pitchFamily="18" charset="0"/>
                <a:cs typeface="Times New Roman" panose="02020603050405020304" pitchFamily="18" charset="0"/>
              </a:rPr>
              <a:t> coupon </a:t>
            </a:r>
            <a:r>
              <a:rPr lang="en-US" sz="1000" b="1" dirty="0" err="1">
                <a:solidFill>
                  <a:schemeClr val="bg1"/>
                </a:solidFill>
                <a:latin typeface="Times New Roman" panose="02020603050405020304" pitchFamily="18" charset="0"/>
                <a:cs typeface="Times New Roman" panose="02020603050405020304" pitchFamily="18" charset="0"/>
              </a:rPr>
              <a:t>tại</a:t>
            </a:r>
            <a:r>
              <a:rPr lang="en-US" sz="1000" b="1" dirty="0">
                <a:solidFill>
                  <a:schemeClr val="bg1"/>
                </a:solidFill>
                <a:latin typeface="Times New Roman" panose="02020603050405020304" pitchFamily="18" charset="0"/>
                <a:cs typeface="Times New Roman" panose="02020603050405020304" pitchFamily="18" charset="0"/>
              </a:rPr>
              <a:t> 06 </a:t>
            </a:r>
            <a:r>
              <a:rPr lang="en-US" sz="1000" b="1" dirty="0" err="1">
                <a:solidFill>
                  <a:schemeClr val="bg1"/>
                </a:solidFill>
                <a:latin typeface="Times New Roman" panose="02020603050405020304" pitchFamily="18" charset="0"/>
                <a:cs typeface="Times New Roman" panose="02020603050405020304" pitchFamily="18" charset="0"/>
              </a:rPr>
              <a:t>vị</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trí</a:t>
            </a:r>
            <a:r>
              <a:rPr lang="en-US" sz="1000" b="1" dirty="0">
                <a:solidFill>
                  <a:schemeClr val="bg1"/>
                </a:solidFill>
                <a:latin typeface="Times New Roman" panose="02020603050405020304" pitchFamily="18" charset="0"/>
                <a:cs typeface="Times New Roman" panose="02020603050405020304" pitchFamily="18" charset="0"/>
              </a:rPr>
              <a:t> CC,CP </a:t>
            </a:r>
          </a:p>
          <a:p>
            <a:pPr marL="171450" indent="-171450">
              <a:buFontTx/>
              <a:buChar char="-"/>
            </a:pPr>
            <a:endParaRPr lang="en-US" sz="1000" b="1" dirty="0">
              <a:solidFill>
                <a:schemeClr val="bg1"/>
              </a:solidFill>
              <a:latin typeface="Times New Roman" panose="02020603050405020304" pitchFamily="18" charset="0"/>
              <a:cs typeface="Times New Roman" panose="02020603050405020304" pitchFamily="18" charset="0"/>
            </a:endParaRPr>
          </a:p>
        </p:txBody>
      </p:sp>
      <p:sp>
        <p:nvSpPr>
          <p:cNvPr id="150" name="Rectangle: Rounded Corners 149">
            <a:extLst>
              <a:ext uri="{FF2B5EF4-FFF2-40B4-BE49-F238E27FC236}">
                <a16:creationId xmlns:a16="http://schemas.microsoft.com/office/drawing/2014/main" id="{DA2CB3D4-C1E6-4003-B724-31CE7393E8AE}"/>
              </a:ext>
            </a:extLst>
          </p:cNvPr>
          <p:cNvSpPr/>
          <p:nvPr/>
        </p:nvSpPr>
        <p:spPr>
          <a:xfrm>
            <a:off x="8903032" y="2905416"/>
            <a:ext cx="1463972" cy="764659"/>
          </a:xfrm>
          <a:prstGeom prst="round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bg1"/>
                </a:solidFill>
                <a:latin typeface="Times New Roman" panose="02020603050405020304" pitchFamily="18" charset="0"/>
                <a:cs typeface="Times New Roman" panose="02020603050405020304" pitchFamily="18" charset="0"/>
              </a:rPr>
              <a:t>XNCĐ: </a:t>
            </a:r>
          </a:p>
          <a:p>
            <a:r>
              <a:rPr lang="en-US" sz="1000" b="1" dirty="0">
                <a:solidFill>
                  <a:schemeClr val="bg1"/>
                </a:solidFill>
                <a:latin typeface="Times New Roman" panose="02020603050405020304" pitchFamily="18" charset="0"/>
                <a:cs typeface="Times New Roman" panose="02020603050405020304" pitchFamily="18" charset="0"/>
              </a:rPr>
              <a:t>-</a:t>
            </a:r>
            <a:r>
              <a:rPr lang="en-US" sz="1000" b="1" dirty="0" err="1">
                <a:solidFill>
                  <a:schemeClr val="bg1"/>
                </a:solidFill>
                <a:latin typeface="Times New Roman" panose="02020603050405020304" pitchFamily="18" charset="0"/>
                <a:cs typeface="Times New Roman" panose="02020603050405020304" pitchFamily="18" charset="0"/>
              </a:rPr>
              <a:t>Kiểm</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định</a:t>
            </a:r>
            <a:r>
              <a:rPr lang="en-US" sz="1000" b="1" dirty="0">
                <a:solidFill>
                  <a:schemeClr val="bg1"/>
                </a:solidFill>
                <a:latin typeface="Times New Roman" panose="02020603050405020304" pitchFamily="18" charset="0"/>
                <a:cs typeface="Times New Roman" panose="02020603050405020304" pitchFamily="18" charset="0"/>
              </a:rPr>
              <a:t> TB </a:t>
            </a:r>
            <a:r>
              <a:rPr lang="en-US" sz="1000" b="1" dirty="0" err="1">
                <a:solidFill>
                  <a:schemeClr val="bg1"/>
                </a:solidFill>
                <a:latin typeface="Times New Roman" panose="02020603050405020304" pitchFamily="18" charset="0"/>
                <a:cs typeface="Times New Roman" panose="02020603050405020304" pitchFamily="18" charset="0"/>
              </a:rPr>
              <a:t>điện</a:t>
            </a:r>
            <a:endParaRPr lang="en-US" sz="1000" b="1" dirty="0">
              <a:solidFill>
                <a:schemeClr val="bg1"/>
              </a:solidFill>
              <a:latin typeface="Times New Roman" panose="02020603050405020304" pitchFamily="18" charset="0"/>
              <a:cs typeface="Times New Roman" panose="02020603050405020304" pitchFamily="18" charset="0"/>
            </a:endParaRPr>
          </a:p>
        </p:txBody>
      </p:sp>
      <p:sp>
        <p:nvSpPr>
          <p:cNvPr id="169" name="Rectangle: Rounded Corners 168">
            <a:extLst>
              <a:ext uri="{FF2B5EF4-FFF2-40B4-BE49-F238E27FC236}">
                <a16:creationId xmlns:a16="http://schemas.microsoft.com/office/drawing/2014/main" id="{CCD8CB84-6347-419F-9490-8B876020CB38}"/>
              </a:ext>
            </a:extLst>
          </p:cNvPr>
          <p:cNvSpPr/>
          <p:nvPr/>
        </p:nvSpPr>
        <p:spPr>
          <a:xfrm>
            <a:off x="8170454" y="5651321"/>
            <a:ext cx="1437917" cy="513983"/>
          </a:xfrm>
          <a:prstGeom prst="round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err="1">
                <a:solidFill>
                  <a:schemeClr val="bg1"/>
                </a:solidFill>
                <a:latin typeface="Times New Roman" panose="02020603050405020304" pitchFamily="18" charset="0"/>
                <a:cs typeface="Times New Roman" panose="02020603050405020304" pitchFamily="18" charset="0"/>
              </a:rPr>
              <a:t>Giám</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sát</a:t>
            </a:r>
            <a:r>
              <a:rPr lang="en-US" sz="1000" b="1" dirty="0">
                <a:solidFill>
                  <a:schemeClr val="bg1"/>
                </a:solidFill>
                <a:latin typeface="Times New Roman" panose="02020603050405020304" pitchFamily="18" charset="0"/>
                <a:cs typeface="Times New Roman" panose="02020603050405020304" pitchFamily="18" charset="0"/>
              </a:rPr>
              <a:t> c</a:t>
            </a:r>
            <a:r>
              <a:rPr lang="vi-VN" sz="1000" b="1" dirty="0">
                <a:solidFill>
                  <a:schemeClr val="bg1"/>
                </a:solidFill>
                <a:latin typeface="Times New Roman" panose="02020603050405020304" pitchFamily="18" charset="0"/>
                <a:cs typeface="Times New Roman" panose="02020603050405020304" pitchFamily="18" charset="0"/>
              </a:rPr>
              <a:t>ơ</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khí</a:t>
            </a:r>
            <a:endParaRPr lang="en-US" sz="1000" b="1" dirty="0">
              <a:solidFill>
                <a:schemeClr val="bg1"/>
              </a:solidFill>
              <a:latin typeface="Times New Roman" panose="02020603050405020304" pitchFamily="18" charset="0"/>
              <a:cs typeface="Times New Roman" panose="02020603050405020304" pitchFamily="18" charset="0"/>
            </a:endParaRPr>
          </a:p>
        </p:txBody>
      </p:sp>
      <p:cxnSp>
        <p:nvCxnSpPr>
          <p:cNvPr id="202" name="Straight Arrow Connector 201">
            <a:extLst>
              <a:ext uri="{FF2B5EF4-FFF2-40B4-BE49-F238E27FC236}">
                <a16:creationId xmlns:a16="http://schemas.microsoft.com/office/drawing/2014/main" id="{DC55D2DC-ED81-433B-A1E6-08BD321DE8FB}"/>
              </a:ext>
            </a:extLst>
          </p:cNvPr>
          <p:cNvCxnSpPr/>
          <p:nvPr/>
        </p:nvCxnSpPr>
        <p:spPr>
          <a:xfrm>
            <a:off x="9227294" y="1906895"/>
            <a:ext cx="0" cy="1440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17998A5D-C810-4058-A690-93A45A4F39DE}"/>
              </a:ext>
            </a:extLst>
          </p:cNvPr>
          <p:cNvSpPr>
            <a:spLocks noGrp="1"/>
          </p:cNvSpPr>
          <p:nvPr>
            <p:ph type="sldNum" sz="quarter" idx="4294967295"/>
          </p:nvPr>
        </p:nvSpPr>
        <p:spPr>
          <a:xfrm>
            <a:off x="9448800" y="6356350"/>
            <a:ext cx="2743200" cy="365125"/>
          </a:xfrm>
        </p:spPr>
        <p:txBody>
          <a:bodyPr/>
          <a:lstStyle/>
          <a:p>
            <a:fld id="{7D1F73D0-75E4-E44C-9793-91CFC617ABC9}" type="slidenum">
              <a:rPr lang="en-US" smtClean="0"/>
              <a:t>39</a:t>
            </a:fld>
            <a:endParaRPr lang="en-US"/>
          </a:p>
        </p:txBody>
      </p:sp>
      <p:cxnSp>
        <p:nvCxnSpPr>
          <p:cNvPr id="63" name="Straight Connector 62">
            <a:extLst>
              <a:ext uri="{FF2B5EF4-FFF2-40B4-BE49-F238E27FC236}">
                <a16:creationId xmlns:a16="http://schemas.microsoft.com/office/drawing/2014/main" id="{2F78C142-1276-4B30-967D-3B62D47F3035}"/>
              </a:ext>
            </a:extLst>
          </p:cNvPr>
          <p:cNvCxnSpPr>
            <a:cxnSpLocks/>
            <a:stCxn id="24" idx="2"/>
            <a:endCxn id="61" idx="0"/>
          </p:cNvCxnSpPr>
          <p:nvPr/>
        </p:nvCxnSpPr>
        <p:spPr>
          <a:xfrm>
            <a:off x="7232106" y="2574831"/>
            <a:ext cx="8174" cy="888482"/>
          </a:xfrm>
          <a:prstGeom prst="line">
            <a:avLst/>
          </a:prstGeom>
          <a:ln>
            <a:prstDash val="solid"/>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D6540BE8-30EA-4104-BF7C-BB597A0DCF91}"/>
              </a:ext>
            </a:extLst>
          </p:cNvPr>
          <p:cNvCxnSpPr>
            <a:cxnSpLocks/>
          </p:cNvCxnSpPr>
          <p:nvPr/>
        </p:nvCxnSpPr>
        <p:spPr>
          <a:xfrm>
            <a:off x="2495600" y="2014069"/>
            <a:ext cx="0" cy="550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Rectangle: Rounded Corners 21">
            <a:extLst>
              <a:ext uri="{FF2B5EF4-FFF2-40B4-BE49-F238E27FC236}">
                <a16:creationId xmlns:a16="http://schemas.microsoft.com/office/drawing/2014/main" id="{F68E487B-3804-4847-B44F-081C28F7ABFE}"/>
              </a:ext>
            </a:extLst>
          </p:cNvPr>
          <p:cNvSpPr/>
          <p:nvPr/>
        </p:nvSpPr>
        <p:spPr>
          <a:xfrm>
            <a:off x="1775520" y="1733915"/>
            <a:ext cx="1440160" cy="360040"/>
          </a:xfrm>
          <a:prstGeom prst="round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err="1">
                <a:solidFill>
                  <a:schemeClr val="tx1"/>
                </a:solidFill>
                <a:latin typeface="Times New Roman" panose="02020603050405020304" pitchFamily="18" charset="0"/>
                <a:cs typeface="Times New Roman" panose="02020603050405020304" pitchFamily="18" charset="0"/>
              </a:rPr>
              <a:t>Giám</a:t>
            </a:r>
            <a:r>
              <a:rPr lang="en-US" sz="1300" b="1" dirty="0">
                <a:solidFill>
                  <a:schemeClr val="tx1"/>
                </a:solidFill>
                <a:latin typeface="Times New Roman" panose="02020603050405020304" pitchFamily="18" charset="0"/>
                <a:cs typeface="Times New Roman" panose="02020603050405020304" pitchFamily="18" charset="0"/>
              </a:rPr>
              <a:t> </a:t>
            </a:r>
            <a:r>
              <a:rPr lang="en-US" sz="1300" b="1" dirty="0" err="1">
                <a:solidFill>
                  <a:schemeClr val="tx1"/>
                </a:solidFill>
                <a:latin typeface="Times New Roman" panose="02020603050405020304" pitchFamily="18" charset="0"/>
                <a:cs typeface="Times New Roman" panose="02020603050405020304" pitchFamily="18" charset="0"/>
              </a:rPr>
              <a:t>sát</a:t>
            </a:r>
            <a:r>
              <a:rPr lang="en-US" sz="1300" b="1" dirty="0">
                <a:solidFill>
                  <a:schemeClr val="tx1"/>
                </a:solidFill>
                <a:latin typeface="Times New Roman" panose="02020603050405020304" pitchFamily="18" charset="0"/>
                <a:cs typeface="Times New Roman" panose="02020603050405020304" pitchFamily="18" charset="0"/>
              </a:rPr>
              <a:t> KĐN/DVK</a:t>
            </a:r>
          </a:p>
        </p:txBody>
      </p:sp>
      <p:cxnSp>
        <p:nvCxnSpPr>
          <p:cNvPr id="97" name="Straight Connector 96">
            <a:extLst>
              <a:ext uri="{FF2B5EF4-FFF2-40B4-BE49-F238E27FC236}">
                <a16:creationId xmlns:a16="http://schemas.microsoft.com/office/drawing/2014/main" id="{6B470949-4AC7-41FD-A5D6-DB33B5E5C050}"/>
              </a:ext>
            </a:extLst>
          </p:cNvPr>
          <p:cNvCxnSpPr>
            <a:cxnSpLocks/>
          </p:cNvCxnSpPr>
          <p:nvPr/>
        </p:nvCxnSpPr>
        <p:spPr>
          <a:xfrm>
            <a:off x="9608371" y="2536556"/>
            <a:ext cx="14366" cy="369314"/>
          </a:xfrm>
          <a:prstGeom prst="line">
            <a:avLst/>
          </a:prstGeom>
          <a:ln>
            <a:prstDash val="solid"/>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5D23B120-96CE-43C4-AC6F-28ABEC00EEBF}"/>
              </a:ext>
            </a:extLst>
          </p:cNvPr>
          <p:cNvCxnSpPr/>
          <p:nvPr/>
        </p:nvCxnSpPr>
        <p:spPr>
          <a:xfrm flipH="1">
            <a:off x="3313842" y="3209572"/>
            <a:ext cx="3918265" cy="0"/>
          </a:xfrm>
          <a:prstGeom prst="line">
            <a:avLst/>
          </a:prstGeom>
          <a:ln>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A66C8BC1-6B38-4246-83D9-1BC2831BAC8B}"/>
              </a:ext>
            </a:extLst>
          </p:cNvPr>
          <p:cNvCxnSpPr>
            <a:cxnSpLocks/>
          </p:cNvCxnSpPr>
          <p:nvPr/>
        </p:nvCxnSpPr>
        <p:spPr>
          <a:xfrm>
            <a:off x="5565854" y="2584609"/>
            <a:ext cx="8174" cy="624963"/>
          </a:xfrm>
          <a:prstGeom prst="line">
            <a:avLst/>
          </a:prstGeom>
          <a:ln>
            <a:prstDash val="solid"/>
          </a:ln>
        </p:spPr>
        <p:style>
          <a:lnRef idx="1">
            <a:schemeClr val="accent1"/>
          </a:lnRef>
          <a:fillRef idx="0">
            <a:schemeClr val="accent1"/>
          </a:fillRef>
          <a:effectRef idx="0">
            <a:schemeClr val="accent1"/>
          </a:effectRef>
          <a:fontRef idx="minor">
            <a:schemeClr val="tx1"/>
          </a:fontRef>
        </p:style>
      </p:cxnSp>
      <p:cxnSp>
        <p:nvCxnSpPr>
          <p:cNvPr id="85" name="Connector: Elbow 84">
            <a:extLst>
              <a:ext uri="{FF2B5EF4-FFF2-40B4-BE49-F238E27FC236}">
                <a16:creationId xmlns:a16="http://schemas.microsoft.com/office/drawing/2014/main" id="{CD068B47-A5D6-4C3D-98A6-D53E58B9C701}"/>
              </a:ext>
            </a:extLst>
          </p:cNvPr>
          <p:cNvCxnSpPr>
            <a:cxnSpLocks/>
            <a:stCxn id="26" idx="1"/>
          </p:cNvCxnSpPr>
          <p:nvPr/>
        </p:nvCxnSpPr>
        <p:spPr>
          <a:xfrm rot="10800000" flipV="1">
            <a:off x="5345542" y="2307579"/>
            <a:ext cx="3421721" cy="2865686"/>
          </a:xfrm>
          <a:prstGeom prst="bentConnector3">
            <a:avLst>
              <a:gd name="adj1" fmla="val 15032"/>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D7BEC09E-29A9-4FF2-8EEE-B2A6C4D7FCA2}"/>
              </a:ext>
            </a:extLst>
          </p:cNvPr>
          <p:cNvSpPr txBox="1"/>
          <p:nvPr/>
        </p:nvSpPr>
        <p:spPr>
          <a:xfrm>
            <a:off x="3016137" y="467321"/>
            <a:ext cx="7072149" cy="400110"/>
          </a:xfrm>
          <a:prstGeom prst="rect">
            <a:avLst/>
          </a:prstGeom>
          <a:noFill/>
        </p:spPr>
        <p:txBody>
          <a:bodyPr wrap="square" rtlCol="0">
            <a:spAutoFit/>
          </a:bodyPr>
          <a:lstStyle/>
          <a:p>
            <a:pPr algn="ctr" fontAlgn="base">
              <a:spcBef>
                <a:spcPct val="0"/>
              </a:spcBef>
              <a:spcAft>
                <a:spcPct val="0"/>
              </a:spcAft>
            </a:pPr>
            <a:r>
              <a:rPr lang="en-US" sz="2000" b="1" kern="0">
                <a:solidFill>
                  <a:schemeClr val="accent6">
                    <a:lumMod val="50000"/>
                  </a:schemeClr>
                </a:solidFill>
                <a:latin typeface="Times New Roman" pitchFamily="18" charset="0"/>
                <a:cs typeface="Times New Roman" pitchFamily="18" charset="0"/>
              </a:rPr>
              <a:t>2. CÔNG TÁC PHỐI HỢP</a:t>
            </a:r>
            <a:endParaRPr lang="en-US" sz="2000" b="1" dirty="0">
              <a:solidFill>
                <a:schemeClr val="accent6">
                  <a:lumMod val="50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24098586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FD789FA-DF2C-4271-84E1-9C114AF75C0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63352" y="2889634"/>
            <a:ext cx="3740257" cy="2492896"/>
          </a:xfrm>
          <a:prstGeom prst="rect">
            <a:avLst/>
          </a:prstGeom>
        </p:spPr>
      </p:pic>
      <p:pic>
        <p:nvPicPr>
          <p:cNvPr id="8" name="Picture 7">
            <a:extLst>
              <a:ext uri="{FF2B5EF4-FFF2-40B4-BE49-F238E27FC236}">
                <a16:creationId xmlns:a16="http://schemas.microsoft.com/office/drawing/2014/main" id="{832B70A2-C013-4F99-A2CB-C96FF06ED6C3}"/>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223792" y="2889633"/>
            <a:ext cx="3384376" cy="2492897"/>
          </a:xfrm>
          <a:prstGeom prst="rect">
            <a:avLst/>
          </a:prstGeom>
        </p:spPr>
      </p:pic>
      <p:pic>
        <p:nvPicPr>
          <p:cNvPr id="6" name="Picture 5">
            <a:extLst>
              <a:ext uri="{FF2B5EF4-FFF2-40B4-BE49-F238E27FC236}">
                <a16:creationId xmlns:a16="http://schemas.microsoft.com/office/drawing/2014/main" id="{8129BDA0-5640-4E8A-990D-D34277CA8E32}"/>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7828351" y="2889635"/>
            <a:ext cx="3312368" cy="2492896"/>
          </a:xfrm>
          <a:prstGeom prst="rect">
            <a:avLst/>
          </a:prstGeom>
        </p:spPr>
      </p:pic>
      <p:pic>
        <p:nvPicPr>
          <p:cNvPr id="2" name="Picture 1">
            <a:extLst>
              <a:ext uri="{FF2B5EF4-FFF2-40B4-BE49-F238E27FC236}">
                <a16:creationId xmlns:a16="http://schemas.microsoft.com/office/drawing/2014/main" id="{388D13A8-4A6B-5E21-1448-D98340CA105D}"/>
              </a:ext>
            </a:extLst>
          </p:cNvPr>
          <p:cNvPicPr>
            <a:picLocks noChangeAspect="1"/>
          </p:cNvPicPr>
          <p:nvPr/>
        </p:nvPicPr>
        <p:blipFill>
          <a:blip r:embed="rId6"/>
          <a:stretch>
            <a:fillRect/>
          </a:stretch>
        </p:blipFill>
        <p:spPr>
          <a:xfrm>
            <a:off x="9912424" y="80801"/>
            <a:ext cx="970375" cy="1008112"/>
          </a:xfrm>
          <a:prstGeom prst="rect">
            <a:avLst/>
          </a:prstGeom>
        </p:spPr>
      </p:pic>
      <p:sp>
        <p:nvSpPr>
          <p:cNvPr id="3" name="Slide Number Placeholder 2">
            <a:extLst>
              <a:ext uri="{FF2B5EF4-FFF2-40B4-BE49-F238E27FC236}">
                <a16:creationId xmlns:a16="http://schemas.microsoft.com/office/drawing/2014/main" id="{E1A15341-2391-4258-9E93-B1E741A97FE2}"/>
              </a:ext>
            </a:extLst>
          </p:cNvPr>
          <p:cNvSpPr>
            <a:spLocks noGrp="1"/>
          </p:cNvSpPr>
          <p:nvPr>
            <p:ph type="sldNum" sz="quarter" idx="4294967295"/>
          </p:nvPr>
        </p:nvSpPr>
        <p:spPr>
          <a:xfrm>
            <a:off x="9448800" y="6356350"/>
            <a:ext cx="2743200" cy="365125"/>
          </a:xfrm>
        </p:spPr>
        <p:txBody>
          <a:bodyPr/>
          <a:lstStyle/>
          <a:p>
            <a:fld id="{7D1F73D0-75E4-E44C-9793-91CFC617ABC9}" type="slidenum">
              <a:rPr lang="en-US" smtClean="0"/>
              <a:t>40</a:t>
            </a:fld>
            <a:endParaRPr lang="en-US"/>
          </a:p>
        </p:txBody>
      </p:sp>
      <p:sp>
        <p:nvSpPr>
          <p:cNvPr id="9" name="TextBox 8">
            <a:extLst>
              <a:ext uri="{FF2B5EF4-FFF2-40B4-BE49-F238E27FC236}">
                <a16:creationId xmlns:a16="http://schemas.microsoft.com/office/drawing/2014/main" id="{610A07AA-7ADA-40B9-95C5-3A463447BB19}"/>
              </a:ext>
            </a:extLst>
          </p:cNvPr>
          <p:cNvSpPr txBox="1"/>
          <p:nvPr/>
        </p:nvSpPr>
        <p:spPr>
          <a:xfrm>
            <a:off x="263352" y="1088913"/>
            <a:ext cx="10877367" cy="1461939"/>
          </a:xfrm>
          <a:prstGeom prst="rect">
            <a:avLst/>
          </a:prstGeom>
          <a:noFill/>
        </p:spPr>
        <p:txBody>
          <a:bodyPr wrap="square" rtlCol="0">
            <a:spAutoFit/>
          </a:bodyPr>
          <a:lstStyle/>
          <a:p>
            <a:pPr algn="ctr">
              <a:lnSpc>
                <a:spcPct val="150000"/>
              </a:lnSpc>
              <a:defRPr/>
            </a:pPr>
            <a:r>
              <a:rPr lang="en-US" sz="3600" b="1">
                <a:solidFill>
                  <a:schemeClr val="accent6">
                    <a:lumMod val="75000"/>
                  </a:schemeClr>
                </a:solidFill>
                <a:latin typeface="Times New Roman" panose="02020603050405020304" pitchFamily="18" charset="0"/>
                <a:cs typeface="Times New Roman" panose="02020603050405020304" pitchFamily="18" charset="0"/>
              </a:rPr>
              <a:t>PHẦN 4</a:t>
            </a:r>
          </a:p>
          <a:p>
            <a:pPr algn="ctr">
              <a:spcBef>
                <a:spcPts val="600"/>
              </a:spcBef>
              <a:spcAft>
                <a:spcPts val="600"/>
              </a:spcAft>
              <a:tabLst>
                <a:tab pos="974727" algn="l"/>
                <a:tab pos="1317627" algn="l"/>
                <a:tab pos="1376366" algn="l"/>
                <a:tab pos="1600202" algn="l"/>
              </a:tabLst>
            </a:pPr>
            <a:r>
              <a:rPr lang="en-US" sz="3000" b="1">
                <a:solidFill>
                  <a:schemeClr val="accent6">
                    <a:lumMod val="75000"/>
                  </a:schemeClr>
                </a:solidFill>
                <a:latin typeface="Times New Roman" panose="02020603050405020304" pitchFamily="18" charset="0"/>
                <a:cs typeface="Times New Roman" panose="02020603050405020304" pitchFamily="18" charset="0"/>
              </a:rPr>
              <a:t>TỒN TẠI VÀ GIẢI PHÁP</a:t>
            </a:r>
            <a:endParaRPr lang="en-US" sz="3000" b="1" dirty="0">
              <a:solidFill>
                <a:schemeClr val="accent6">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05808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584F83-2019-4931-8740-DCE8CBA0E63F}"/>
              </a:ext>
            </a:extLst>
          </p:cNvPr>
          <p:cNvSpPr txBox="1"/>
          <p:nvPr/>
        </p:nvSpPr>
        <p:spPr>
          <a:xfrm>
            <a:off x="3016137" y="467321"/>
            <a:ext cx="7072149" cy="400110"/>
          </a:xfrm>
          <a:prstGeom prst="rect">
            <a:avLst/>
          </a:prstGeom>
          <a:noFill/>
        </p:spPr>
        <p:txBody>
          <a:bodyPr wrap="square" rtlCol="0">
            <a:spAutoFit/>
          </a:bodyPr>
          <a:lstStyle/>
          <a:p>
            <a:pPr algn="ctr" fontAlgn="base">
              <a:spcBef>
                <a:spcPct val="0"/>
              </a:spcBef>
              <a:spcAft>
                <a:spcPct val="0"/>
              </a:spcAft>
            </a:pPr>
            <a:r>
              <a:rPr lang="en-US" sz="2000" b="1" kern="0">
                <a:solidFill>
                  <a:schemeClr val="accent6">
                    <a:lumMod val="50000"/>
                  </a:schemeClr>
                </a:solidFill>
                <a:latin typeface="Times New Roman" pitchFamily="18" charset="0"/>
                <a:cs typeface="Times New Roman" pitchFamily="18" charset="0"/>
              </a:rPr>
              <a:t>4. TỒN TẠI VÀ GIẢI PHÁP</a:t>
            </a:r>
            <a:endParaRPr lang="en-US" sz="2000" b="1" dirty="0">
              <a:solidFill>
                <a:schemeClr val="accent6">
                  <a:lumMod val="50000"/>
                </a:schemeClr>
              </a:solidFill>
              <a:latin typeface="Times New Roman" pitchFamily="18" charset="0"/>
              <a:cs typeface="Times New Roman" pitchFamily="18" charset="0"/>
            </a:endParaRPr>
          </a:p>
        </p:txBody>
      </p:sp>
      <p:sp>
        <p:nvSpPr>
          <p:cNvPr id="16" name="Rectangle 15">
            <a:extLst>
              <a:ext uri="{FF2B5EF4-FFF2-40B4-BE49-F238E27FC236}">
                <a16:creationId xmlns:a16="http://schemas.microsoft.com/office/drawing/2014/main" id="{D5C921DD-4EA4-4A1E-AD49-782B82D278D8}"/>
              </a:ext>
            </a:extLst>
          </p:cNvPr>
          <p:cNvSpPr/>
          <p:nvPr/>
        </p:nvSpPr>
        <p:spPr>
          <a:xfrm>
            <a:off x="2351584" y="867431"/>
            <a:ext cx="5897699" cy="369332"/>
          </a:xfrm>
          <a:prstGeom prst="rect">
            <a:avLst/>
          </a:prstGeom>
        </p:spPr>
        <p:txBody>
          <a:bodyPr wrap="square">
            <a:spAutoFit/>
          </a:bodyPr>
          <a:lstStyle/>
          <a:p>
            <a:pPr marL="285750" indent="-285750">
              <a:buFont typeface="Wingdings" panose="05000000000000000000" pitchFamily="2" charset="2"/>
              <a:buChar char="v"/>
            </a:pPr>
            <a:r>
              <a:rPr lang="en-US" b="1" dirty="0" err="1">
                <a:solidFill>
                  <a:schemeClr val="accent6">
                    <a:lumMod val="75000"/>
                  </a:schemeClr>
                </a:solidFill>
                <a:latin typeface="Times New Roman" panose="02020603050405020304" pitchFamily="18" charset="0"/>
                <a:cs typeface="Times New Roman" panose="02020603050405020304" pitchFamily="18" charset="0"/>
              </a:rPr>
              <a:t>Bài</a:t>
            </a:r>
            <a:r>
              <a:rPr lang="en-US" b="1" dirty="0">
                <a:solidFill>
                  <a:schemeClr val="accent6">
                    <a:lumMod val="75000"/>
                  </a:schemeClr>
                </a:solidFill>
                <a:latin typeface="Times New Roman" panose="02020603050405020304" pitchFamily="18" charset="0"/>
                <a:cs typeface="Times New Roman" panose="02020603050405020304" pitchFamily="18" charset="0"/>
              </a:rPr>
              <a:t> </a:t>
            </a:r>
            <a:r>
              <a:rPr lang="en-US" b="1" dirty="0" err="1">
                <a:solidFill>
                  <a:schemeClr val="accent6">
                    <a:lumMod val="75000"/>
                  </a:schemeClr>
                </a:solidFill>
                <a:latin typeface="Times New Roman" panose="02020603050405020304" pitchFamily="18" charset="0"/>
                <a:cs typeface="Times New Roman" panose="02020603050405020304" pitchFamily="18" charset="0"/>
              </a:rPr>
              <a:t>học</a:t>
            </a:r>
            <a:r>
              <a:rPr lang="en-US" b="1" dirty="0">
                <a:solidFill>
                  <a:schemeClr val="accent6">
                    <a:lumMod val="75000"/>
                  </a:schemeClr>
                </a:solidFill>
                <a:latin typeface="Times New Roman" panose="02020603050405020304" pitchFamily="18" charset="0"/>
                <a:cs typeface="Times New Roman" panose="02020603050405020304" pitchFamily="18" charset="0"/>
              </a:rPr>
              <a:t> </a:t>
            </a:r>
            <a:r>
              <a:rPr lang="en-US" b="1" dirty="0" err="1">
                <a:solidFill>
                  <a:schemeClr val="accent6">
                    <a:lumMod val="75000"/>
                  </a:schemeClr>
                </a:solidFill>
                <a:latin typeface="Times New Roman" panose="02020603050405020304" pitchFamily="18" charset="0"/>
                <a:cs typeface="Times New Roman" panose="02020603050405020304" pitchFamily="18" charset="0"/>
              </a:rPr>
              <a:t>kinh</a:t>
            </a:r>
            <a:r>
              <a:rPr lang="en-US" b="1" dirty="0">
                <a:solidFill>
                  <a:schemeClr val="accent6">
                    <a:lumMod val="75000"/>
                  </a:schemeClr>
                </a:solidFill>
                <a:latin typeface="Times New Roman" panose="02020603050405020304" pitchFamily="18" charset="0"/>
                <a:cs typeface="Times New Roman" panose="02020603050405020304" pitchFamily="18" charset="0"/>
              </a:rPr>
              <a:t> </a:t>
            </a:r>
            <a:r>
              <a:rPr lang="en-US" b="1" dirty="0" err="1">
                <a:solidFill>
                  <a:schemeClr val="accent6">
                    <a:lumMod val="75000"/>
                  </a:schemeClr>
                </a:solidFill>
                <a:latin typeface="Times New Roman" panose="02020603050405020304" pitchFamily="18" charset="0"/>
                <a:cs typeface="Times New Roman" panose="02020603050405020304" pitchFamily="18" charset="0"/>
              </a:rPr>
              <a:t>nghiệm</a:t>
            </a:r>
            <a:r>
              <a:rPr lang="en-US" b="1" dirty="0">
                <a:solidFill>
                  <a:schemeClr val="accent6">
                    <a:lumMod val="75000"/>
                  </a:schemeClr>
                </a:solidFill>
                <a:latin typeface="Times New Roman" panose="02020603050405020304" pitchFamily="18" charset="0"/>
                <a:cs typeface="Times New Roman" panose="02020603050405020304" pitchFamily="18" charset="0"/>
              </a:rPr>
              <a:t> </a:t>
            </a:r>
            <a:r>
              <a:rPr lang="en-US" b="1" dirty="0" err="1">
                <a:solidFill>
                  <a:schemeClr val="accent6">
                    <a:lumMod val="75000"/>
                  </a:schemeClr>
                </a:solidFill>
                <a:latin typeface="Times New Roman" panose="02020603050405020304" pitchFamily="18" charset="0"/>
                <a:cs typeface="Times New Roman" panose="02020603050405020304" pitchFamily="18" charset="0"/>
              </a:rPr>
              <a:t>năm</a:t>
            </a:r>
            <a:r>
              <a:rPr lang="en-US" b="1" dirty="0">
                <a:solidFill>
                  <a:schemeClr val="accent6">
                    <a:lumMod val="75000"/>
                  </a:schemeClr>
                </a:solidFill>
                <a:latin typeface="Times New Roman" panose="02020603050405020304" pitchFamily="18" charset="0"/>
                <a:cs typeface="Times New Roman" panose="02020603050405020304" pitchFamily="18" charset="0"/>
              </a:rPr>
              <a:t> 2025</a:t>
            </a:r>
          </a:p>
        </p:txBody>
      </p:sp>
      <p:graphicFrame>
        <p:nvGraphicFramePr>
          <p:cNvPr id="18" name="Table 17"/>
          <p:cNvGraphicFramePr>
            <a:graphicFrameLocks noGrp="1"/>
          </p:cNvGraphicFramePr>
          <p:nvPr>
            <p:extLst>
              <p:ext uri="{D42A27DB-BD31-4B8C-83A1-F6EECF244321}">
                <p14:modId xmlns:p14="http://schemas.microsoft.com/office/powerpoint/2010/main" val="79448968"/>
              </p:ext>
            </p:extLst>
          </p:nvPr>
        </p:nvGraphicFramePr>
        <p:xfrm>
          <a:off x="673696" y="1340768"/>
          <a:ext cx="11161240" cy="5184576"/>
        </p:xfrm>
        <a:graphic>
          <a:graphicData uri="http://schemas.openxmlformats.org/drawingml/2006/table">
            <a:tbl>
              <a:tblPr>
                <a:tableStyleId>{16D9F66E-5EB9-4882-86FB-DCBF35E3C3E4}</a:tableStyleId>
              </a:tblPr>
              <a:tblGrid>
                <a:gridCol w="1893912">
                  <a:extLst>
                    <a:ext uri="{9D8B030D-6E8A-4147-A177-3AD203B41FA5}">
                      <a16:colId xmlns:a16="http://schemas.microsoft.com/office/drawing/2014/main" val="3051556065"/>
                    </a:ext>
                  </a:extLst>
                </a:gridCol>
                <a:gridCol w="4087929">
                  <a:extLst>
                    <a:ext uri="{9D8B030D-6E8A-4147-A177-3AD203B41FA5}">
                      <a16:colId xmlns:a16="http://schemas.microsoft.com/office/drawing/2014/main" val="4261540856"/>
                    </a:ext>
                  </a:extLst>
                </a:gridCol>
                <a:gridCol w="5179399">
                  <a:extLst>
                    <a:ext uri="{9D8B030D-6E8A-4147-A177-3AD203B41FA5}">
                      <a16:colId xmlns:a16="http://schemas.microsoft.com/office/drawing/2014/main" val="1408751460"/>
                    </a:ext>
                  </a:extLst>
                </a:gridCol>
              </a:tblGrid>
              <a:tr h="294027">
                <a:tc>
                  <a:txBody>
                    <a:bodyPr/>
                    <a:lstStyle/>
                    <a:p>
                      <a:pPr algn="ctr" fontAlgn="ctr"/>
                      <a:r>
                        <a:rPr lang="en-US" sz="1300" b="1" u="none" strike="noStrike" dirty="0" err="1">
                          <a:effectLst/>
                          <a:latin typeface="Times New Roman" panose="02020603050405020304" pitchFamily="18" charset="0"/>
                          <a:cs typeface="Times New Roman" panose="02020603050405020304" pitchFamily="18" charset="0"/>
                        </a:rPr>
                        <a:t>Tồn</a:t>
                      </a:r>
                      <a:r>
                        <a:rPr lang="en-US" sz="1300" b="1" u="none" strike="noStrike" dirty="0">
                          <a:effectLst/>
                          <a:latin typeface="Times New Roman" panose="02020603050405020304" pitchFamily="18" charset="0"/>
                          <a:cs typeface="Times New Roman" panose="02020603050405020304" pitchFamily="18" charset="0"/>
                        </a:rPr>
                        <a:t> </a:t>
                      </a:r>
                      <a:r>
                        <a:rPr lang="en-US" sz="1300" b="1" u="none" strike="noStrike" dirty="0" err="1">
                          <a:effectLst/>
                          <a:latin typeface="Times New Roman" panose="02020603050405020304" pitchFamily="18" charset="0"/>
                          <a:cs typeface="Times New Roman" panose="02020603050405020304" pitchFamily="18" charset="0"/>
                        </a:rPr>
                        <a:t>tại</a:t>
                      </a:r>
                      <a:endParaRPr lang="en-US" sz="13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4366" marR="4366" marT="4366" marB="0" anchor="ctr"/>
                </a:tc>
                <a:tc>
                  <a:txBody>
                    <a:bodyPr/>
                    <a:lstStyle/>
                    <a:p>
                      <a:pPr algn="ctr" fontAlgn="ctr"/>
                      <a:r>
                        <a:rPr lang="en-US" sz="1300" b="1" u="none" strike="noStrike" dirty="0" err="1">
                          <a:effectLst/>
                          <a:latin typeface="Times New Roman" panose="02020603050405020304" pitchFamily="18" charset="0"/>
                          <a:cs typeface="Times New Roman" panose="02020603050405020304" pitchFamily="18" charset="0"/>
                        </a:rPr>
                        <a:t>Mô</a:t>
                      </a:r>
                      <a:r>
                        <a:rPr lang="en-US" sz="1300" b="1" u="none" strike="noStrike" dirty="0">
                          <a:effectLst/>
                          <a:latin typeface="Times New Roman" panose="02020603050405020304" pitchFamily="18" charset="0"/>
                          <a:cs typeface="Times New Roman" panose="02020603050405020304" pitchFamily="18" charset="0"/>
                        </a:rPr>
                        <a:t> </a:t>
                      </a:r>
                      <a:r>
                        <a:rPr lang="en-US" sz="1300" b="1" u="none" strike="noStrike" dirty="0" err="1">
                          <a:effectLst/>
                          <a:latin typeface="Times New Roman" panose="02020603050405020304" pitchFamily="18" charset="0"/>
                          <a:cs typeface="Times New Roman" panose="02020603050405020304" pitchFamily="18" charset="0"/>
                        </a:rPr>
                        <a:t>tả</a:t>
                      </a:r>
                      <a:r>
                        <a:rPr lang="en-US" sz="1300" b="1" u="none" strike="noStrike" dirty="0">
                          <a:effectLst/>
                          <a:latin typeface="Times New Roman" panose="02020603050405020304" pitchFamily="18" charset="0"/>
                          <a:cs typeface="Times New Roman" panose="02020603050405020304" pitchFamily="18" charset="0"/>
                        </a:rPr>
                        <a:t> chi </a:t>
                      </a:r>
                      <a:r>
                        <a:rPr lang="en-US" sz="1300" b="1" u="none" strike="noStrike" dirty="0" err="1">
                          <a:effectLst/>
                          <a:latin typeface="Times New Roman" panose="02020603050405020304" pitchFamily="18" charset="0"/>
                          <a:cs typeface="Times New Roman" panose="02020603050405020304" pitchFamily="18" charset="0"/>
                        </a:rPr>
                        <a:t>tiết</a:t>
                      </a:r>
                      <a:r>
                        <a:rPr lang="en-US" sz="1300" b="1" u="none" strike="noStrike" dirty="0">
                          <a:effectLst/>
                          <a:latin typeface="Times New Roman" panose="02020603050405020304" pitchFamily="18" charset="0"/>
                          <a:cs typeface="Times New Roman" panose="02020603050405020304" pitchFamily="18" charset="0"/>
                        </a:rPr>
                        <a:t> </a:t>
                      </a:r>
                      <a:r>
                        <a:rPr lang="en-US" sz="1300" b="1" u="none" strike="noStrike" dirty="0" err="1">
                          <a:effectLst/>
                          <a:latin typeface="Times New Roman" panose="02020603050405020304" pitchFamily="18" charset="0"/>
                          <a:cs typeface="Times New Roman" panose="02020603050405020304" pitchFamily="18" charset="0"/>
                        </a:rPr>
                        <a:t>tồn</a:t>
                      </a:r>
                      <a:r>
                        <a:rPr lang="en-US" sz="1300" b="1" u="none" strike="noStrike" dirty="0">
                          <a:effectLst/>
                          <a:latin typeface="Times New Roman" panose="02020603050405020304" pitchFamily="18" charset="0"/>
                          <a:cs typeface="Times New Roman" panose="02020603050405020304" pitchFamily="18" charset="0"/>
                        </a:rPr>
                        <a:t> </a:t>
                      </a:r>
                      <a:r>
                        <a:rPr lang="en-US" sz="1300" b="1" u="none" strike="noStrike" dirty="0" err="1">
                          <a:effectLst/>
                          <a:latin typeface="Times New Roman" panose="02020603050405020304" pitchFamily="18" charset="0"/>
                          <a:cs typeface="Times New Roman" panose="02020603050405020304" pitchFamily="18" charset="0"/>
                        </a:rPr>
                        <a:t>tại</a:t>
                      </a:r>
                      <a:endParaRPr lang="en-US" sz="13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4366" marR="4366" marT="4366" marB="0" anchor="ctr"/>
                </a:tc>
                <a:tc>
                  <a:txBody>
                    <a:bodyPr/>
                    <a:lstStyle/>
                    <a:p>
                      <a:pPr algn="ctr" fontAlgn="ctr"/>
                      <a:r>
                        <a:rPr lang="en-US" sz="1300" b="1" u="none" strike="noStrike" dirty="0" err="1">
                          <a:effectLst/>
                          <a:latin typeface="Times New Roman" panose="02020603050405020304" pitchFamily="18" charset="0"/>
                          <a:cs typeface="Times New Roman" panose="02020603050405020304" pitchFamily="18" charset="0"/>
                        </a:rPr>
                        <a:t>Đề</a:t>
                      </a:r>
                      <a:r>
                        <a:rPr lang="en-US" sz="1300" b="1" u="none" strike="noStrike" dirty="0">
                          <a:effectLst/>
                          <a:latin typeface="Times New Roman" panose="02020603050405020304" pitchFamily="18" charset="0"/>
                          <a:cs typeface="Times New Roman" panose="02020603050405020304" pitchFamily="18" charset="0"/>
                        </a:rPr>
                        <a:t> </a:t>
                      </a:r>
                      <a:r>
                        <a:rPr lang="en-US" sz="1300" b="1" u="none" strike="noStrike" dirty="0" err="1">
                          <a:effectLst/>
                          <a:latin typeface="Times New Roman" panose="02020603050405020304" pitchFamily="18" charset="0"/>
                          <a:cs typeface="Times New Roman" panose="02020603050405020304" pitchFamily="18" charset="0"/>
                        </a:rPr>
                        <a:t>xuất</a:t>
                      </a:r>
                      <a:r>
                        <a:rPr lang="en-US" sz="1300" b="1" u="none" strike="noStrike" dirty="0">
                          <a:effectLst/>
                          <a:latin typeface="Times New Roman" panose="02020603050405020304" pitchFamily="18" charset="0"/>
                          <a:cs typeface="Times New Roman" panose="02020603050405020304" pitchFamily="18" charset="0"/>
                        </a:rPr>
                        <a:t> </a:t>
                      </a:r>
                      <a:r>
                        <a:rPr lang="en-US" sz="1300" b="1" u="none" strike="noStrike" dirty="0" err="1">
                          <a:effectLst/>
                          <a:latin typeface="Times New Roman" panose="02020603050405020304" pitchFamily="18" charset="0"/>
                          <a:cs typeface="Times New Roman" panose="02020603050405020304" pitchFamily="18" charset="0"/>
                        </a:rPr>
                        <a:t>giải</a:t>
                      </a:r>
                      <a:r>
                        <a:rPr lang="en-US" sz="1300" b="1" u="none" strike="noStrike" dirty="0">
                          <a:effectLst/>
                          <a:latin typeface="Times New Roman" panose="02020603050405020304" pitchFamily="18" charset="0"/>
                          <a:cs typeface="Times New Roman" panose="02020603050405020304" pitchFamily="18" charset="0"/>
                        </a:rPr>
                        <a:t> </a:t>
                      </a:r>
                      <a:r>
                        <a:rPr lang="en-US" sz="1300" b="1" u="none" strike="noStrike" dirty="0" err="1">
                          <a:effectLst/>
                          <a:latin typeface="Times New Roman" panose="02020603050405020304" pitchFamily="18" charset="0"/>
                          <a:cs typeface="Times New Roman" panose="02020603050405020304" pitchFamily="18" charset="0"/>
                        </a:rPr>
                        <a:t>pháp</a:t>
                      </a:r>
                      <a:endParaRPr lang="en-US" sz="13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4366" marR="4366" marT="4366" marB="0" anchor="ctr"/>
                </a:tc>
                <a:extLst>
                  <a:ext uri="{0D108BD9-81ED-4DB2-BD59-A6C34878D82A}">
                    <a16:rowId xmlns:a16="http://schemas.microsoft.com/office/drawing/2014/main" val="1913065981"/>
                  </a:ext>
                </a:extLst>
              </a:tr>
              <a:tr h="1420161">
                <a:tc>
                  <a:txBody>
                    <a:bodyPr/>
                    <a:lstStyle/>
                    <a:p>
                      <a:pPr algn="l" fontAlgn="ctr"/>
                      <a:r>
                        <a:rPr lang="en-US" sz="1300" u="none" strike="noStrike" dirty="0" err="1">
                          <a:effectLst/>
                          <a:latin typeface="Times New Roman" panose="02020603050405020304" pitchFamily="18" charset="0"/>
                          <a:cs typeface="Times New Roman" panose="02020603050405020304" pitchFamily="18" charset="0"/>
                        </a:rPr>
                        <a:t>Công</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tác</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phối</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hợp</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thảo</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luận</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công</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việc</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hàng</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ngày</a:t>
                      </a:r>
                      <a:br>
                        <a:rPr lang="en-US" sz="1300" u="none" strike="noStrike" dirty="0">
                          <a:effectLst/>
                          <a:latin typeface="Times New Roman" panose="02020603050405020304" pitchFamily="18" charset="0"/>
                          <a:cs typeface="Times New Roman" panose="02020603050405020304" pitchFamily="18" charset="0"/>
                        </a:rPr>
                      </a:br>
                      <a:endParaRPr lang="en-US" sz="13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366" marR="4366" marT="4366" marB="0" anchor="ctr"/>
                </a:tc>
                <a:tc>
                  <a:txBody>
                    <a:bodyPr/>
                    <a:lstStyle/>
                    <a:p>
                      <a:pPr algn="l" fontAlgn="ctr">
                        <a:buClr>
                          <a:srgbClr val="000000"/>
                        </a:buClr>
                        <a:buSzPts val="1100"/>
                        <a:buFont typeface="Calibri" panose="020F0502020204030204" pitchFamily="34" charset="0"/>
                        <a:buNone/>
                      </a:pPr>
                      <a:r>
                        <a:rPr lang="vi-VN" sz="1300" b="0" i="0" u="none" strike="noStrike" dirty="0">
                          <a:solidFill>
                            <a:srgbClr val="000000"/>
                          </a:solidFill>
                          <a:effectLst/>
                          <a:latin typeface="Times New Roman" panose="02020603050405020304" pitchFamily="18" charset="0"/>
                          <a:cs typeface="Times New Roman" panose="02020603050405020304" pitchFamily="18" charset="0"/>
                        </a:rPr>
                        <a:t>Chưa bố trí cuộc họp nhanh giữa đại diện các bên hàng ngày để phổ biến, rà soát công việc, các tồn tại</a:t>
                      </a:r>
                      <a:r>
                        <a:rPr lang="en-US" sz="13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300" b="0" i="0" u="none" strike="noStrike" dirty="0" err="1">
                          <a:solidFill>
                            <a:srgbClr val="000000"/>
                          </a:solidFill>
                          <a:effectLst/>
                          <a:latin typeface="Times New Roman" panose="02020603050405020304" pitchFamily="18" charset="0"/>
                          <a:cs typeface="Times New Roman" panose="02020603050405020304" pitchFamily="18" charset="0"/>
                        </a:rPr>
                        <a:t>và</a:t>
                      </a:r>
                      <a:r>
                        <a:rPr lang="en-US" sz="1300" b="0" i="0" u="none" strike="noStrike" baseline="0" dirty="0">
                          <a:solidFill>
                            <a:srgbClr val="000000"/>
                          </a:solidFill>
                          <a:effectLst/>
                          <a:latin typeface="Times New Roman" panose="02020603050405020304" pitchFamily="18" charset="0"/>
                          <a:cs typeface="Times New Roman" panose="02020603050405020304" pitchFamily="18" charset="0"/>
                        </a:rPr>
                        <a:t> </a:t>
                      </a:r>
                      <a:r>
                        <a:rPr lang="en-US" sz="1300" b="0" i="0" u="none" strike="noStrike" baseline="0" dirty="0" err="1">
                          <a:solidFill>
                            <a:srgbClr val="000000"/>
                          </a:solidFill>
                          <a:effectLst/>
                          <a:latin typeface="Times New Roman" panose="02020603050405020304" pitchFamily="18" charset="0"/>
                          <a:cs typeface="Times New Roman" panose="02020603050405020304" pitchFamily="18" charset="0"/>
                        </a:rPr>
                        <a:t>đề</a:t>
                      </a:r>
                      <a:r>
                        <a:rPr lang="en-US" sz="1300" b="0" i="0" u="none" strike="noStrike" baseline="0" dirty="0">
                          <a:solidFill>
                            <a:srgbClr val="000000"/>
                          </a:solidFill>
                          <a:effectLst/>
                          <a:latin typeface="Times New Roman" panose="02020603050405020304" pitchFamily="18" charset="0"/>
                          <a:cs typeface="Times New Roman" panose="02020603050405020304" pitchFamily="18" charset="0"/>
                        </a:rPr>
                        <a:t> </a:t>
                      </a:r>
                      <a:r>
                        <a:rPr lang="en-US" sz="1300" b="0" i="0" u="none" strike="noStrike" baseline="0" dirty="0" err="1">
                          <a:solidFill>
                            <a:srgbClr val="000000"/>
                          </a:solidFill>
                          <a:effectLst/>
                          <a:latin typeface="Times New Roman" panose="02020603050405020304" pitchFamily="18" charset="0"/>
                          <a:cs typeface="Times New Roman" panose="02020603050405020304" pitchFamily="18" charset="0"/>
                        </a:rPr>
                        <a:t>xuất</a:t>
                      </a:r>
                      <a:r>
                        <a:rPr lang="en-US" sz="1300" b="0" i="0" u="none" strike="noStrike" baseline="0" dirty="0">
                          <a:solidFill>
                            <a:srgbClr val="000000"/>
                          </a:solidFill>
                          <a:effectLst/>
                          <a:latin typeface="Times New Roman" panose="02020603050405020304" pitchFamily="18" charset="0"/>
                          <a:cs typeface="Times New Roman" panose="02020603050405020304" pitchFamily="18" charset="0"/>
                        </a:rPr>
                        <a:t> </a:t>
                      </a:r>
                      <a:r>
                        <a:rPr lang="en-US" sz="1300" b="0" i="0" u="none" strike="noStrike" baseline="0" dirty="0" err="1">
                          <a:solidFill>
                            <a:srgbClr val="000000"/>
                          </a:solidFill>
                          <a:effectLst/>
                          <a:latin typeface="Times New Roman" panose="02020603050405020304" pitchFamily="18" charset="0"/>
                          <a:cs typeface="Times New Roman" panose="02020603050405020304" pitchFamily="18" charset="0"/>
                        </a:rPr>
                        <a:t>giải</a:t>
                      </a:r>
                      <a:r>
                        <a:rPr lang="en-US" sz="1300" b="0" i="0" u="none" strike="noStrike" baseline="0" dirty="0">
                          <a:solidFill>
                            <a:srgbClr val="000000"/>
                          </a:solidFill>
                          <a:effectLst/>
                          <a:latin typeface="Times New Roman" panose="02020603050405020304" pitchFamily="18" charset="0"/>
                          <a:cs typeface="Times New Roman" panose="02020603050405020304" pitchFamily="18" charset="0"/>
                        </a:rPr>
                        <a:t> </a:t>
                      </a:r>
                      <a:r>
                        <a:rPr lang="en-US" sz="1300" b="0" i="0" u="none" strike="noStrike" baseline="0" dirty="0" err="1">
                          <a:solidFill>
                            <a:srgbClr val="000000"/>
                          </a:solidFill>
                          <a:effectLst/>
                          <a:latin typeface="Times New Roman" panose="02020603050405020304" pitchFamily="18" charset="0"/>
                          <a:cs typeface="Times New Roman" panose="02020603050405020304" pitchFamily="18" charset="0"/>
                        </a:rPr>
                        <a:t>pháp</a:t>
                      </a:r>
                      <a:endParaRPr lang="en-US" sz="13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366" marR="4366" marT="4366" marB="0" anchor="ctr"/>
                </a:tc>
                <a:tc>
                  <a:txBody>
                    <a:bodyPr/>
                    <a:lstStyle/>
                    <a:p>
                      <a:pPr algn="l" fontAlgn="ctr">
                        <a:buClr>
                          <a:srgbClr val="000000"/>
                        </a:buClr>
                        <a:buSzPts val="1100"/>
                        <a:buFont typeface="Calibri" panose="020F0502020204030204" pitchFamily="34" charset="0"/>
                        <a:buNone/>
                      </a:pPr>
                      <a:r>
                        <a:rPr lang="vi-VN" sz="1300" b="0" i="0" u="none" strike="noStrike" dirty="0">
                          <a:solidFill>
                            <a:srgbClr val="000000"/>
                          </a:solidFill>
                          <a:effectLst/>
                          <a:latin typeface="Times New Roman" panose="02020603050405020304" pitchFamily="18" charset="0"/>
                          <a:cs typeface="Times New Roman" panose="02020603050405020304" pitchFamily="18" charset="0"/>
                        </a:rPr>
                        <a:t>Giàn tổ chức họp nhanh vào cuối ngày để rà soát công việc đã hoàn thành và thảo luận kế hoạch công việc 24h tiếp theo.</a:t>
                      </a:r>
                    </a:p>
                    <a:p>
                      <a:pPr algn="l" fontAlgn="ctr">
                        <a:buClr>
                          <a:srgbClr val="000000"/>
                        </a:buClr>
                        <a:buSzPts val="1100"/>
                        <a:buFont typeface="Calibri" panose="020F0502020204030204" pitchFamily="34" charset="0"/>
                        <a:buNone/>
                      </a:pPr>
                      <a:r>
                        <a:rPr lang="en-US" sz="1300" b="0" i="0" u="none" strike="noStrike" dirty="0" err="1">
                          <a:solidFill>
                            <a:srgbClr val="000000"/>
                          </a:solidFill>
                          <a:effectLst/>
                          <a:latin typeface="Times New Roman" panose="02020603050405020304" pitchFamily="18" charset="0"/>
                          <a:cs typeface="Times New Roman" panose="02020603050405020304" pitchFamily="18" charset="0"/>
                        </a:rPr>
                        <a:t>Mỗi</a:t>
                      </a:r>
                      <a:r>
                        <a:rPr lang="en-US" sz="1300" b="0" i="0" u="none" strike="noStrike" baseline="0" dirty="0">
                          <a:solidFill>
                            <a:srgbClr val="000000"/>
                          </a:solidFill>
                          <a:effectLst/>
                          <a:latin typeface="Times New Roman" panose="02020603050405020304" pitchFamily="18" charset="0"/>
                          <a:cs typeface="Times New Roman" panose="02020603050405020304" pitchFamily="18" charset="0"/>
                        </a:rPr>
                        <a:t> </a:t>
                      </a:r>
                      <a:r>
                        <a:rPr lang="en-US" sz="1300" b="0" i="0" u="none" strike="noStrike" baseline="0" dirty="0" err="1">
                          <a:solidFill>
                            <a:srgbClr val="000000"/>
                          </a:solidFill>
                          <a:effectLst/>
                          <a:latin typeface="Times New Roman" panose="02020603050405020304" pitchFamily="18" charset="0"/>
                          <a:cs typeface="Times New Roman" panose="02020603050405020304" pitchFamily="18" charset="0"/>
                        </a:rPr>
                        <a:t>bên</a:t>
                      </a:r>
                      <a:r>
                        <a:rPr lang="en-US" sz="1300" b="0" i="0" u="none" strike="noStrike" baseline="0" dirty="0">
                          <a:solidFill>
                            <a:srgbClr val="000000"/>
                          </a:solidFill>
                          <a:effectLst/>
                          <a:latin typeface="Times New Roman" panose="02020603050405020304" pitchFamily="18" charset="0"/>
                          <a:cs typeface="Times New Roman" panose="02020603050405020304" pitchFamily="18" charset="0"/>
                        </a:rPr>
                        <a:t> </a:t>
                      </a:r>
                      <a:r>
                        <a:rPr lang="vi-VN" sz="1300" b="0" i="0" u="none" strike="noStrike" dirty="0">
                          <a:solidFill>
                            <a:srgbClr val="000000"/>
                          </a:solidFill>
                          <a:effectLst/>
                          <a:latin typeface="Times New Roman" panose="02020603050405020304" pitchFamily="18" charset="0"/>
                          <a:cs typeface="Times New Roman" panose="02020603050405020304" pitchFamily="18" charset="0"/>
                        </a:rPr>
                        <a:t>thống nhất bổ nhiệm </a:t>
                      </a:r>
                      <a:r>
                        <a:rPr lang="en-US" sz="1300" b="0" i="0" u="none" strike="noStrike" dirty="0">
                          <a:solidFill>
                            <a:srgbClr val="000000"/>
                          </a:solidFill>
                          <a:effectLst/>
                          <a:latin typeface="Times New Roman" panose="02020603050405020304" pitchFamily="18" charset="0"/>
                          <a:cs typeface="Times New Roman" panose="02020603050405020304" pitchFamily="18" charset="0"/>
                        </a:rPr>
                        <a:t>1 </a:t>
                      </a:r>
                      <a:r>
                        <a:rPr lang="vi-VN" sz="1300" b="0" i="0" u="none" strike="noStrike" dirty="0">
                          <a:solidFill>
                            <a:srgbClr val="000000"/>
                          </a:solidFill>
                          <a:effectLst/>
                          <a:latin typeface="Times New Roman" panose="02020603050405020304" pitchFamily="18" charset="0"/>
                          <a:cs typeface="Times New Roman" panose="02020603050405020304" pitchFamily="18" charset="0"/>
                        </a:rPr>
                        <a:t>điều phối công việc ngoài site để làm đầu mối truyền đạt các thông tin quan trọng.</a:t>
                      </a:r>
                    </a:p>
                    <a:p>
                      <a:pPr algn="l" fontAlgn="ctr">
                        <a:buClr>
                          <a:srgbClr val="000000"/>
                        </a:buClr>
                        <a:buSzPts val="1100"/>
                        <a:buFont typeface="Calibri" panose="020F0502020204030204" pitchFamily="34" charset="0"/>
                        <a:buNone/>
                      </a:pPr>
                      <a:r>
                        <a:rPr lang="vi-VN" sz="1300" b="0" i="0" u="none" strike="noStrike" dirty="0">
                          <a:solidFill>
                            <a:srgbClr val="000000"/>
                          </a:solidFill>
                          <a:effectLst/>
                          <a:latin typeface="Times New Roman" panose="02020603050405020304" pitchFamily="18" charset="0"/>
                          <a:cs typeface="Times New Roman" panose="02020603050405020304" pitchFamily="18" charset="0"/>
                        </a:rPr>
                        <a:t>Hoạt động phun mưa test chức năng ảnh hưởng đến nhiều hạng mục công việc cần được cập nhật cụ thể kế hoạch thực hiện trong cuộc họp ngày hôm trước để các nhóm chủ động sắp xếp.</a:t>
                      </a:r>
                      <a:endParaRPr lang="en-US" sz="13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366" marR="4366" marT="4366" marB="0" anchor="ctr"/>
                </a:tc>
                <a:extLst>
                  <a:ext uri="{0D108BD9-81ED-4DB2-BD59-A6C34878D82A}">
                    <a16:rowId xmlns:a16="http://schemas.microsoft.com/office/drawing/2014/main" val="1319556315"/>
                  </a:ext>
                </a:extLst>
              </a:tr>
              <a:tr h="611187">
                <a:tc>
                  <a:txBody>
                    <a:bodyPr/>
                    <a:lstStyle/>
                    <a:p>
                      <a:pPr algn="l" fontAlgn="ctr"/>
                      <a:r>
                        <a:rPr lang="en-US" sz="1300" u="none" strike="noStrike">
                          <a:effectLst/>
                          <a:latin typeface="Times New Roman" panose="02020603050405020304" pitchFamily="18" charset="0"/>
                          <a:cs typeface="Times New Roman" panose="02020603050405020304" pitchFamily="18" charset="0"/>
                        </a:rPr>
                        <a:t>Thời gian cấp phép</a:t>
                      </a:r>
                      <a:endParaRPr lang="en-US" sz="1300" b="0" i="0" u="none" strike="noStrike">
                        <a:solidFill>
                          <a:srgbClr val="000000"/>
                        </a:solidFill>
                        <a:effectLst/>
                        <a:latin typeface="Times New Roman" panose="02020603050405020304" pitchFamily="18" charset="0"/>
                        <a:cs typeface="Times New Roman" panose="02020603050405020304" pitchFamily="18" charset="0"/>
                      </a:endParaRPr>
                    </a:p>
                  </a:txBody>
                  <a:tcPr marL="4366" marR="4366" marT="4366" marB="0" anchor="ctr"/>
                </a:tc>
                <a:tc>
                  <a:txBody>
                    <a:bodyPr/>
                    <a:lstStyle/>
                    <a:p>
                      <a:pPr algn="l" fontAlgn="ctr"/>
                      <a:r>
                        <a:rPr lang="vi-VN" sz="1300" u="none" strike="noStrike" dirty="0">
                          <a:effectLst/>
                          <a:latin typeface="Times New Roman" panose="02020603050405020304" pitchFamily="18" charset="0"/>
                          <a:cs typeface="Times New Roman" panose="02020603050405020304" pitchFamily="18" charset="0"/>
                        </a:rPr>
                        <a:t>Thủ tục cấp phép gây ùn tắc đầu giờ, ảnh hưởng năng suất và tiến độ công việc</a:t>
                      </a:r>
                      <a:endParaRPr lang="vi-VN" sz="13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366" marR="4366" marT="4366" marB="0" anchor="ctr"/>
                </a:tc>
                <a:tc>
                  <a:txBody>
                    <a:bodyPr/>
                    <a:lstStyle/>
                    <a:p>
                      <a:pPr algn="l" fontAlgn="ctr"/>
                      <a:r>
                        <a:rPr lang="vi-VN" sz="1300" u="none" strike="noStrike">
                          <a:effectLst/>
                          <a:latin typeface="Times New Roman" panose="02020603050405020304" pitchFamily="18" charset="0"/>
                          <a:cs typeface="Times New Roman" panose="02020603050405020304" pitchFamily="18" charset="0"/>
                        </a:rPr>
                        <a:t>Chuẩn bị kỹ giấy tờ trước (PTW, JSA, SIMOPS…)</a:t>
                      </a:r>
                      <a:br>
                        <a:rPr lang="vi-VN" sz="1300" u="none" strike="noStrike">
                          <a:effectLst/>
                          <a:latin typeface="Times New Roman" panose="02020603050405020304" pitchFamily="18" charset="0"/>
                          <a:cs typeface="Times New Roman" panose="02020603050405020304" pitchFamily="18" charset="0"/>
                        </a:rPr>
                      </a:br>
                      <a:r>
                        <a:rPr lang="vi-VN" sz="1300" u="none" strike="noStrike">
                          <a:effectLst/>
                          <a:latin typeface="Times New Roman" panose="02020603050405020304" pitchFamily="18" charset="0"/>
                          <a:cs typeface="Times New Roman" panose="02020603050405020304" pitchFamily="18" charset="0"/>
                        </a:rPr>
                        <a:t>Ưu tiên cấp phép cho các công việc trong đường gant, công việc có tiến độ dài ngày</a:t>
                      </a:r>
                      <a:endParaRPr lang="vi-VN" sz="1300" b="0" i="0" u="none" strike="noStrike">
                        <a:solidFill>
                          <a:srgbClr val="000000"/>
                        </a:solidFill>
                        <a:effectLst/>
                        <a:latin typeface="Times New Roman" panose="02020603050405020304" pitchFamily="18" charset="0"/>
                        <a:cs typeface="Times New Roman" panose="02020603050405020304" pitchFamily="18" charset="0"/>
                      </a:endParaRPr>
                    </a:p>
                  </a:txBody>
                  <a:tcPr marL="4366" marR="4366" marT="4366" marB="0" anchor="ctr"/>
                </a:tc>
                <a:extLst>
                  <a:ext uri="{0D108BD9-81ED-4DB2-BD59-A6C34878D82A}">
                    <a16:rowId xmlns:a16="http://schemas.microsoft.com/office/drawing/2014/main" val="854236189"/>
                  </a:ext>
                </a:extLst>
              </a:tr>
              <a:tr h="611187">
                <a:tc>
                  <a:txBody>
                    <a:bodyPr/>
                    <a:lstStyle/>
                    <a:p>
                      <a:pPr algn="l" fontAlgn="ctr"/>
                      <a:r>
                        <a:rPr lang="en-US" sz="1300" u="none" strike="noStrike">
                          <a:effectLst/>
                          <a:latin typeface="Times New Roman" panose="02020603050405020304" pitchFamily="18" charset="0"/>
                          <a:cs typeface="Times New Roman" panose="02020603050405020304" pitchFamily="18" charset="0"/>
                        </a:rPr>
                        <a:t>Một số công việc BDSC đột xuất không có trong kế hoạch</a:t>
                      </a:r>
                      <a:endParaRPr lang="en-US" sz="1300" b="0" i="0" u="none" strike="noStrike">
                        <a:solidFill>
                          <a:srgbClr val="000000"/>
                        </a:solidFill>
                        <a:effectLst/>
                        <a:latin typeface="Times New Roman" panose="02020603050405020304" pitchFamily="18" charset="0"/>
                        <a:cs typeface="Times New Roman" panose="02020603050405020304" pitchFamily="18" charset="0"/>
                      </a:endParaRPr>
                    </a:p>
                  </a:txBody>
                  <a:tcPr marL="4366" marR="4366" marT="4366" marB="0" anchor="ctr"/>
                </a:tc>
                <a:tc>
                  <a:txBody>
                    <a:bodyPr/>
                    <a:lstStyle/>
                    <a:p>
                      <a:pPr algn="l" fontAlgn="ctr"/>
                      <a:r>
                        <a:rPr lang="en-US" sz="1300" u="none" strike="noStrike" dirty="0" err="1">
                          <a:effectLst/>
                          <a:latin typeface="Times New Roman" panose="02020603050405020304" pitchFamily="18" charset="0"/>
                          <a:cs typeface="Times New Roman" panose="02020603050405020304" pitchFamily="18" charset="0"/>
                        </a:rPr>
                        <a:t>Một</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số</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công</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việc</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đột</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xuất</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thực</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hiện</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ngoài</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kế</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hoạch</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gây</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bị</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động</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cho</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nhân</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sự</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khác</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trong</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khu</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vực</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làm</a:t>
                      </a:r>
                      <a:r>
                        <a:rPr lang="en-US" sz="1300" u="none" strike="noStrike" baseline="0" dirty="0">
                          <a:effectLst/>
                          <a:latin typeface="Times New Roman" panose="02020603050405020304" pitchFamily="18" charset="0"/>
                          <a:cs typeface="Times New Roman" panose="02020603050405020304" pitchFamily="18" charset="0"/>
                        </a:rPr>
                        <a:t> </a:t>
                      </a:r>
                      <a:r>
                        <a:rPr lang="en-US" sz="1300" u="none" strike="noStrike" baseline="0" dirty="0" err="1">
                          <a:effectLst/>
                          <a:latin typeface="Times New Roman" panose="02020603050405020304" pitchFamily="18" charset="0"/>
                          <a:cs typeface="Times New Roman" panose="02020603050405020304" pitchFamily="18" charset="0"/>
                        </a:rPr>
                        <a:t>việc</a:t>
                      </a:r>
                      <a:r>
                        <a:rPr lang="en-US" sz="1300" u="none" strike="noStrike" baseline="0"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chồng</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lấn</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hiệu</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chuẩn</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thay</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thế</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thiết</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bị</a:t>
                      </a:r>
                      <a:r>
                        <a:rPr lang="en-US" sz="1300" u="none" strike="noStrike" dirty="0">
                          <a:effectLst/>
                          <a:latin typeface="Times New Roman" panose="02020603050405020304" pitchFamily="18" charset="0"/>
                          <a:cs typeface="Times New Roman" panose="02020603050405020304" pitchFamily="18" charset="0"/>
                        </a:rPr>
                        <a:t> field…)</a:t>
                      </a:r>
                      <a:endParaRPr lang="en-US" sz="13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366" marR="4366" marT="4366" marB="0" anchor="ctr"/>
                </a:tc>
                <a:tc>
                  <a:txBody>
                    <a:bodyPr/>
                    <a:lstStyle/>
                    <a:p>
                      <a:pPr algn="l" fontAlgn="ctr"/>
                      <a:r>
                        <a:rPr lang="en-US" sz="1300" u="none" strike="noStrike" dirty="0" err="1">
                          <a:effectLst/>
                          <a:latin typeface="Times New Roman" panose="02020603050405020304" pitchFamily="18" charset="0"/>
                          <a:cs typeface="Times New Roman" panose="02020603050405020304" pitchFamily="18" charset="0"/>
                        </a:rPr>
                        <a:t>Các</a:t>
                      </a:r>
                      <a:r>
                        <a:rPr lang="en-US" sz="1300" u="none" strike="noStrike" baseline="0" dirty="0">
                          <a:effectLst/>
                          <a:latin typeface="Times New Roman" panose="02020603050405020304" pitchFamily="18" charset="0"/>
                          <a:cs typeface="Times New Roman" panose="02020603050405020304" pitchFamily="18" charset="0"/>
                        </a:rPr>
                        <a:t> </a:t>
                      </a:r>
                      <a:r>
                        <a:rPr lang="en-US" sz="1300" u="none" strike="noStrike" baseline="0" dirty="0" err="1">
                          <a:effectLst/>
                          <a:latin typeface="Times New Roman" panose="02020603050405020304" pitchFamily="18" charset="0"/>
                          <a:cs typeface="Times New Roman" panose="02020603050405020304" pitchFamily="18" charset="0"/>
                        </a:rPr>
                        <a:t>bên</a:t>
                      </a:r>
                      <a:r>
                        <a:rPr lang="en-US" sz="1300" u="none" strike="noStrike" baseline="0" dirty="0">
                          <a:effectLst/>
                          <a:latin typeface="Times New Roman" panose="02020603050405020304" pitchFamily="18" charset="0"/>
                          <a:cs typeface="Times New Roman" panose="02020603050405020304" pitchFamily="18" charset="0"/>
                        </a:rPr>
                        <a:t> </a:t>
                      </a:r>
                      <a:r>
                        <a:rPr lang="en-US" sz="1300" u="none" strike="noStrike" baseline="0" dirty="0" err="1">
                          <a:effectLst/>
                          <a:latin typeface="Times New Roman" panose="02020603050405020304" pitchFamily="18" charset="0"/>
                          <a:cs typeface="Times New Roman" panose="02020603050405020304" pitchFamily="18" charset="0"/>
                        </a:rPr>
                        <a:t>c</a:t>
                      </a:r>
                      <a:r>
                        <a:rPr lang="en-US" sz="1300" u="none" strike="noStrike" dirty="0" err="1">
                          <a:effectLst/>
                          <a:latin typeface="Times New Roman" panose="02020603050405020304" pitchFamily="18" charset="0"/>
                          <a:cs typeface="Times New Roman" panose="02020603050405020304" pitchFamily="18" charset="0"/>
                        </a:rPr>
                        <a:t>ập</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nhật</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và</a:t>
                      </a:r>
                      <a:r>
                        <a:rPr lang="en-US" sz="1300" u="none" strike="noStrike" baseline="0" dirty="0">
                          <a:effectLst/>
                          <a:latin typeface="Times New Roman" panose="02020603050405020304" pitchFamily="18" charset="0"/>
                          <a:cs typeface="Times New Roman" panose="02020603050405020304" pitchFamily="18" charset="0"/>
                        </a:rPr>
                        <a:t> </a:t>
                      </a:r>
                      <a:r>
                        <a:rPr lang="en-US" sz="1300" u="none" strike="noStrike" baseline="0" dirty="0" err="1">
                          <a:effectLst/>
                          <a:latin typeface="Times New Roman" panose="02020603050405020304" pitchFamily="18" charset="0"/>
                          <a:cs typeface="Times New Roman" panose="02020603050405020304" pitchFamily="18" charset="0"/>
                        </a:rPr>
                        <a:t>thông</a:t>
                      </a:r>
                      <a:r>
                        <a:rPr lang="en-US" sz="1300" u="none" strike="noStrike" baseline="0" dirty="0">
                          <a:effectLst/>
                          <a:latin typeface="Times New Roman" panose="02020603050405020304" pitchFamily="18" charset="0"/>
                          <a:cs typeface="Times New Roman" panose="02020603050405020304" pitchFamily="18" charset="0"/>
                        </a:rPr>
                        <a:t> tin </a:t>
                      </a:r>
                      <a:r>
                        <a:rPr lang="en-US" sz="1300" u="none" strike="noStrike" dirty="0">
                          <a:effectLst/>
                          <a:latin typeface="Times New Roman" panose="02020603050405020304" pitchFamily="18" charset="0"/>
                          <a:cs typeface="Times New Roman" panose="02020603050405020304" pitchFamily="18" charset="0"/>
                        </a:rPr>
                        <a:t>list </a:t>
                      </a:r>
                      <a:r>
                        <a:rPr lang="en-US" sz="1300" u="none" strike="noStrike" dirty="0" err="1">
                          <a:effectLst/>
                          <a:latin typeface="Times New Roman" panose="02020603050405020304" pitchFamily="18" charset="0"/>
                          <a:cs typeface="Times New Roman" panose="02020603050405020304" pitchFamily="18" charset="0"/>
                        </a:rPr>
                        <a:t>công</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việc</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đầy</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đủ</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Cung</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cấp</a:t>
                      </a:r>
                      <a:r>
                        <a:rPr lang="en-US" sz="1300" u="none" strike="noStrike" baseline="0" dirty="0">
                          <a:effectLst/>
                          <a:latin typeface="Times New Roman" panose="02020603050405020304" pitchFamily="18" charset="0"/>
                          <a:cs typeface="Times New Roman" panose="02020603050405020304" pitchFamily="18" charset="0"/>
                        </a:rPr>
                        <a:t> </a:t>
                      </a:r>
                      <a:r>
                        <a:rPr lang="en-US" sz="1300" u="none" strike="noStrike" baseline="0" dirty="0" err="1">
                          <a:effectLst/>
                          <a:latin typeface="Times New Roman" panose="02020603050405020304" pitchFamily="18" charset="0"/>
                          <a:cs typeface="Times New Roman" panose="02020603050405020304" pitchFamily="18" charset="0"/>
                        </a:rPr>
                        <a:t>thông</a:t>
                      </a:r>
                      <a:r>
                        <a:rPr lang="en-US" sz="1300" u="none" strike="noStrike" baseline="0" dirty="0">
                          <a:effectLst/>
                          <a:latin typeface="Times New Roman" panose="02020603050405020304" pitchFamily="18" charset="0"/>
                          <a:cs typeface="Times New Roman" panose="02020603050405020304" pitchFamily="18" charset="0"/>
                        </a:rPr>
                        <a:t> tin </a:t>
                      </a:r>
                      <a:r>
                        <a:rPr lang="en-US" sz="1300" u="none" strike="noStrike" dirty="0" err="1">
                          <a:effectLst/>
                          <a:latin typeface="Times New Roman" panose="02020603050405020304" pitchFamily="18" charset="0"/>
                          <a:cs typeface="Times New Roman" panose="02020603050405020304" pitchFamily="18" charset="0"/>
                        </a:rPr>
                        <a:t>đến</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đại</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diện</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các</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bên</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công</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việc</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dự</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kiến</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thực</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hiện</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trong</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cuộc</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họp</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nhanh</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hàng</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ngày</a:t>
                      </a:r>
                      <a:endParaRPr lang="en-US" sz="13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366" marR="4366" marT="4366" marB="0" anchor="ctr"/>
                </a:tc>
                <a:extLst>
                  <a:ext uri="{0D108BD9-81ED-4DB2-BD59-A6C34878D82A}">
                    <a16:rowId xmlns:a16="http://schemas.microsoft.com/office/drawing/2014/main" val="3165256472"/>
                  </a:ext>
                </a:extLst>
              </a:tr>
              <a:tr h="1217917">
                <a:tc>
                  <a:txBody>
                    <a:bodyPr/>
                    <a:lstStyle/>
                    <a:p>
                      <a:pPr algn="l" fontAlgn="ctr"/>
                      <a:r>
                        <a:rPr lang="vi-VN" sz="1300" u="none" strike="noStrike" dirty="0">
                          <a:effectLst/>
                          <a:latin typeface="Times New Roman" panose="02020603050405020304" pitchFamily="18" charset="0"/>
                          <a:cs typeface="Times New Roman" panose="02020603050405020304" pitchFamily="18" charset="0"/>
                        </a:rPr>
                        <a:t>Điều kiện ăn ở, sinh hoạt cho nhân sự được bố trí trong container</a:t>
                      </a:r>
                      <a:endParaRPr lang="vi-VN" sz="13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366" marR="4366" marT="4366" marB="0" anchor="ctr"/>
                </a:tc>
                <a:tc>
                  <a:txBody>
                    <a:bodyPr/>
                    <a:lstStyle/>
                    <a:p>
                      <a:pPr algn="l" fontAlgn="ctr"/>
                      <a:r>
                        <a:rPr lang="vi-VN" sz="1300" u="none" strike="noStrike" dirty="0">
                          <a:effectLst/>
                          <a:latin typeface="Times New Roman" panose="02020603050405020304" pitchFamily="18" charset="0"/>
                          <a:cs typeface="Times New Roman" panose="02020603050405020304" pitchFamily="18" charset="0"/>
                        </a:rPr>
                        <a:t>Việc bố trí nghỉ ngơi cho nhân sự còn chưa hợp lý, chất lượng container &amp; máy lạnh chưa đảm bảo đủ điều kiện sức khỏe, nghỉ ngơi cho nhân sự. Thiếu khu nghỉ cho nhân sự làm ca đêm</a:t>
                      </a:r>
                      <a:br>
                        <a:rPr lang="vi-VN" sz="1300" u="none" strike="noStrike" dirty="0">
                          <a:effectLst/>
                          <a:latin typeface="Times New Roman" panose="02020603050405020304" pitchFamily="18" charset="0"/>
                          <a:cs typeface="Times New Roman" panose="02020603050405020304" pitchFamily="18" charset="0"/>
                        </a:rPr>
                      </a:br>
                      <a:r>
                        <a:rPr lang="vi-VN" sz="1300" u="none" strike="noStrike" dirty="0">
                          <a:effectLst/>
                          <a:latin typeface="Times New Roman" panose="02020603050405020304" pitchFamily="18" charset="0"/>
                          <a:cs typeface="Times New Roman" panose="02020603050405020304" pitchFamily="18" charset="0"/>
                        </a:rPr>
                        <a:t>Mức độ tiếng ồn và nhiệt độ trong container (đặc biệt là container đặt cạnh flare) không đảm bảo điều kiện nghỉ ngơi</a:t>
                      </a:r>
                      <a:endParaRPr lang="vi-VN" sz="13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366" marR="4366" marT="4366" marB="0" anchor="ctr"/>
                </a:tc>
                <a:tc>
                  <a:txBody>
                    <a:bodyPr/>
                    <a:lstStyle/>
                    <a:p>
                      <a:pPr algn="l" fontAlgn="ctr"/>
                      <a:r>
                        <a:rPr lang="vi-VN" sz="1300" u="none" strike="noStrike" dirty="0">
                          <a:effectLst/>
                          <a:latin typeface="Times New Roman" panose="02020603050405020304" pitchFamily="18" charset="0"/>
                          <a:cs typeface="Times New Roman" panose="02020603050405020304" pitchFamily="18" charset="0"/>
                        </a:rPr>
                        <a:t>Kiểm tra, rà soát chất lượng container &amp; máy lạnh</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có</a:t>
                      </a:r>
                      <a:r>
                        <a:rPr lang="en-US" sz="1300" u="none" strike="noStrike" baseline="0" dirty="0">
                          <a:effectLst/>
                          <a:latin typeface="Times New Roman" panose="02020603050405020304" pitchFamily="18" charset="0"/>
                          <a:cs typeface="Times New Roman" panose="02020603050405020304" pitchFamily="18" charset="0"/>
                        </a:rPr>
                        <a:t> </a:t>
                      </a:r>
                      <a:r>
                        <a:rPr lang="en-US" sz="1300" u="none" strike="noStrike" baseline="0" dirty="0" err="1">
                          <a:effectLst/>
                          <a:latin typeface="Times New Roman" panose="02020603050405020304" pitchFamily="18" charset="0"/>
                          <a:cs typeface="Times New Roman" panose="02020603050405020304" pitchFamily="18" charset="0"/>
                        </a:rPr>
                        <a:t>đánh</a:t>
                      </a:r>
                      <a:r>
                        <a:rPr lang="en-US" sz="1300" u="none" strike="noStrike" baseline="0" dirty="0">
                          <a:effectLst/>
                          <a:latin typeface="Times New Roman" panose="02020603050405020304" pitchFamily="18" charset="0"/>
                          <a:cs typeface="Times New Roman" panose="02020603050405020304" pitchFamily="18" charset="0"/>
                        </a:rPr>
                        <a:t> </a:t>
                      </a:r>
                      <a:r>
                        <a:rPr lang="en-US" sz="1300" u="none" strike="noStrike" baseline="0" dirty="0" err="1">
                          <a:effectLst/>
                          <a:latin typeface="Times New Roman" panose="02020603050405020304" pitchFamily="18" charset="0"/>
                          <a:cs typeface="Times New Roman" panose="02020603050405020304" pitchFamily="18" charset="0"/>
                        </a:rPr>
                        <a:t>giá</a:t>
                      </a:r>
                      <a:r>
                        <a:rPr lang="en-US" sz="1300" u="none" strike="noStrike" baseline="0" dirty="0">
                          <a:effectLst/>
                          <a:latin typeface="Times New Roman" panose="02020603050405020304" pitchFamily="18" charset="0"/>
                          <a:cs typeface="Times New Roman" panose="02020603050405020304" pitchFamily="18" charset="0"/>
                        </a:rPr>
                        <a:t> </a:t>
                      </a:r>
                      <a:r>
                        <a:rPr lang="en-US" sz="1300" u="none" strike="noStrike" baseline="0" dirty="0" err="1">
                          <a:effectLst/>
                          <a:latin typeface="Times New Roman" panose="02020603050405020304" pitchFamily="18" charset="0"/>
                          <a:cs typeface="Times New Roman" panose="02020603050405020304" pitchFamily="18" charset="0"/>
                        </a:rPr>
                        <a:t>nhà</a:t>
                      </a:r>
                      <a:r>
                        <a:rPr lang="en-US" sz="1300" u="none" strike="noStrike" baseline="0" dirty="0">
                          <a:effectLst/>
                          <a:latin typeface="Times New Roman" panose="02020603050405020304" pitchFamily="18" charset="0"/>
                          <a:cs typeface="Times New Roman" panose="02020603050405020304" pitchFamily="18" charset="0"/>
                        </a:rPr>
                        <a:t> </a:t>
                      </a:r>
                      <a:r>
                        <a:rPr lang="en-US" sz="1300" u="none" strike="noStrike" baseline="0" dirty="0" err="1">
                          <a:effectLst/>
                          <a:latin typeface="Times New Roman" panose="02020603050405020304" pitchFamily="18" charset="0"/>
                          <a:cs typeface="Times New Roman" panose="02020603050405020304" pitchFamily="18" charset="0"/>
                        </a:rPr>
                        <a:t>thầu</a:t>
                      </a:r>
                      <a:r>
                        <a:rPr lang="en-US" sz="1300" u="none" strike="noStrike" baseline="0" dirty="0">
                          <a:effectLst/>
                          <a:latin typeface="Times New Roman" panose="02020603050405020304" pitchFamily="18" charset="0"/>
                          <a:cs typeface="Times New Roman" panose="02020603050405020304" pitchFamily="18" charset="0"/>
                        </a:rPr>
                        <a:t> </a:t>
                      </a:r>
                      <a:r>
                        <a:rPr lang="en-US" sz="1300" u="none" strike="noStrike" baseline="0" dirty="0" err="1">
                          <a:effectLst/>
                          <a:latin typeface="Times New Roman" panose="02020603050405020304" pitchFamily="18" charset="0"/>
                          <a:cs typeface="Times New Roman" panose="02020603050405020304" pitchFamily="18" charset="0"/>
                        </a:rPr>
                        <a:t>cung</a:t>
                      </a:r>
                      <a:r>
                        <a:rPr lang="en-US" sz="1300" u="none" strike="noStrike" baseline="0" dirty="0">
                          <a:effectLst/>
                          <a:latin typeface="Times New Roman" panose="02020603050405020304" pitchFamily="18" charset="0"/>
                          <a:cs typeface="Times New Roman" panose="02020603050405020304" pitchFamily="18" charset="0"/>
                        </a:rPr>
                        <a:t> </a:t>
                      </a:r>
                      <a:r>
                        <a:rPr lang="en-US" sz="1300" u="none" strike="noStrike" baseline="0" dirty="0" err="1">
                          <a:effectLst/>
                          <a:latin typeface="Times New Roman" panose="02020603050405020304" pitchFamily="18" charset="0"/>
                          <a:cs typeface="Times New Roman" panose="02020603050405020304" pitchFamily="18" charset="0"/>
                        </a:rPr>
                        <a:t>cấp</a:t>
                      </a:r>
                      <a:r>
                        <a:rPr lang="en-US" sz="1300" u="none" strike="noStrike" baseline="0" dirty="0">
                          <a:effectLst/>
                          <a:latin typeface="Times New Roman" panose="02020603050405020304" pitchFamily="18" charset="0"/>
                          <a:cs typeface="Times New Roman" panose="02020603050405020304" pitchFamily="18" charset="0"/>
                        </a:rPr>
                        <a:t> container </a:t>
                      </a:r>
                      <a:r>
                        <a:rPr lang="en-US" sz="1300" u="none" strike="noStrike" baseline="0" dirty="0" err="1">
                          <a:effectLst/>
                          <a:latin typeface="Times New Roman" panose="02020603050405020304" pitchFamily="18" charset="0"/>
                          <a:cs typeface="Times New Roman" panose="02020603050405020304" pitchFamily="18" charset="0"/>
                        </a:rPr>
                        <a:t>cho</a:t>
                      </a:r>
                      <a:r>
                        <a:rPr lang="en-US" sz="1300" u="none" strike="noStrike" baseline="0" dirty="0">
                          <a:effectLst/>
                          <a:latin typeface="Times New Roman" panose="02020603050405020304" pitchFamily="18" charset="0"/>
                          <a:cs typeface="Times New Roman" panose="02020603050405020304" pitchFamily="18" charset="0"/>
                        </a:rPr>
                        <a:t> </a:t>
                      </a:r>
                      <a:r>
                        <a:rPr lang="en-US" sz="1300" u="none" strike="noStrike" baseline="0" dirty="0" err="1">
                          <a:effectLst/>
                          <a:latin typeface="Times New Roman" panose="02020603050405020304" pitchFamily="18" charset="0"/>
                          <a:cs typeface="Times New Roman" panose="02020603050405020304" pitchFamily="18" charset="0"/>
                        </a:rPr>
                        <a:t>các</a:t>
                      </a:r>
                      <a:r>
                        <a:rPr lang="en-US" sz="1300" u="none" strike="noStrike" baseline="0" dirty="0">
                          <a:effectLst/>
                          <a:latin typeface="Times New Roman" panose="02020603050405020304" pitchFamily="18" charset="0"/>
                          <a:cs typeface="Times New Roman" panose="02020603050405020304" pitchFamily="18" charset="0"/>
                        </a:rPr>
                        <a:t> </a:t>
                      </a:r>
                      <a:r>
                        <a:rPr lang="en-US" sz="1300" u="none" strike="noStrike" baseline="0" dirty="0" err="1">
                          <a:effectLst/>
                          <a:latin typeface="Times New Roman" panose="02020603050405020304" pitchFamily="18" charset="0"/>
                          <a:cs typeface="Times New Roman" panose="02020603050405020304" pitchFamily="18" charset="0"/>
                        </a:rPr>
                        <a:t>năm</a:t>
                      </a:r>
                      <a:r>
                        <a:rPr lang="en-US" sz="1300" u="none" strike="noStrike" baseline="0" dirty="0">
                          <a:effectLst/>
                          <a:latin typeface="Times New Roman" panose="02020603050405020304" pitchFamily="18" charset="0"/>
                          <a:cs typeface="Times New Roman" panose="02020603050405020304" pitchFamily="18" charset="0"/>
                        </a:rPr>
                        <a:t> </a:t>
                      </a:r>
                      <a:r>
                        <a:rPr lang="en-US" sz="1300" u="none" strike="noStrike" baseline="0" dirty="0" err="1">
                          <a:effectLst/>
                          <a:latin typeface="Times New Roman" panose="02020603050405020304" pitchFamily="18" charset="0"/>
                          <a:cs typeface="Times New Roman" panose="02020603050405020304" pitchFamily="18" charset="0"/>
                        </a:rPr>
                        <a:t>tiếp</a:t>
                      </a:r>
                      <a:r>
                        <a:rPr lang="en-US" sz="1300" u="none" strike="noStrike" baseline="0" dirty="0">
                          <a:effectLst/>
                          <a:latin typeface="Times New Roman" panose="02020603050405020304" pitchFamily="18" charset="0"/>
                          <a:cs typeface="Times New Roman" panose="02020603050405020304" pitchFamily="18" charset="0"/>
                        </a:rPr>
                        <a:t> </a:t>
                      </a:r>
                      <a:r>
                        <a:rPr lang="en-US" sz="1300" u="none" strike="noStrike" baseline="0" dirty="0" err="1">
                          <a:effectLst/>
                          <a:latin typeface="Times New Roman" panose="02020603050405020304" pitchFamily="18" charset="0"/>
                          <a:cs typeface="Times New Roman" panose="02020603050405020304" pitchFamily="18" charset="0"/>
                        </a:rPr>
                        <a:t>theo</a:t>
                      </a:r>
                      <a:r>
                        <a:rPr lang="en-US" sz="1300" u="none" strike="noStrike" baseline="0" dirty="0">
                          <a:effectLst/>
                          <a:latin typeface="Times New Roman" panose="02020603050405020304" pitchFamily="18" charset="0"/>
                          <a:cs typeface="Times New Roman" panose="02020603050405020304" pitchFamily="18" charset="0"/>
                        </a:rPr>
                        <a:t>)</a:t>
                      </a:r>
                      <a:r>
                        <a:rPr lang="vi-VN" sz="1300" u="none" strike="noStrike" dirty="0">
                          <a:effectLst/>
                          <a:latin typeface="Times New Roman" panose="02020603050405020304" pitchFamily="18" charset="0"/>
                          <a:cs typeface="Times New Roman" panose="02020603050405020304" pitchFamily="18" charset="0"/>
                        </a:rPr>
                        <a:t>.</a:t>
                      </a:r>
                      <a:br>
                        <a:rPr lang="vi-VN" sz="1300" u="none" strike="noStrike" dirty="0">
                          <a:effectLst/>
                          <a:latin typeface="Times New Roman" panose="02020603050405020304" pitchFamily="18" charset="0"/>
                          <a:cs typeface="Times New Roman" panose="02020603050405020304" pitchFamily="18" charset="0"/>
                        </a:rPr>
                      </a:br>
                      <a:r>
                        <a:rPr lang="vi-VN" sz="1300" u="none" strike="noStrike" dirty="0">
                          <a:effectLst/>
                          <a:latin typeface="Times New Roman" panose="02020603050405020304" pitchFamily="18" charset="0"/>
                          <a:cs typeface="Times New Roman" panose="02020603050405020304" pitchFamily="18" charset="0"/>
                        </a:rPr>
                        <a:t>Giàn </a:t>
                      </a:r>
                      <a:r>
                        <a:rPr lang="en-US" sz="1300" u="none" strike="noStrike" dirty="0" err="1">
                          <a:effectLst/>
                          <a:latin typeface="Times New Roman" panose="02020603050405020304" pitchFamily="18" charset="0"/>
                          <a:cs typeface="Times New Roman" panose="02020603050405020304" pitchFamily="18" charset="0"/>
                        </a:rPr>
                        <a:t>xem</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xét</a:t>
                      </a:r>
                      <a:r>
                        <a:rPr lang="en-US" sz="1300" u="none" strike="noStrike" baseline="0" dirty="0">
                          <a:effectLst/>
                          <a:latin typeface="Times New Roman" panose="02020603050405020304" pitchFamily="18" charset="0"/>
                          <a:cs typeface="Times New Roman" panose="02020603050405020304" pitchFamily="18" charset="0"/>
                        </a:rPr>
                        <a:t> </a:t>
                      </a:r>
                      <a:r>
                        <a:rPr lang="vi-VN" sz="1300" u="none" strike="noStrike" dirty="0">
                          <a:effectLst/>
                          <a:latin typeface="Times New Roman" panose="02020603050405020304" pitchFamily="18" charset="0"/>
                          <a:cs typeface="Times New Roman" panose="02020603050405020304" pitchFamily="18" charset="0"/>
                        </a:rPr>
                        <a:t>sắp xếp, bố trí </a:t>
                      </a:r>
                      <a:r>
                        <a:rPr lang="en-US" sz="1300" u="none" strike="noStrike" dirty="0" err="1">
                          <a:effectLst/>
                          <a:latin typeface="Times New Roman" panose="02020603050405020304" pitchFamily="18" charset="0"/>
                          <a:cs typeface="Times New Roman" panose="02020603050405020304" pitchFamily="18" charset="0"/>
                        </a:rPr>
                        <a:t>chỗ</a:t>
                      </a:r>
                      <a:r>
                        <a:rPr lang="en-US" sz="1300" u="none" strike="noStrike" baseline="0" dirty="0">
                          <a:effectLst/>
                          <a:latin typeface="Times New Roman" panose="02020603050405020304" pitchFamily="18" charset="0"/>
                          <a:cs typeface="Times New Roman" panose="02020603050405020304" pitchFamily="18" charset="0"/>
                        </a:rPr>
                        <a:t> ở </a:t>
                      </a:r>
                      <a:r>
                        <a:rPr lang="en-US" sz="1300" u="none" strike="noStrike" baseline="0" dirty="0" err="1">
                          <a:effectLst/>
                          <a:latin typeface="Times New Roman" panose="02020603050405020304" pitchFamily="18" charset="0"/>
                          <a:cs typeface="Times New Roman" panose="02020603050405020304" pitchFamily="18" charset="0"/>
                        </a:rPr>
                        <a:t>cho</a:t>
                      </a:r>
                      <a:r>
                        <a:rPr lang="en-US" sz="1300" u="none" strike="noStrike" baseline="0" dirty="0">
                          <a:effectLst/>
                          <a:latin typeface="Times New Roman" panose="02020603050405020304" pitchFamily="18" charset="0"/>
                          <a:cs typeface="Times New Roman" panose="02020603050405020304" pitchFamily="18" charset="0"/>
                        </a:rPr>
                        <a:t> </a:t>
                      </a:r>
                      <a:r>
                        <a:rPr lang="vi-VN" sz="1300" u="none" strike="noStrike" dirty="0">
                          <a:effectLst/>
                          <a:latin typeface="Times New Roman" panose="02020603050405020304" pitchFamily="18" charset="0"/>
                          <a:cs typeface="Times New Roman" panose="02020603050405020304" pitchFamily="18" charset="0"/>
                        </a:rPr>
                        <a:t>nhân sự phù hợp.</a:t>
                      </a:r>
                      <a:br>
                        <a:rPr lang="vi-VN" sz="1300" u="none" strike="noStrike" dirty="0">
                          <a:effectLst/>
                          <a:latin typeface="Times New Roman" panose="02020603050405020304" pitchFamily="18" charset="0"/>
                          <a:cs typeface="Times New Roman" panose="02020603050405020304" pitchFamily="18" charset="0"/>
                        </a:rPr>
                      </a:br>
                      <a:r>
                        <a:rPr lang="vi-VN" sz="1300" u="none" strike="noStrike" dirty="0">
                          <a:effectLst/>
                          <a:latin typeface="Times New Roman" panose="02020603050405020304" pitchFamily="18" charset="0"/>
                          <a:cs typeface="Times New Roman" panose="02020603050405020304" pitchFamily="18" charset="0"/>
                        </a:rPr>
                        <a:t>Bố trí thêm khu lưu trú tạm thời, điều phối ca làm việc hợp lý.</a:t>
                      </a:r>
                      <a:endParaRPr lang="vi-VN" sz="13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366" marR="4366" marT="4366" marB="0" anchor="ctr"/>
                </a:tc>
                <a:extLst>
                  <a:ext uri="{0D108BD9-81ED-4DB2-BD59-A6C34878D82A}">
                    <a16:rowId xmlns:a16="http://schemas.microsoft.com/office/drawing/2014/main" val="1157590995"/>
                  </a:ext>
                </a:extLst>
              </a:tr>
              <a:tr h="418910">
                <a:tc>
                  <a:txBody>
                    <a:bodyPr/>
                    <a:lstStyle/>
                    <a:p>
                      <a:pPr algn="l" fontAlgn="ctr"/>
                      <a:r>
                        <a:rPr lang="en-US" sz="1300" u="none" strike="noStrike">
                          <a:effectLst/>
                          <a:latin typeface="Times New Roman" panose="02020603050405020304" pitchFamily="18" charset="0"/>
                          <a:cs typeface="Times New Roman" panose="02020603050405020304" pitchFamily="18" charset="0"/>
                        </a:rPr>
                        <a:t>Công tác thông tin công việc qua loa PA</a:t>
                      </a:r>
                      <a:endParaRPr lang="en-US" sz="1300" b="0" i="0" u="none" strike="noStrike">
                        <a:solidFill>
                          <a:srgbClr val="000000"/>
                        </a:solidFill>
                        <a:effectLst/>
                        <a:latin typeface="Times New Roman" panose="02020603050405020304" pitchFamily="18" charset="0"/>
                        <a:cs typeface="Times New Roman" panose="02020603050405020304" pitchFamily="18" charset="0"/>
                      </a:endParaRPr>
                    </a:p>
                  </a:txBody>
                  <a:tcPr marL="4366" marR="4366" marT="4366" marB="0" anchor="ctr"/>
                </a:tc>
                <a:tc>
                  <a:txBody>
                    <a:bodyPr/>
                    <a:lstStyle/>
                    <a:p>
                      <a:pPr algn="l" fontAlgn="ctr"/>
                      <a:r>
                        <a:rPr lang="vi-VN" sz="1300" u="none" strike="noStrike" dirty="0">
                          <a:effectLst/>
                          <a:latin typeface="Times New Roman" panose="02020603050405020304" pitchFamily="18" charset="0"/>
                          <a:cs typeface="Times New Roman" panose="02020603050405020304" pitchFamily="18" charset="0"/>
                        </a:rPr>
                        <a:t>Thông tin qua loa PA còn chung chung, gây khó khăn và nhầm lẫn cho các đơn vị đang thực hiện công việc</a:t>
                      </a:r>
                      <a:endParaRPr lang="vi-VN" sz="13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366" marR="4366" marT="4366" marB="0" anchor="ctr"/>
                </a:tc>
                <a:tc>
                  <a:txBody>
                    <a:bodyPr/>
                    <a:lstStyle/>
                    <a:p>
                      <a:pPr algn="l" fontAlgn="ctr"/>
                      <a:r>
                        <a:rPr lang="en-US" sz="1300" u="none" strike="noStrike" dirty="0" err="1">
                          <a:effectLst/>
                          <a:latin typeface="Times New Roman" panose="02020603050405020304" pitchFamily="18" charset="0"/>
                          <a:cs typeface="Times New Roman" panose="02020603050405020304" pitchFamily="18" charset="0"/>
                        </a:rPr>
                        <a:t>Thông</a:t>
                      </a:r>
                      <a:r>
                        <a:rPr lang="en-US" sz="1300" u="none" strike="noStrike" dirty="0">
                          <a:effectLst/>
                          <a:latin typeface="Times New Roman" panose="02020603050405020304" pitchFamily="18" charset="0"/>
                          <a:cs typeface="Times New Roman" panose="02020603050405020304" pitchFamily="18" charset="0"/>
                        </a:rPr>
                        <a:t> tin qua </a:t>
                      </a:r>
                      <a:r>
                        <a:rPr lang="en-US" sz="1300" u="none" strike="noStrike" dirty="0" err="1">
                          <a:effectLst/>
                          <a:latin typeface="Times New Roman" panose="02020603050405020304" pitchFamily="18" charset="0"/>
                          <a:cs typeface="Times New Roman" panose="02020603050405020304" pitchFamily="18" charset="0"/>
                        </a:rPr>
                        <a:t>loa</a:t>
                      </a:r>
                      <a:r>
                        <a:rPr lang="en-US" sz="1300" u="none" strike="noStrike" dirty="0">
                          <a:effectLst/>
                          <a:latin typeface="Times New Roman" panose="02020603050405020304" pitchFamily="18" charset="0"/>
                          <a:cs typeface="Times New Roman" panose="02020603050405020304" pitchFamily="18" charset="0"/>
                        </a:rPr>
                        <a:t> PA </a:t>
                      </a:r>
                      <a:r>
                        <a:rPr lang="en-US" sz="1300" u="none" strike="noStrike" dirty="0" err="1">
                          <a:effectLst/>
                          <a:latin typeface="Times New Roman" panose="02020603050405020304" pitchFamily="18" charset="0"/>
                          <a:cs typeface="Times New Roman" panose="02020603050405020304" pitchFamily="18" charset="0"/>
                        </a:rPr>
                        <a:t>cần</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rõ</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đúng</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tên</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bộ</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phận</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tổ</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đội</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công</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việc</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cần</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thực</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hiện</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nêu</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rõ</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nhu</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cầu</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thực</a:t>
                      </a:r>
                      <a:r>
                        <a:rPr lang="en-US" sz="1300" u="none" strike="noStrike" baseline="0" dirty="0">
                          <a:effectLst/>
                          <a:latin typeface="Times New Roman" panose="02020603050405020304" pitchFamily="18" charset="0"/>
                          <a:cs typeface="Times New Roman" panose="02020603050405020304" pitchFamily="18" charset="0"/>
                        </a:rPr>
                        <a:t> </a:t>
                      </a:r>
                      <a:r>
                        <a:rPr lang="en-US" sz="1300" u="none" strike="noStrike" baseline="0" dirty="0" err="1">
                          <a:effectLst/>
                          <a:latin typeface="Times New Roman" panose="02020603050405020304" pitchFamily="18" charset="0"/>
                          <a:cs typeface="Times New Roman" panose="02020603050405020304" pitchFamily="18" charset="0"/>
                        </a:rPr>
                        <a:t>hiện</a:t>
                      </a:r>
                      <a:r>
                        <a:rPr lang="en-US" sz="1300" u="none" strike="noStrike" baseline="0"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trong</a:t>
                      </a:r>
                      <a:r>
                        <a:rPr lang="en-US" sz="1300" u="none" strike="noStrike" dirty="0">
                          <a:effectLst/>
                          <a:latin typeface="Times New Roman" panose="02020603050405020304" pitchFamily="18" charset="0"/>
                          <a:cs typeface="Times New Roman" panose="02020603050405020304" pitchFamily="18" charset="0"/>
                        </a:rPr>
                        <a:t> PA </a:t>
                      </a:r>
                      <a:r>
                        <a:rPr lang="en-US" sz="1300" u="none" strike="noStrike" dirty="0" err="1">
                          <a:effectLst/>
                          <a:latin typeface="Times New Roman" panose="02020603050405020304" pitchFamily="18" charset="0"/>
                          <a:cs typeface="Times New Roman" panose="02020603050405020304" pitchFamily="18" charset="0"/>
                        </a:rPr>
                        <a:t>cụ</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thể</a:t>
                      </a:r>
                      <a:endParaRPr lang="en-US" sz="13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366" marR="4366" marT="4366" marB="0" anchor="ctr"/>
                </a:tc>
                <a:extLst>
                  <a:ext uri="{0D108BD9-81ED-4DB2-BD59-A6C34878D82A}">
                    <a16:rowId xmlns:a16="http://schemas.microsoft.com/office/drawing/2014/main" val="2291808092"/>
                  </a:ext>
                </a:extLst>
              </a:tr>
              <a:tr h="611187">
                <a:tc>
                  <a:txBody>
                    <a:bodyPr/>
                    <a:lstStyle/>
                    <a:p>
                      <a:pPr algn="l" fontAlgn="ctr"/>
                      <a:r>
                        <a:rPr lang="en-US" sz="1300" u="none" strike="noStrike" dirty="0" err="1">
                          <a:effectLst/>
                          <a:latin typeface="Times New Roman" panose="02020603050405020304" pitchFamily="18" charset="0"/>
                          <a:cs typeface="Times New Roman" panose="02020603050405020304" pitchFamily="18" charset="0"/>
                        </a:rPr>
                        <a:t>Tiến</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độ</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công</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việc</a:t>
                      </a:r>
                      <a:r>
                        <a:rPr lang="en-US" sz="1300" u="none" strike="noStrike" dirty="0">
                          <a:effectLst/>
                          <a:latin typeface="Times New Roman" panose="02020603050405020304" pitchFamily="18" charset="0"/>
                          <a:cs typeface="Times New Roman" panose="02020603050405020304" pitchFamily="18" charset="0"/>
                        </a:rPr>
                        <a:t> </a:t>
                      </a:r>
                      <a:r>
                        <a:rPr lang="en-US" sz="1300" u="none" strike="noStrike" dirty="0" err="1">
                          <a:effectLst/>
                          <a:latin typeface="Times New Roman" panose="02020603050405020304" pitchFamily="18" charset="0"/>
                          <a:cs typeface="Times New Roman" panose="02020603050405020304" pitchFamily="18" charset="0"/>
                        </a:rPr>
                        <a:t>chạy</a:t>
                      </a:r>
                      <a:r>
                        <a:rPr lang="en-US" sz="1300" u="none" strike="noStrike" baseline="0" dirty="0">
                          <a:effectLst/>
                          <a:latin typeface="Times New Roman" panose="02020603050405020304" pitchFamily="18" charset="0"/>
                          <a:cs typeface="Times New Roman" panose="02020603050405020304" pitchFamily="18" charset="0"/>
                        </a:rPr>
                        <a:t> </a:t>
                      </a:r>
                      <a:r>
                        <a:rPr lang="en-US" sz="1300" u="none" strike="noStrike" baseline="0" dirty="0" err="1">
                          <a:effectLst/>
                          <a:latin typeface="Times New Roman" panose="02020603050405020304" pitchFamily="18" charset="0"/>
                          <a:cs typeface="Times New Roman" panose="02020603050405020304" pitchFamily="18" charset="0"/>
                        </a:rPr>
                        <a:t>lại</a:t>
                      </a:r>
                      <a:r>
                        <a:rPr lang="en-US" sz="1300" u="none" strike="noStrike" baseline="0" dirty="0">
                          <a:effectLst/>
                          <a:latin typeface="Times New Roman" panose="02020603050405020304" pitchFamily="18" charset="0"/>
                          <a:cs typeface="Times New Roman" panose="02020603050405020304" pitchFamily="18" charset="0"/>
                        </a:rPr>
                        <a:t> </a:t>
                      </a:r>
                      <a:r>
                        <a:rPr lang="en-US" sz="1300" u="none" strike="noStrike" baseline="0" dirty="0" err="1">
                          <a:effectLst/>
                          <a:latin typeface="Times New Roman" panose="02020603050405020304" pitchFamily="18" charset="0"/>
                          <a:cs typeface="Times New Roman" panose="02020603050405020304" pitchFamily="18" charset="0"/>
                        </a:rPr>
                        <a:t>giàn</a:t>
                      </a:r>
                      <a:endParaRPr lang="en-US" sz="13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366" marR="4366" marT="4366" marB="0" anchor="ctr"/>
                </a:tc>
                <a:tc>
                  <a:txBody>
                    <a:bodyPr/>
                    <a:lstStyle/>
                    <a:p>
                      <a:pPr algn="l" fontAlgn="ctr"/>
                      <a:r>
                        <a:rPr lang="vi-VN" sz="1300" u="none" strike="noStrike" dirty="0">
                          <a:effectLst/>
                          <a:latin typeface="Times New Roman" panose="02020603050405020304" pitchFamily="18" charset="0"/>
                          <a:cs typeface="Times New Roman" panose="02020603050405020304" pitchFamily="18" charset="0"/>
                        </a:rPr>
                        <a:t>Nhân sự ngoài site bị động trong thông tin giàn được yêu cầu chạy lại trước kế hoạch</a:t>
                      </a:r>
                      <a:endParaRPr lang="vi-VN" sz="13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366" marR="4366" marT="4366" marB="0" anchor="ctr"/>
                </a:tc>
                <a:tc>
                  <a:txBody>
                    <a:bodyPr/>
                    <a:lstStyle/>
                    <a:p>
                      <a:pPr algn="l" fontAlgn="ctr"/>
                      <a:r>
                        <a:rPr lang="en-US" sz="1300" u="none" strike="noStrike" dirty="0">
                          <a:effectLst/>
                          <a:latin typeface="Times New Roman" panose="02020603050405020304" pitchFamily="18" charset="0"/>
                          <a:cs typeface="Times New Roman" panose="02020603050405020304" pitchFamily="18" charset="0"/>
                        </a:rPr>
                        <a:t>T</a:t>
                      </a:r>
                      <a:r>
                        <a:rPr lang="vi-VN" sz="1300" u="none" strike="noStrike" dirty="0">
                          <a:effectLst/>
                          <a:latin typeface="Times New Roman" panose="02020603050405020304" pitchFamily="18" charset="0"/>
                          <a:cs typeface="Times New Roman" panose="02020603050405020304" pitchFamily="18" charset="0"/>
                        </a:rPr>
                        <a:t>hời gian dừng giàn </a:t>
                      </a:r>
                      <a:r>
                        <a:rPr lang="en-US" sz="1300" u="none" strike="noStrike" dirty="0">
                          <a:effectLst/>
                          <a:latin typeface="Times New Roman" panose="02020603050405020304" pitchFamily="18" charset="0"/>
                          <a:cs typeface="Times New Roman" panose="02020603050405020304" pitchFamily="18" charset="0"/>
                        </a:rPr>
                        <a:t>2026 </a:t>
                      </a:r>
                      <a:r>
                        <a:rPr lang="en-US" sz="1300" u="none" strike="noStrike" dirty="0" err="1">
                          <a:effectLst/>
                          <a:latin typeface="Times New Roman" panose="02020603050405020304" pitchFamily="18" charset="0"/>
                          <a:cs typeface="Times New Roman" panose="02020603050405020304" pitchFamily="18" charset="0"/>
                        </a:rPr>
                        <a:t>không</a:t>
                      </a:r>
                      <a:r>
                        <a:rPr lang="en-US" sz="1300" u="none" strike="noStrike" baseline="0" dirty="0">
                          <a:effectLst/>
                          <a:latin typeface="Times New Roman" panose="02020603050405020304" pitchFamily="18" charset="0"/>
                          <a:cs typeface="Times New Roman" panose="02020603050405020304" pitchFamily="18" charset="0"/>
                        </a:rPr>
                        <a:t> </a:t>
                      </a:r>
                      <a:r>
                        <a:rPr lang="en-US" sz="1300" u="none" strike="noStrike" baseline="0" dirty="0" err="1">
                          <a:effectLst/>
                          <a:latin typeface="Times New Roman" panose="02020603050405020304" pitchFamily="18" charset="0"/>
                          <a:cs typeface="Times New Roman" panose="02020603050405020304" pitchFamily="18" charset="0"/>
                        </a:rPr>
                        <a:t>thay</a:t>
                      </a:r>
                      <a:r>
                        <a:rPr lang="en-US" sz="1300" u="none" strike="noStrike" baseline="0" dirty="0">
                          <a:effectLst/>
                          <a:latin typeface="Times New Roman" panose="02020603050405020304" pitchFamily="18" charset="0"/>
                          <a:cs typeface="Times New Roman" panose="02020603050405020304" pitchFamily="18" charset="0"/>
                        </a:rPr>
                        <a:t> </a:t>
                      </a:r>
                      <a:r>
                        <a:rPr lang="en-US" sz="1300" u="none" strike="noStrike" baseline="0" dirty="0" err="1">
                          <a:effectLst/>
                          <a:latin typeface="Times New Roman" panose="02020603050405020304" pitchFamily="18" charset="0"/>
                          <a:cs typeface="Times New Roman" panose="02020603050405020304" pitchFamily="18" charset="0"/>
                        </a:rPr>
                        <a:t>đổi</a:t>
                      </a:r>
                      <a:r>
                        <a:rPr lang="en-US" sz="1300" u="none" strike="noStrike" baseline="0" dirty="0">
                          <a:effectLst/>
                          <a:latin typeface="Times New Roman" panose="02020603050405020304" pitchFamily="18" charset="0"/>
                          <a:cs typeface="Times New Roman" panose="02020603050405020304" pitchFamily="18" charset="0"/>
                        </a:rPr>
                        <a:t> </a:t>
                      </a:r>
                      <a:r>
                        <a:rPr lang="en-US" sz="1300" u="none" strike="noStrike" baseline="0" dirty="0" err="1">
                          <a:effectLst/>
                          <a:latin typeface="Times New Roman" panose="02020603050405020304" pitchFamily="18" charset="0"/>
                          <a:cs typeface="Times New Roman" panose="02020603050405020304" pitchFamily="18" charset="0"/>
                        </a:rPr>
                        <a:t>như</a:t>
                      </a:r>
                      <a:r>
                        <a:rPr lang="vi-VN" sz="1300" u="none" strike="noStrike" dirty="0">
                          <a:effectLst/>
                          <a:latin typeface="Times New Roman" panose="02020603050405020304" pitchFamily="18" charset="0"/>
                          <a:cs typeface="Times New Roman" panose="02020603050405020304" pitchFamily="18" charset="0"/>
                        </a:rPr>
                        <a:t> đã thống nhất các bên. Trường hợp công việc ngoài site hoàn thành vượt tiến độ thì </a:t>
                      </a:r>
                      <a:r>
                        <a:rPr lang="en-US" sz="1300" u="none" strike="noStrike" dirty="0" err="1">
                          <a:effectLst/>
                          <a:latin typeface="Times New Roman" panose="02020603050405020304" pitchFamily="18" charset="0"/>
                          <a:cs typeface="Times New Roman" panose="02020603050405020304" pitchFamily="18" charset="0"/>
                        </a:rPr>
                        <a:t>điều</a:t>
                      </a:r>
                      <a:r>
                        <a:rPr lang="en-US" sz="1300" u="none" strike="noStrike" baseline="0" dirty="0">
                          <a:effectLst/>
                          <a:latin typeface="Times New Roman" panose="02020603050405020304" pitchFamily="18" charset="0"/>
                          <a:cs typeface="Times New Roman" panose="02020603050405020304" pitchFamily="18" charset="0"/>
                        </a:rPr>
                        <a:t> </a:t>
                      </a:r>
                      <a:r>
                        <a:rPr lang="en-US" sz="1300" u="none" strike="noStrike" baseline="0" dirty="0" err="1">
                          <a:effectLst/>
                          <a:latin typeface="Times New Roman" panose="02020603050405020304" pitchFamily="18" charset="0"/>
                          <a:cs typeface="Times New Roman" panose="02020603050405020304" pitchFamily="18" charset="0"/>
                        </a:rPr>
                        <a:t>phối</a:t>
                      </a:r>
                      <a:r>
                        <a:rPr lang="en-US" sz="1300" u="none" strike="noStrike" baseline="0" dirty="0">
                          <a:effectLst/>
                          <a:latin typeface="Times New Roman" panose="02020603050405020304" pitchFamily="18" charset="0"/>
                          <a:cs typeface="Times New Roman" panose="02020603050405020304" pitchFamily="18" charset="0"/>
                        </a:rPr>
                        <a:t> </a:t>
                      </a:r>
                      <a:r>
                        <a:rPr lang="en-US" sz="1300" u="none" strike="noStrike" baseline="0" dirty="0" err="1">
                          <a:effectLst/>
                          <a:latin typeface="Times New Roman" panose="02020603050405020304" pitchFamily="18" charset="0"/>
                          <a:cs typeface="Times New Roman" panose="02020603050405020304" pitchFamily="18" charset="0"/>
                        </a:rPr>
                        <a:t>các</a:t>
                      </a:r>
                      <a:r>
                        <a:rPr lang="en-US" sz="1300" u="none" strike="noStrike" baseline="0" dirty="0">
                          <a:effectLst/>
                          <a:latin typeface="Times New Roman" panose="02020603050405020304" pitchFamily="18" charset="0"/>
                          <a:cs typeface="Times New Roman" panose="02020603050405020304" pitchFamily="18" charset="0"/>
                        </a:rPr>
                        <a:t> </a:t>
                      </a:r>
                      <a:r>
                        <a:rPr lang="en-US" sz="1300" u="none" strike="noStrike" baseline="0" dirty="0" err="1">
                          <a:effectLst/>
                          <a:latin typeface="Times New Roman" panose="02020603050405020304" pitchFamily="18" charset="0"/>
                          <a:cs typeface="Times New Roman" panose="02020603050405020304" pitchFamily="18" charset="0"/>
                        </a:rPr>
                        <a:t>bên</a:t>
                      </a:r>
                      <a:r>
                        <a:rPr lang="vi-VN" sz="1300" u="none" strike="noStrike" dirty="0">
                          <a:effectLst/>
                          <a:latin typeface="Times New Roman" panose="02020603050405020304" pitchFamily="18" charset="0"/>
                          <a:cs typeface="Times New Roman" panose="02020603050405020304" pitchFamily="18" charset="0"/>
                        </a:rPr>
                        <a:t> báo cáo lại Lãnh đạo giàn để báo cáo về bờ xin phép chạy lại giàn trước kế hoạch</a:t>
                      </a:r>
                      <a:endParaRPr lang="vi-VN" sz="13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366" marR="4366" marT="4366" marB="0" anchor="ctr"/>
                </a:tc>
                <a:extLst>
                  <a:ext uri="{0D108BD9-81ED-4DB2-BD59-A6C34878D82A}">
                    <a16:rowId xmlns:a16="http://schemas.microsoft.com/office/drawing/2014/main" val="1845203445"/>
                  </a:ext>
                </a:extLst>
              </a:tr>
            </a:tbl>
          </a:graphicData>
        </a:graphic>
      </p:graphicFrame>
    </p:spTree>
    <p:extLst>
      <p:ext uri="{BB962C8B-B14F-4D97-AF65-F5344CB8AC3E}">
        <p14:creationId xmlns:p14="http://schemas.microsoft.com/office/powerpoint/2010/main" val="24945791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EBBFBB1-0CED-42BF-A6BC-EDEAC6E558FF}"/>
              </a:ext>
            </a:extLst>
          </p:cNvPr>
          <p:cNvGrpSpPr/>
          <p:nvPr/>
        </p:nvGrpSpPr>
        <p:grpSpPr>
          <a:xfrm>
            <a:off x="649223" y="1650751"/>
            <a:ext cx="11282020" cy="4713288"/>
            <a:chOff x="777240" y="1463040"/>
            <a:chExt cx="8518547" cy="4206240"/>
          </a:xfrm>
        </p:grpSpPr>
        <p:sp>
          <p:nvSpPr>
            <p:cNvPr id="4" name="Shape 1">
              <a:extLst>
                <a:ext uri="{FF2B5EF4-FFF2-40B4-BE49-F238E27FC236}">
                  <a16:creationId xmlns:a16="http://schemas.microsoft.com/office/drawing/2014/main" id="{9B054964-7068-4947-8679-DA3B28C9712B}"/>
                </a:ext>
              </a:extLst>
            </p:cNvPr>
            <p:cNvSpPr/>
            <p:nvPr/>
          </p:nvSpPr>
          <p:spPr>
            <a:xfrm>
              <a:off x="777240" y="1554480"/>
              <a:ext cx="2788920" cy="4114800"/>
            </a:xfrm>
            <a:prstGeom prst="roundRect">
              <a:avLst>
                <a:gd name="adj" fmla="val 3279"/>
              </a:avLst>
            </a:prstGeom>
            <a:solidFill>
              <a:srgbClr val="FFFFFF"/>
            </a:solidFill>
            <a:ln/>
            <a:effectLst>
              <a:outerShdw blurRad="101600" dist="38100" dir="8100000" algn="bl" rotWithShape="0">
                <a:srgbClr val="000000">
                  <a:alpha val="12000"/>
                </a:srgbClr>
              </a:outerShdw>
            </a:effectLst>
          </p:spPr>
        </p:sp>
        <p:sp>
          <p:nvSpPr>
            <p:cNvPr id="5" name="Shape 2">
              <a:extLst>
                <a:ext uri="{FF2B5EF4-FFF2-40B4-BE49-F238E27FC236}">
                  <a16:creationId xmlns:a16="http://schemas.microsoft.com/office/drawing/2014/main" id="{20549FFC-7016-4112-AE21-E7DCFCF21672}"/>
                </a:ext>
              </a:extLst>
            </p:cNvPr>
            <p:cNvSpPr/>
            <p:nvPr/>
          </p:nvSpPr>
          <p:spPr>
            <a:xfrm>
              <a:off x="777240" y="1554480"/>
              <a:ext cx="2788920" cy="457200"/>
            </a:xfrm>
            <a:prstGeom prst="rect">
              <a:avLst/>
            </a:prstGeom>
            <a:solidFill>
              <a:srgbClr val="0D9488"/>
            </a:solidFill>
            <a:ln/>
          </p:spPr>
        </p:sp>
        <p:sp>
          <p:nvSpPr>
            <p:cNvPr id="6" name="Text 3">
              <a:extLst>
                <a:ext uri="{FF2B5EF4-FFF2-40B4-BE49-F238E27FC236}">
                  <a16:creationId xmlns:a16="http://schemas.microsoft.com/office/drawing/2014/main" id="{938C833A-2F9C-4580-B020-0EC98BC24F6D}"/>
                </a:ext>
              </a:extLst>
            </p:cNvPr>
            <p:cNvSpPr/>
            <p:nvPr/>
          </p:nvSpPr>
          <p:spPr>
            <a:xfrm>
              <a:off x="777240" y="1507712"/>
              <a:ext cx="2788920" cy="457200"/>
            </a:xfrm>
            <a:prstGeom prst="rect">
              <a:avLst/>
            </a:prstGeom>
            <a:solidFill>
              <a:srgbClr val="0D9488"/>
            </a:solidFill>
            <a:ln/>
          </p:spPr>
          <p:txBody>
            <a:bodyPr wrap="square" lIns="0" tIns="0" rIns="0" bIns="0" rtlCol="0" anchor="ctr"/>
            <a:lstStyle/>
            <a:p>
              <a:pPr algn="ctr" fontAlgn="b"/>
              <a:r>
                <a:rPr lang="en-US" b="1">
                  <a:solidFill>
                    <a:schemeClr val="bg1"/>
                  </a:solidFill>
                  <a:latin typeface="Times New Roman" panose="02020603050405020304" pitchFamily="18" charset="0"/>
                  <a:cs typeface="Times New Roman" panose="02020603050405020304" pitchFamily="18" charset="0"/>
                </a:rPr>
                <a:t>Khó khăn / Thách thức</a:t>
              </a:r>
            </a:p>
          </p:txBody>
        </p:sp>
        <p:sp>
          <p:nvSpPr>
            <p:cNvPr id="7" name="Text 4">
              <a:extLst>
                <a:ext uri="{FF2B5EF4-FFF2-40B4-BE49-F238E27FC236}">
                  <a16:creationId xmlns:a16="http://schemas.microsoft.com/office/drawing/2014/main" id="{02A9ACC2-6220-4B6F-8099-172FE268B6AD}"/>
                </a:ext>
              </a:extLst>
            </p:cNvPr>
            <p:cNvSpPr/>
            <p:nvPr/>
          </p:nvSpPr>
          <p:spPr>
            <a:xfrm>
              <a:off x="914400" y="2148841"/>
              <a:ext cx="2584719" cy="3291840"/>
            </a:xfrm>
            <a:prstGeom prst="rect">
              <a:avLst/>
            </a:prstGeom>
            <a:noFill/>
            <a:ln/>
          </p:spPr>
          <p:txBody>
            <a:bodyPr wrap="square" lIns="0" tIns="0" rIns="0" bIns="0" rtlCol="0" anchor="t"/>
            <a:lstStyle/>
            <a:p>
              <a:pPr marL="342900" indent="-342900" algn="just" fontAlgn="b">
                <a:buFont typeface="+mj-lt"/>
                <a:buAutoNum type="arabicPeriod"/>
              </a:pPr>
              <a:r>
                <a:rPr lang="en-US" dirty="0" err="1">
                  <a:solidFill>
                    <a:schemeClr val="accent6">
                      <a:lumMod val="75000"/>
                    </a:schemeClr>
                  </a:solidFill>
                  <a:latin typeface="Times New Roman" panose="02020603050405020304" pitchFamily="18" charset="0"/>
                  <a:cs typeface="Times New Roman" panose="02020603050405020304" pitchFamily="18" charset="0"/>
                </a:rPr>
                <a:t>Công</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tác</a:t>
              </a:r>
              <a:r>
                <a:rPr lang="en-US" dirty="0">
                  <a:solidFill>
                    <a:schemeClr val="accent6">
                      <a:lumMod val="75000"/>
                    </a:schemeClr>
                  </a:solidFill>
                  <a:latin typeface="Times New Roman" panose="02020603050405020304" pitchFamily="18" charset="0"/>
                  <a:cs typeface="Times New Roman" panose="02020603050405020304" pitchFamily="18" charset="0"/>
                </a:rPr>
                <a:t> p</a:t>
              </a:r>
              <a:r>
                <a:rPr lang="vi-VN" dirty="0">
                  <a:solidFill>
                    <a:schemeClr val="accent6">
                      <a:lumMod val="75000"/>
                    </a:schemeClr>
                  </a:solidFill>
                  <a:latin typeface="Times New Roman" panose="02020603050405020304" pitchFamily="18" charset="0"/>
                  <a:cs typeface="Times New Roman" panose="02020603050405020304" pitchFamily="18" charset="0"/>
                </a:rPr>
                <a:t>hối hợp</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nhiều</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bên</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liên</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quan</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nhiều</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nhà</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thầu</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tham</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gia</a:t>
              </a:r>
              <a:endParaRPr lang="en-US" dirty="0">
                <a:solidFill>
                  <a:schemeClr val="accent6">
                    <a:lumMod val="75000"/>
                  </a:schemeClr>
                </a:solidFill>
                <a:latin typeface="Times New Roman" panose="02020603050405020304" pitchFamily="18" charset="0"/>
                <a:cs typeface="Times New Roman" panose="02020603050405020304" pitchFamily="18" charset="0"/>
              </a:endParaRPr>
            </a:p>
            <a:p>
              <a:pPr marL="342900" indent="-342900" algn="just" fontAlgn="b">
                <a:buFont typeface="+mj-lt"/>
                <a:buAutoNum type="arabicPeriod"/>
              </a:pPr>
              <a:r>
                <a:rPr lang="en-US" dirty="0">
                  <a:solidFill>
                    <a:schemeClr val="accent6">
                      <a:lumMod val="75000"/>
                    </a:schemeClr>
                  </a:solidFill>
                  <a:latin typeface="Times New Roman" panose="02020603050405020304" pitchFamily="18" charset="0"/>
                  <a:cs typeface="Times New Roman" panose="02020603050405020304" pitchFamily="18" charset="0"/>
                </a:rPr>
                <a:t>Theo </a:t>
              </a:r>
              <a:r>
                <a:rPr lang="en-US" dirty="0" err="1">
                  <a:solidFill>
                    <a:schemeClr val="accent6">
                      <a:lumMod val="75000"/>
                    </a:schemeClr>
                  </a:solidFill>
                  <a:latin typeface="Times New Roman" panose="02020603050405020304" pitchFamily="18" charset="0"/>
                  <a:cs typeface="Times New Roman" panose="02020603050405020304" pitchFamily="18" charset="0"/>
                </a:rPr>
                <a:t>dõi</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kế</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hoạch</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tổng</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thể</a:t>
              </a:r>
              <a:endParaRPr lang="en-US" dirty="0">
                <a:solidFill>
                  <a:schemeClr val="accent6">
                    <a:lumMod val="75000"/>
                  </a:schemeClr>
                </a:solidFill>
                <a:latin typeface="Times New Roman" panose="02020603050405020304" pitchFamily="18" charset="0"/>
                <a:cs typeface="Times New Roman" panose="02020603050405020304" pitchFamily="18" charset="0"/>
              </a:endParaRPr>
            </a:p>
            <a:p>
              <a:pPr marL="342900" indent="-342900" algn="just" fontAlgn="b">
                <a:buFont typeface="+mj-lt"/>
                <a:buAutoNum type="arabicPeriod"/>
              </a:pPr>
              <a:r>
                <a:rPr lang="vi-VN" dirty="0">
                  <a:solidFill>
                    <a:schemeClr val="accent6">
                      <a:lumMod val="75000"/>
                    </a:schemeClr>
                  </a:solidFill>
                  <a:latin typeface="Times New Roman" panose="02020603050405020304" pitchFamily="18" charset="0"/>
                  <a:cs typeface="Times New Roman" panose="02020603050405020304" pitchFamily="18" charset="0"/>
                </a:rPr>
                <a:t>Vật tư đến trễ / sai chủng loại</a:t>
              </a:r>
              <a:endParaRPr lang="en-US" dirty="0">
                <a:solidFill>
                  <a:schemeClr val="accent6">
                    <a:lumMod val="75000"/>
                  </a:schemeClr>
                </a:solidFill>
                <a:latin typeface="Times New Roman" panose="02020603050405020304" pitchFamily="18" charset="0"/>
                <a:cs typeface="Times New Roman" panose="02020603050405020304" pitchFamily="18" charset="0"/>
              </a:endParaRPr>
            </a:p>
            <a:p>
              <a:pPr marL="342900" indent="-342900" algn="just" fontAlgn="b">
                <a:buFont typeface="+mj-lt"/>
                <a:buAutoNum type="arabicPeriod"/>
              </a:pPr>
              <a:r>
                <a:rPr lang="en-US" dirty="0" err="1">
                  <a:solidFill>
                    <a:schemeClr val="accent6">
                      <a:lumMod val="75000"/>
                    </a:schemeClr>
                  </a:solidFill>
                  <a:latin typeface="Times New Roman" panose="02020603050405020304" pitchFamily="18" charset="0"/>
                  <a:cs typeface="Times New Roman" panose="02020603050405020304" pitchFamily="18" charset="0"/>
                </a:rPr>
                <a:t>Mặt</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bằng</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thi</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công</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chật</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hẹp</a:t>
              </a:r>
              <a:endParaRPr lang="en-US" dirty="0">
                <a:solidFill>
                  <a:schemeClr val="accent6">
                    <a:lumMod val="75000"/>
                  </a:schemeClr>
                </a:solidFill>
                <a:latin typeface="Times New Roman" panose="02020603050405020304" pitchFamily="18" charset="0"/>
                <a:cs typeface="Times New Roman" panose="02020603050405020304" pitchFamily="18" charset="0"/>
              </a:endParaRPr>
            </a:p>
            <a:p>
              <a:pPr marL="342900" indent="-342900" algn="just" fontAlgn="b">
                <a:buFont typeface="+mj-lt"/>
                <a:buAutoNum type="arabicPeriod"/>
              </a:pPr>
              <a:r>
                <a:rPr lang="vi-VN" dirty="0">
                  <a:solidFill>
                    <a:schemeClr val="accent6">
                      <a:lumMod val="75000"/>
                    </a:schemeClr>
                  </a:solidFill>
                  <a:latin typeface="Times New Roman" panose="02020603050405020304" pitchFamily="18" charset="0"/>
                  <a:cs typeface="Times New Roman" panose="02020603050405020304" pitchFamily="18" charset="0"/>
                </a:rPr>
                <a:t>Hậu cần</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điều</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kiện</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sinh</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hoạt</a:t>
              </a:r>
              <a:r>
                <a:rPr lang="vi-VN"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cho</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vi-VN" dirty="0">
                  <a:solidFill>
                    <a:schemeClr val="accent6">
                      <a:lumMod val="75000"/>
                    </a:schemeClr>
                  </a:solidFill>
                  <a:latin typeface="Times New Roman" panose="02020603050405020304" pitchFamily="18" charset="0"/>
                  <a:cs typeface="Times New Roman" panose="02020603050405020304" pitchFamily="18" charset="0"/>
                </a:rPr>
                <a:t>nhân sự chưa đáp ứng</a:t>
              </a:r>
              <a:endParaRPr lang="en-US" dirty="0">
                <a:solidFill>
                  <a:schemeClr val="accent6">
                    <a:lumMod val="75000"/>
                  </a:schemeClr>
                </a:solidFill>
                <a:latin typeface="Times New Roman" panose="02020603050405020304" pitchFamily="18" charset="0"/>
                <a:cs typeface="Times New Roman" panose="02020603050405020304" pitchFamily="18" charset="0"/>
              </a:endParaRPr>
            </a:p>
            <a:p>
              <a:pPr marL="342900" indent="-342900" algn="just" fontAlgn="b">
                <a:buFont typeface="+mj-lt"/>
                <a:buAutoNum type="arabicPeriod"/>
              </a:pPr>
              <a:r>
                <a:rPr lang="en-US" dirty="0" err="1">
                  <a:solidFill>
                    <a:schemeClr val="accent6">
                      <a:lumMod val="75000"/>
                    </a:schemeClr>
                  </a:solidFill>
                  <a:latin typeface="Times New Roman" panose="02020603050405020304" pitchFamily="18" charset="0"/>
                  <a:cs typeface="Times New Roman" panose="02020603050405020304" pitchFamily="18" charset="0"/>
                </a:rPr>
                <a:t>Công</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tác</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cấp</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phép</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làm</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việc</a:t>
              </a:r>
              <a:endParaRPr lang="en-US" dirty="0">
                <a:solidFill>
                  <a:schemeClr val="accent6">
                    <a:lumMod val="75000"/>
                  </a:schemeClr>
                </a:solidFill>
                <a:latin typeface="Times New Roman" panose="02020603050405020304" pitchFamily="18" charset="0"/>
                <a:cs typeface="Times New Roman" panose="02020603050405020304" pitchFamily="18" charset="0"/>
              </a:endParaRPr>
            </a:p>
            <a:p>
              <a:pPr marL="342900" indent="-342900" algn="just" fontAlgn="b">
                <a:buFont typeface="+mj-lt"/>
                <a:buAutoNum type="arabicPeriod"/>
              </a:pPr>
              <a:r>
                <a:rPr lang="en-US" dirty="0" err="1">
                  <a:solidFill>
                    <a:schemeClr val="accent6">
                      <a:lumMod val="75000"/>
                    </a:schemeClr>
                  </a:solidFill>
                  <a:latin typeface="Times New Roman" panose="02020603050405020304" pitchFamily="18" charset="0"/>
                  <a:cs typeface="Times New Roman" panose="02020603050405020304" pitchFamily="18" charset="0"/>
                </a:rPr>
                <a:t>Thiếu</a:t>
              </a:r>
              <a:r>
                <a:rPr lang="en-US" dirty="0">
                  <a:solidFill>
                    <a:schemeClr val="accent6">
                      <a:lumMod val="75000"/>
                    </a:schemeClr>
                  </a:solidFill>
                  <a:latin typeface="Times New Roman" panose="02020603050405020304" pitchFamily="18" charset="0"/>
                  <a:cs typeface="Times New Roman" panose="02020603050405020304" pitchFamily="18" charset="0"/>
                </a:rPr>
                <a:t> checklist </a:t>
              </a:r>
              <a:r>
                <a:rPr lang="en-US" dirty="0" err="1">
                  <a:solidFill>
                    <a:schemeClr val="accent6">
                      <a:lumMod val="75000"/>
                    </a:schemeClr>
                  </a:solidFill>
                  <a:latin typeface="Times New Roman" panose="02020603050405020304" pitchFamily="18" charset="0"/>
                  <a:cs typeface="Times New Roman" panose="02020603050405020304" pitchFamily="18" charset="0"/>
                </a:rPr>
                <a:t>phối</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hợp</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giữa</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các</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nhóm</a:t>
              </a:r>
              <a:endParaRPr lang="en-US"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8" name="Shape 5">
              <a:extLst>
                <a:ext uri="{FF2B5EF4-FFF2-40B4-BE49-F238E27FC236}">
                  <a16:creationId xmlns:a16="http://schemas.microsoft.com/office/drawing/2014/main" id="{CCFF4AF8-598B-437C-A9E9-EEC6BD39938F}"/>
                </a:ext>
              </a:extLst>
            </p:cNvPr>
            <p:cNvSpPr/>
            <p:nvPr/>
          </p:nvSpPr>
          <p:spPr>
            <a:xfrm>
              <a:off x="3703320" y="1554480"/>
              <a:ext cx="2788920" cy="4114800"/>
            </a:xfrm>
            <a:prstGeom prst="roundRect">
              <a:avLst>
                <a:gd name="adj" fmla="val 3279"/>
              </a:avLst>
            </a:prstGeom>
            <a:solidFill>
              <a:srgbClr val="FFFFFF"/>
            </a:solidFill>
            <a:ln/>
            <a:effectLst>
              <a:outerShdw blurRad="101600" dist="38100" dir="8100000" algn="bl" rotWithShape="0">
                <a:srgbClr val="000000">
                  <a:alpha val="12000"/>
                </a:srgbClr>
              </a:outerShdw>
            </a:effectLst>
          </p:spPr>
        </p:sp>
        <p:sp>
          <p:nvSpPr>
            <p:cNvPr id="9" name="Shape 6">
              <a:extLst>
                <a:ext uri="{FF2B5EF4-FFF2-40B4-BE49-F238E27FC236}">
                  <a16:creationId xmlns:a16="http://schemas.microsoft.com/office/drawing/2014/main" id="{690AF76D-4ED5-4AFD-B289-AB086C8E5DEA}"/>
                </a:ext>
              </a:extLst>
            </p:cNvPr>
            <p:cNvSpPr/>
            <p:nvPr/>
          </p:nvSpPr>
          <p:spPr>
            <a:xfrm>
              <a:off x="3732037" y="1485900"/>
              <a:ext cx="2788920" cy="457200"/>
            </a:xfrm>
            <a:prstGeom prst="rect">
              <a:avLst/>
            </a:prstGeom>
            <a:solidFill>
              <a:srgbClr val="92D050"/>
            </a:solidFill>
            <a:ln>
              <a:solidFill>
                <a:srgbClr val="92D050"/>
              </a:solidFill>
            </a:ln>
          </p:spPr>
        </p:sp>
        <p:sp>
          <p:nvSpPr>
            <p:cNvPr id="10" name="Text 7">
              <a:extLst>
                <a:ext uri="{FF2B5EF4-FFF2-40B4-BE49-F238E27FC236}">
                  <a16:creationId xmlns:a16="http://schemas.microsoft.com/office/drawing/2014/main" id="{D290001C-882B-430A-B4C7-363AD95B6F47}"/>
                </a:ext>
              </a:extLst>
            </p:cNvPr>
            <p:cNvSpPr/>
            <p:nvPr/>
          </p:nvSpPr>
          <p:spPr>
            <a:xfrm>
              <a:off x="3766450" y="1497782"/>
              <a:ext cx="2788920" cy="457200"/>
            </a:xfrm>
            <a:prstGeom prst="rect">
              <a:avLst/>
            </a:prstGeom>
            <a:noFill/>
            <a:ln/>
          </p:spPr>
          <p:txBody>
            <a:bodyPr wrap="square" lIns="0" tIns="0" rIns="0" bIns="0" rtlCol="0" anchor="ctr"/>
            <a:lstStyle/>
            <a:p>
              <a:pPr algn="ctr" fontAlgn="b"/>
              <a:r>
                <a:rPr lang="en-US" b="1">
                  <a:solidFill>
                    <a:schemeClr val="bg1"/>
                  </a:solidFill>
                  <a:latin typeface="Times New Roman" panose="02020603050405020304" pitchFamily="18" charset="0"/>
                  <a:cs typeface="Times New Roman" panose="02020603050405020304" pitchFamily="18" charset="0"/>
                </a:rPr>
                <a:t>Mô tả chi tiết</a:t>
              </a:r>
            </a:p>
          </p:txBody>
        </p:sp>
        <p:sp>
          <p:nvSpPr>
            <p:cNvPr id="11" name="Text 8">
              <a:extLst>
                <a:ext uri="{FF2B5EF4-FFF2-40B4-BE49-F238E27FC236}">
                  <a16:creationId xmlns:a16="http://schemas.microsoft.com/office/drawing/2014/main" id="{4FD306BC-4ACB-4E50-A335-53142BCAAEA6}"/>
                </a:ext>
              </a:extLst>
            </p:cNvPr>
            <p:cNvSpPr/>
            <p:nvPr/>
          </p:nvSpPr>
          <p:spPr>
            <a:xfrm>
              <a:off x="3840480" y="1983750"/>
              <a:ext cx="2651760" cy="3291840"/>
            </a:xfrm>
            <a:prstGeom prst="rect">
              <a:avLst/>
            </a:prstGeom>
            <a:noFill/>
            <a:ln/>
          </p:spPr>
          <p:txBody>
            <a:bodyPr wrap="square" lIns="0" tIns="0" rIns="0" bIns="0" rtlCol="0" anchor="t"/>
            <a:lstStyle/>
            <a:p>
              <a:pPr marL="342900" indent="-342900" algn="just" fontAlgn="b">
                <a:buFont typeface="+mj-lt"/>
                <a:buAutoNum type="arabicPeriod"/>
              </a:pPr>
              <a:r>
                <a:rPr lang="en-US" dirty="0" err="1">
                  <a:solidFill>
                    <a:schemeClr val="accent6">
                      <a:lumMod val="75000"/>
                    </a:schemeClr>
                  </a:solidFill>
                  <a:latin typeface="Times New Roman" panose="02020603050405020304" pitchFamily="18" charset="0"/>
                  <a:cs typeface="Times New Roman" panose="02020603050405020304" pitchFamily="18" charset="0"/>
                </a:rPr>
                <a:t>Nhiều</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đơn</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vị</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nhà</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thầu</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tham</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gia</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đồng</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thời</a:t>
              </a:r>
              <a:endParaRPr lang="en-US" dirty="0">
                <a:solidFill>
                  <a:schemeClr val="accent6">
                    <a:lumMod val="75000"/>
                  </a:schemeClr>
                </a:solidFill>
                <a:latin typeface="Times New Roman" panose="02020603050405020304" pitchFamily="18" charset="0"/>
                <a:cs typeface="Times New Roman" panose="02020603050405020304" pitchFamily="18" charset="0"/>
              </a:endParaRPr>
            </a:p>
            <a:p>
              <a:pPr marL="342900" indent="-342900" algn="just" fontAlgn="b">
                <a:buFont typeface="+mj-lt"/>
                <a:buAutoNum type="arabicPeriod"/>
              </a:pPr>
              <a:r>
                <a:rPr lang="en-US" dirty="0" err="1">
                  <a:solidFill>
                    <a:schemeClr val="accent6">
                      <a:lumMod val="75000"/>
                    </a:schemeClr>
                  </a:solidFill>
                  <a:latin typeface="Times New Roman" panose="02020603050405020304" pitchFamily="18" charset="0"/>
                  <a:cs typeface="Times New Roman" panose="02020603050405020304" pitchFamily="18" charset="0"/>
                </a:rPr>
                <a:t>Các</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nhóm</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chuyên</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môn</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không</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đồng</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bộ</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lịch</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thi</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công</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chưa</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có</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lịch</a:t>
              </a:r>
              <a:r>
                <a:rPr lang="en-US" dirty="0">
                  <a:solidFill>
                    <a:schemeClr val="accent6">
                      <a:lumMod val="75000"/>
                    </a:schemeClr>
                  </a:solidFill>
                  <a:latin typeface="Times New Roman" panose="02020603050405020304" pitchFamily="18" charset="0"/>
                  <a:cs typeface="Times New Roman" panose="02020603050405020304" pitchFamily="18" charset="0"/>
                </a:rPr>
                <a:t> chi </a:t>
              </a:r>
              <a:r>
                <a:rPr lang="en-US" dirty="0" err="1">
                  <a:solidFill>
                    <a:schemeClr val="accent6">
                      <a:lumMod val="75000"/>
                    </a:schemeClr>
                  </a:solidFill>
                  <a:latin typeface="Times New Roman" panose="02020603050405020304" pitchFamily="18" charset="0"/>
                  <a:cs typeface="Times New Roman" panose="02020603050405020304" pitchFamily="18" charset="0"/>
                </a:rPr>
                <a:t>tiết</a:t>
              </a:r>
              <a:r>
                <a:rPr lang="en-US" dirty="0">
                  <a:solidFill>
                    <a:schemeClr val="accent6">
                      <a:lumMod val="75000"/>
                    </a:schemeClr>
                  </a:solidFill>
                  <a:latin typeface="Times New Roman" panose="02020603050405020304" pitchFamily="18" charset="0"/>
                  <a:cs typeface="Times New Roman" panose="02020603050405020304" pitchFamily="18" charset="0"/>
                </a:rPr>
                <a:t>.</a:t>
              </a:r>
            </a:p>
            <a:p>
              <a:pPr marL="342900" indent="-342900" algn="just" fontAlgn="b">
                <a:buFont typeface="+mj-lt"/>
                <a:buAutoNum type="arabicPeriod"/>
              </a:pPr>
              <a:r>
                <a:rPr lang="en-US" dirty="0" err="1">
                  <a:solidFill>
                    <a:schemeClr val="accent6">
                      <a:lumMod val="75000"/>
                    </a:schemeClr>
                  </a:solidFill>
                  <a:latin typeface="Times New Roman" panose="02020603050405020304" pitchFamily="18" charset="0"/>
                  <a:cs typeface="Times New Roman" panose="02020603050405020304" pitchFamily="18" charset="0"/>
                </a:rPr>
                <a:t>Chất</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lượng</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vật</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tư</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chủng</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loại</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vật</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tư</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chưa</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đảm</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bảo</a:t>
              </a:r>
              <a:endParaRPr lang="en-US" dirty="0">
                <a:solidFill>
                  <a:schemeClr val="accent6">
                    <a:lumMod val="75000"/>
                  </a:schemeClr>
                </a:solidFill>
                <a:latin typeface="Times New Roman" panose="02020603050405020304" pitchFamily="18" charset="0"/>
                <a:cs typeface="Times New Roman" panose="02020603050405020304" pitchFamily="18" charset="0"/>
              </a:endParaRPr>
            </a:p>
            <a:p>
              <a:pPr marL="342900" indent="-342900" algn="just" fontAlgn="b">
                <a:buFont typeface="+mj-lt"/>
                <a:buAutoNum type="arabicPeriod"/>
              </a:pPr>
              <a:r>
                <a:rPr lang="en-US" dirty="0" err="1">
                  <a:solidFill>
                    <a:schemeClr val="accent6">
                      <a:lumMod val="75000"/>
                    </a:schemeClr>
                  </a:solidFill>
                  <a:latin typeface="Times New Roman" panose="02020603050405020304" pitchFamily="18" charset="0"/>
                  <a:cs typeface="Times New Roman" panose="02020603050405020304" pitchFamily="18" charset="0"/>
                </a:rPr>
                <a:t>Khó</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bố</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trí</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đồng</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thời</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nhiều</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nhóm</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làm</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việc</a:t>
              </a:r>
              <a:endParaRPr lang="en-US" dirty="0">
                <a:solidFill>
                  <a:schemeClr val="accent6">
                    <a:lumMod val="75000"/>
                  </a:schemeClr>
                </a:solidFill>
                <a:latin typeface="Times New Roman" panose="02020603050405020304" pitchFamily="18" charset="0"/>
                <a:cs typeface="Times New Roman" panose="02020603050405020304" pitchFamily="18" charset="0"/>
              </a:endParaRPr>
            </a:p>
            <a:p>
              <a:pPr marL="342900" indent="-342900" algn="just" fontAlgn="b">
                <a:buFont typeface="+mj-lt"/>
                <a:buAutoNum type="arabicPeriod"/>
              </a:pPr>
              <a:r>
                <a:rPr lang="en-US" dirty="0" err="1">
                  <a:solidFill>
                    <a:schemeClr val="accent6">
                      <a:lumMod val="75000"/>
                    </a:schemeClr>
                  </a:solidFill>
                  <a:latin typeface="Times New Roman" panose="02020603050405020304" pitchFamily="18" charset="0"/>
                  <a:cs typeface="Times New Roman" panose="02020603050405020304" pitchFamily="18" charset="0"/>
                </a:rPr>
                <a:t>Điều</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kiện</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sinh</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hoạt</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nghỉ</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ngơi</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chưa</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đảm</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bảo</a:t>
              </a:r>
              <a:endParaRPr lang="en-US" dirty="0">
                <a:solidFill>
                  <a:schemeClr val="accent6">
                    <a:lumMod val="75000"/>
                  </a:schemeClr>
                </a:solidFill>
                <a:latin typeface="Times New Roman" panose="02020603050405020304" pitchFamily="18" charset="0"/>
                <a:cs typeface="Times New Roman" panose="02020603050405020304" pitchFamily="18" charset="0"/>
              </a:endParaRPr>
            </a:p>
            <a:p>
              <a:pPr marL="342900" indent="-342900" algn="just" fontAlgn="b">
                <a:buFont typeface="+mj-lt"/>
                <a:buAutoNum type="arabicPeriod"/>
              </a:pPr>
              <a:r>
                <a:rPr lang="en-US" dirty="0" err="1">
                  <a:solidFill>
                    <a:schemeClr val="accent6">
                      <a:lumMod val="75000"/>
                    </a:schemeClr>
                  </a:solidFill>
                  <a:latin typeface="Times New Roman" panose="02020603050405020304" pitchFamily="18" charset="0"/>
                  <a:cs typeface="Times New Roman" panose="02020603050405020304" pitchFamily="18" charset="0"/>
                </a:rPr>
                <a:t>Công</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tác</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cấp</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phép</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ảnh</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hưởng</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đến</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tiến</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độ</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công</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việc</a:t>
              </a:r>
              <a:endParaRPr lang="en-US"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12" name="Shape 9">
              <a:extLst>
                <a:ext uri="{FF2B5EF4-FFF2-40B4-BE49-F238E27FC236}">
                  <a16:creationId xmlns:a16="http://schemas.microsoft.com/office/drawing/2014/main" id="{1B8093C0-2625-40BE-BF09-CAB38D53D101}"/>
                </a:ext>
              </a:extLst>
            </p:cNvPr>
            <p:cNvSpPr/>
            <p:nvPr/>
          </p:nvSpPr>
          <p:spPr>
            <a:xfrm>
              <a:off x="6629400" y="1554480"/>
              <a:ext cx="2651760" cy="4114800"/>
            </a:xfrm>
            <a:prstGeom prst="roundRect">
              <a:avLst>
                <a:gd name="adj" fmla="val 3448"/>
              </a:avLst>
            </a:prstGeom>
            <a:solidFill>
              <a:srgbClr val="FFFFFF"/>
            </a:solidFill>
            <a:ln/>
            <a:effectLst>
              <a:outerShdw blurRad="101600" dist="38100" dir="8100000" algn="bl" rotWithShape="0">
                <a:srgbClr val="000000">
                  <a:alpha val="12000"/>
                </a:srgbClr>
              </a:outerShdw>
            </a:effectLst>
          </p:spPr>
        </p:sp>
        <p:sp>
          <p:nvSpPr>
            <p:cNvPr id="13" name="Shape 10">
              <a:extLst>
                <a:ext uri="{FF2B5EF4-FFF2-40B4-BE49-F238E27FC236}">
                  <a16:creationId xmlns:a16="http://schemas.microsoft.com/office/drawing/2014/main" id="{C3466C93-D28C-4D3E-A57D-7CA2ED2DA173}"/>
                </a:ext>
              </a:extLst>
            </p:cNvPr>
            <p:cNvSpPr/>
            <p:nvPr/>
          </p:nvSpPr>
          <p:spPr>
            <a:xfrm>
              <a:off x="6629400" y="1463040"/>
              <a:ext cx="2651760" cy="457200"/>
            </a:xfrm>
            <a:prstGeom prst="rect">
              <a:avLst/>
            </a:prstGeom>
            <a:solidFill>
              <a:srgbClr val="F59E0B"/>
            </a:solidFill>
            <a:ln/>
          </p:spPr>
        </p:sp>
        <p:sp>
          <p:nvSpPr>
            <p:cNvPr id="14" name="Text 11">
              <a:extLst>
                <a:ext uri="{FF2B5EF4-FFF2-40B4-BE49-F238E27FC236}">
                  <a16:creationId xmlns:a16="http://schemas.microsoft.com/office/drawing/2014/main" id="{C05ADCE5-6164-47BC-B535-386569626C37}"/>
                </a:ext>
              </a:extLst>
            </p:cNvPr>
            <p:cNvSpPr/>
            <p:nvPr/>
          </p:nvSpPr>
          <p:spPr>
            <a:xfrm>
              <a:off x="6644027" y="1463040"/>
              <a:ext cx="2651760" cy="457200"/>
            </a:xfrm>
            <a:prstGeom prst="rect">
              <a:avLst/>
            </a:prstGeom>
            <a:noFill/>
            <a:ln/>
          </p:spPr>
          <p:txBody>
            <a:bodyPr wrap="square" lIns="0" tIns="0" rIns="0" bIns="0" rtlCol="0" anchor="ctr"/>
            <a:lstStyle/>
            <a:p>
              <a:pPr algn="ctr" fontAlgn="b"/>
              <a:r>
                <a:rPr lang="en-US" b="1">
                  <a:solidFill>
                    <a:schemeClr val="bg1"/>
                  </a:solidFill>
                  <a:latin typeface="Times New Roman" panose="02020603050405020304" pitchFamily="18" charset="0"/>
                  <a:cs typeface="Times New Roman" panose="02020603050405020304" pitchFamily="18" charset="0"/>
                </a:rPr>
                <a:t>Giải pháp khắc phục</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15" name="Text 12">
              <a:extLst>
                <a:ext uri="{FF2B5EF4-FFF2-40B4-BE49-F238E27FC236}">
                  <a16:creationId xmlns:a16="http://schemas.microsoft.com/office/drawing/2014/main" id="{543F78B5-1F59-4723-9ADB-70D2D14362B6}"/>
                </a:ext>
              </a:extLst>
            </p:cNvPr>
            <p:cNvSpPr/>
            <p:nvPr/>
          </p:nvSpPr>
          <p:spPr>
            <a:xfrm>
              <a:off x="6766560" y="2007299"/>
              <a:ext cx="2514600" cy="3661980"/>
            </a:xfrm>
            <a:prstGeom prst="rect">
              <a:avLst/>
            </a:prstGeom>
            <a:noFill/>
            <a:ln/>
          </p:spPr>
          <p:txBody>
            <a:bodyPr wrap="square" lIns="0" tIns="0" rIns="0" bIns="0" rtlCol="0" anchor="t"/>
            <a:lstStyle/>
            <a:p>
              <a:pPr marL="342900" indent="-342900" algn="just" fontAlgn="b">
                <a:buFont typeface="+mj-lt"/>
                <a:buAutoNum type="arabicPeriod"/>
              </a:pPr>
              <a:r>
                <a:rPr lang="en-US" dirty="0" err="1">
                  <a:solidFill>
                    <a:schemeClr val="accent6">
                      <a:lumMod val="75000"/>
                    </a:schemeClr>
                  </a:solidFill>
                  <a:latin typeface="Times New Roman" panose="02020603050405020304" pitchFamily="18" charset="0"/>
                  <a:cs typeface="Times New Roman" panose="02020603050405020304" pitchFamily="18" charset="0"/>
                </a:rPr>
                <a:t>Thiết</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lập</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đầu</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mối</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điều</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phối</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chung</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ngoài</a:t>
              </a:r>
              <a:r>
                <a:rPr lang="en-US" dirty="0">
                  <a:solidFill>
                    <a:schemeClr val="accent6">
                      <a:lumMod val="75000"/>
                    </a:schemeClr>
                  </a:solidFill>
                  <a:latin typeface="Times New Roman" panose="02020603050405020304" pitchFamily="18" charset="0"/>
                  <a:cs typeface="Times New Roman" panose="02020603050405020304" pitchFamily="18" charset="0"/>
                </a:rPr>
                <a:t> site, </a:t>
              </a:r>
              <a:r>
                <a:rPr lang="en-US" dirty="0" err="1">
                  <a:solidFill>
                    <a:schemeClr val="accent6">
                      <a:lumMod val="75000"/>
                    </a:schemeClr>
                  </a:solidFill>
                  <a:latin typeface="Times New Roman" panose="02020603050405020304" pitchFamily="18" charset="0"/>
                  <a:cs typeface="Times New Roman" panose="02020603050405020304" pitchFamily="18" charset="0"/>
                </a:rPr>
                <a:t>tổ</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chức</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họp</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giao</a:t>
              </a:r>
              <a:r>
                <a:rPr lang="en-US" dirty="0">
                  <a:solidFill>
                    <a:schemeClr val="accent6">
                      <a:lumMod val="75000"/>
                    </a:schemeClr>
                  </a:solidFill>
                  <a:latin typeface="Times New Roman" panose="02020603050405020304" pitchFamily="18" charset="0"/>
                  <a:cs typeface="Times New Roman" panose="02020603050405020304" pitchFamily="18" charset="0"/>
                </a:rPr>
                <a:t> ban </a:t>
              </a:r>
              <a:r>
                <a:rPr lang="en-US" dirty="0" err="1">
                  <a:solidFill>
                    <a:schemeClr val="accent6">
                      <a:lumMod val="75000"/>
                    </a:schemeClr>
                  </a:solidFill>
                  <a:latin typeface="Times New Roman" panose="02020603050405020304" pitchFamily="18" charset="0"/>
                  <a:cs typeface="Times New Roman" panose="02020603050405020304" pitchFamily="18" charset="0"/>
                </a:rPr>
                <a:t>định</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kỳ</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hàng</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ngày</a:t>
              </a:r>
              <a:endParaRPr lang="en-US" dirty="0">
                <a:solidFill>
                  <a:schemeClr val="accent6">
                    <a:lumMod val="75000"/>
                  </a:schemeClr>
                </a:solidFill>
                <a:latin typeface="Times New Roman" panose="02020603050405020304" pitchFamily="18" charset="0"/>
                <a:cs typeface="Times New Roman" panose="02020603050405020304" pitchFamily="18" charset="0"/>
              </a:endParaRPr>
            </a:p>
            <a:p>
              <a:pPr marL="342900" indent="-342900" algn="just" fontAlgn="b">
                <a:buFont typeface="+mj-lt"/>
                <a:buAutoNum type="arabicPeriod"/>
              </a:pPr>
              <a:r>
                <a:rPr lang="en-US" dirty="0" err="1">
                  <a:solidFill>
                    <a:schemeClr val="accent6">
                      <a:lumMod val="75000"/>
                    </a:schemeClr>
                  </a:solidFill>
                  <a:latin typeface="Times New Roman" panose="02020603050405020304" pitchFamily="18" charset="0"/>
                  <a:cs typeface="Times New Roman" panose="02020603050405020304" pitchFamily="18" charset="0"/>
                </a:rPr>
                <a:t>Thường</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xuyên</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theo</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dõi</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cập</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nhật</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tiến</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độ</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công</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việc</a:t>
              </a:r>
              <a:endParaRPr lang="en-US" dirty="0">
                <a:solidFill>
                  <a:schemeClr val="accent6">
                    <a:lumMod val="75000"/>
                  </a:schemeClr>
                </a:solidFill>
                <a:latin typeface="Times New Roman" panose="02020603050405020304" pitchFamily="18" charset="0"/>
                <a:cs typeface="Times New Roman" panose="02020603050405020304" pitchFamily="18" charset="0"/>
              </a:endParaRPr>
            </a:p>
            <a:p>
              <a:pPr marL="342900" indent="-342900" algn="just" fontAlgn="b">
                <a:buFont typeface="+mj-lt"/>
                <a:buAutoNum type="arabicPeriod"/>
              </a:pPr>
              <a:r>
                <a:rPr lang="vi-VN" dirty="0">
                  <a:solidFill>
                    <a:schemeClr val="accent6">
                      <a:lumMod val="75000"/>
                    </a:schemeClr>
                  </a:solidFill>
                  <a:latin typeface="Times New Roman" panose="02020603050405020304" pitchFamily="18" charset="0"/>
                  <a:cs typeface="Times New Roman" panose="02020603050405020304" pitchFamily="18" charset="0"/>
                </a:rPr>
                <a:t>Rà soát danh mục vật tư, </a:t>
              </a:r>
              <a:r>
                <a:rPr lang="en-US" dirty="0" err="1">
                  <a:solidFill>
                    <a:schemeClr val="accent6">
                      <a:lumMod val="75000"/>
                    </a:schemeClr>
                  </a:solidFill>
                  <a:latin typeface="Times New Roman" panose="02020603050405020304" pitchFamily="18" charset="0"/>
                  <a:cs typeface="Times New Roman" panose="02020603050405020304" pitchFamily="18" charset="0"/>
                </a:rPr>
                <a:t>cập</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nhật</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thường</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xuyên</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hiện</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trạng</a:t>
              </a:r>
              <a:endParaRPr lang="en-US" dirty="0">
                <a:solidFill>
                  <a:schemeClr val="accent6">
                    <a:lumMod val="75000"/>
                  </a:schemeClr>
                </a:solidFill>
                <a:latin typeface="Times New Roman" panose="02020603050405020304" pitchFamily="18" charset="0"/>
                <a:cs typeface="Times New Roman" panose="02020603050405020304" pitchFamily="18" charset="0"/>
              </a:endParaRPr>
            </a:p>
            <a:p>
              <a:pPr marL="342900" indent="-342900" algn="just" fontAlgn="b">
                <a:buFont typeface="+mj-lt"/>
                <a:buAutoNum type="arabicPeriod"/>
              </a:pPr>
              <a:r>
                <a:rPr lang="en-US" dirty="0" err="1">
                  <a:solidFill>
                    <a:schemeClr val="accent6">
                      <a:lumMod val="75000"/>
                    </a:schemeClr>
                  </a:solidFill>
                  <a:latin typeface="Times New Roman" panose="02020603050405020304" pitchFamily="18" charset="0"/>
                  <a:cs typeface="Times New Roman" panose="02020603050405020304" pitchFamily="18" charset="0"/>
                </a:rPr>
                <a:t>Phân</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vùng</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rõ</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ràng</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bố</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trí</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luân</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phiên</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theo</a:t>
              </a:r>
              <a:r>
                <a:rPr lang="en-US" dirty="0">
                  <a:solidFill>
                    <a:schemeClr val="accent6">
                      <a:lumMod val="75000"/>
                    </a:schemeClr>
                  </a:solidFill>
                  <a:latin typeface="Times New Roman" panose="02020603050405020304" pitchFamily="18" charset="0"/>
                  <a:cs typeface="Times New Roman" panose="02020603050405020304" pitchFamily="18" charset="0"/>
                </a:rPr>
                <a:t> ca</a:t>
              </a:r>
            </a:p>
            <a:p>
              <a:pPr marL="342900" indent="-342900" algn="just" fontAlgn="b">
                <a:buFont typeface="+mj-lt"/>
                <a:buAutoNum type="arabicPeriod"/>
              </a:pPr>
              <a:r>
                <a:rPr lang="en-US" dirty="0" err="1">
                  <a:solidFill>
                    <a:schemeClr val="accent6">
                      <a:lumMod val="75000"/>
                    </a:schemeClr>
                  </a:solidFill>
                  <a:latin typeface="Times New Roman" panose="02020603050405020304" pitchFamily="18" charset="0"/>
                  <a:cs typeface="Times New Roman" panose="02020603050405020304" pitchFamily="18" charset="0"/>
                </a:rPr>
                <a:t>Kiểm</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tra</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tình</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trạng</a:t>
              </a:r>
              <a:r>
                <a:rPr lang="en-US" dirty="0">
                  <a:solidFill>
                    <a:schemeClr val="accent6">
                      <a:lumMod val="75000"/>
                    </a:schemeClr>
                  </a:solidFill>
                  <a:latin typeface="Times New Roman" panose="02020603050405020304" pitchFamily="18" charset="0"/>
                  <a:cs typeface="Times New Roman" panose="02020603050405020304" pitchFamily="18" charset="0"/>
                </a:rPr>
                <a:t> container,  </a:t>
              </a:r>
              <a:r>
                <a:rPr lang="vi-VN" dirty="0">
                  <a:solidFill>
                    <a:schemeClr val="accent6">
                      <a:lumMod val="75000"/>
                    </a:schemeClr>
                  </a:solidFill>
                  <a:latin typeface="Times New Roman" panose="02020603050405020304" pitchFamily="18" charset="0"/>
                  <a:cs typeface="Times New Roman" panose="02020603050405020304" pitchFamily="18" charset="0"/>
                </a:rPr>
                <a:t>Mở rộng khu lưu trú tạm thời, bố trí ca nghỉ hợp lý</a:t>
              </a:r>
              <a:endParaRPr lang="en-US" dirty="0">
                <a:solidFill>
                  <a:schemeClr val="accent6">
                    <a:lumMod val="75000"/>
                  </a:schemeClr>
                </a:solidFill>
                <a:latin typeface="Times New Roman" panose="02020603050405020304" pitchFamily="18" charset="0"/>
                <a:cs typeface="Times New Roman" panose="02020603050405020304" pitchFamily="18" charset="0"/>
              </a:endParaRPr>
            </a:p>
            <a:p>
              <a:pPr marL="342900" indent="-342900" algn="just" fontAlgn="b">
                <a:buFont typeface="+mj-lt"/>
                <a:buAutoNum type="arabicPeriod"/>
              </a:pPr>
              <a:r>
                <a:rPr lang="en-US" dirty="0" err="1">
                  <a:solidFill>
                    <a:schemeClr val="accent6">
                      <a:lumMod val="75000"/>
                    </a:schemeClr>
                  </a:solidFill>
                  <a:latin typeface="Times New Roman" panose="02020603050405020304" pitchFamily="18" charset="0"/>
                  <a:cs typeface="Times New Roman" panose="02020603050405020304" pitchFamily="18" charset="0"/>
                </a:rPr>
                <a:t>Ưu</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tiên</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cấp</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phép</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các</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công</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việc</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đường</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gant</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tiến</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độ</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dài</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err="1">
                  <a:solidFill>
                    <a:schemeClr val="accent6">
                      <a:lumMod val="75000"/>
                    </a:schemeClr>
                  </a:solidFill>
                  <a:latin typeface="Times New Roman" panose="02020603050405020304" pitchFamily="18" charset="0"/>
                  <a:cs typeface="Times New Roman" panose="02020603050405020304" pitchFamily="18" charset="0"/>
                </a:rPr>
                <a:t>ngày</a:t>
              </a:r>
              <a:endParaRPr lang="en-US" dirty="0">
                <a:solidFill>
                  <a:schemeClr val="accent6">
                    <a:lumMod val="75000"/>
                  </a:schemeClr>
                </a:solidFill>
                <a:latin typeface="Times New Roman" panose="02020603050405020304" pitchFamily="18" charset="0"/>
                <a:cs typeface="Times New Roman" panose="02020603050405020304" pitchFamily="18" charset="0"/>
              </a:endParaRPr>
            </a:p>
          </p:txBody>
        </p:sp>
      </p:grpSp>
      <p:sp>
        <p:nvSpPr>
          <p:cNvPr id="16" name="Rectangle 15">
            <a:extLst>
              <a:ext uri="{FF2B5EF4-FFF2-40B4-BE49-F238E27FC236}">
                <a16:creationId xmlns:a16="http://schemas.microsoft.com/office/drawing/2014/main" id="{D5C921DD-4EA4-4A1E-AD49-782B82D278D8}"/>
              </a:ext>
            </a:extLst>
          </p:cNvPr>
          <p:cNvSpPr/>
          <p:nvPr/>
        </p:nvSpPr>
        <p:spPr>
          <a:xfrm>
            <a:off x="532555" y="1307035"/>
            <a:ext cx="5897699" cy="369332"/>
          </a:xfrm>
          <a:prstGeom prst="rect">
            <a:avLst/>
          </a:prstGeom>
        </p:spPr>
        <p:txBody>
          <a:bodyPr wrap="square">
            <a:spAutoFit/>
          </a:bodyPr>
          <a:lstStyle/>
          <a:p>
            <a:pPr marL="285750" indent="-285750">
              <a:buFont typeface="Wingdings" panose="05000000000000000000" pitchFamily="2" charset="2"/>
              <a:buChar char="v"/>
            </a:pPr>
            <a:r>
              <a:rPr lang="en-US" b="1">
                <a:solidFill>
                  <a:schemeClr val="accent6">
                    <a:lumMod val="75000"/>
                  </a:schemeClr>
                </a:solidFill>
                <a:latin typeface="Times New Roman" panose="02020603050405020304" pitchFamily="18" charset="0"/>
                <a:cs typeface="Times New Roman" panose="02020603050405020304" pitchFamily="18" charset="0"/>
              </a:rPr>
              <a:t>Khó </a:t>
            </a:r>
            <a:r>
              <a:rPr lang="en-US" b="1" dirty="0" err="1">
                <a:solidFill>
                  <a:schemeClr val="accent6">
                    <a:lumMod val="75000"/>
                  </a:schemeClr>
                </a:solidFill>
                <a:latin typeface="Times New Roman" panose="02020603050405020304" pitchFamily="18" charset="0"/>
                <a:cs typeface="Times New Roman" panose="02020603050405020304" pitchFamily="18" charset="0"/>
              </a:rPr>
              <a:t>khăn</a:t>
            </a:r>
            <a:r>
              <a:rPr lang="en-US" b="1" dirty="0">
                <a:solidFill>
                  <a:schemeClr val="accent6">
                    <a:lumMod val="75000"/>
                  </a:schemeClr>
                </a:solidFill>
                <a:latin typeface="Times New Roman" panose="02020603050405020304" pitchFamily="18" charset="0"/>
                <a:cs typeface="Times New Roman" panose="02020603050405020304" pitchFamily="18" charset="0"/>
              </a:rPr>
              <a:t>, </a:t>
            </a:r>
            <a:r>
              <a:rPr lang="en-US" b="1" dirty="0" err="1">
                <a:solidFill>
                  <a:schemeClr val="accent6">
                    <a:lumMod val="75000"/>
                  </a:schemeClr>
                </a:solidFill>
                <a:latin typeface="Times New Roman" panose="02020603050405020304" pitchFamily="18" charset="0"/>
                <a:cs typeface="Times New Roman" panose="02020603050405020304" pitchFamily="18" charset="0"/>
              </a:rPr>
              <a:t>thách</a:t>
            </a:r>
            <a:r>
              <a:rPr lang="en-US" b="1" dirty="0">
                <a:solidFill>
                  <a:schemeClr val="accent6">
                    <a:lumMod val="75000"/>
                  </a:schemeClr>
                </a:solidFill>
                <a:latin typeface="Times New Roman" panose="02020603050405020304" pitchFamily="18" charset="0"/>
                <a:cs typeface="Times New Roman" panose="02020603050405020304" pitchFamily="18" charset="0"/>
              </a:rPr>
              <a:t> </a:t>
            </a:r>
            <a:r>
              <a:rPr lang="en-US" b="1" dirty="0" err="1">
                <a:solidFill>
                  <a:schemeClr val="accent6">
                    <a:lumMod val="75000"/>
                  </a:schemeClr>
                </a:solidFill>
                <a:latin typeface="Times New Roman" panose="02020603050405020304" pitchFamily="18" charset="0"/>
                <a:cs typeface="Times New Roman" panose="02020603050405020304" pitchFamily="18" charset="0"/>
              </a:rPr>
              <a:t>thức</a:t>
            </a:r>
            <a:r>
              <a:rPr lang="en-US" b="1" dirty="0">
                <a:solidFill>
                  <a:schemeClr val="accent6">
                    <a:lumMod val="75000"/>
                  </a:schemeClr>
                </a:solidFill>
                <a:latin typeface="Times New Roman" panose="02020603050405020304" pitchFamily="18" charset="0"/>
                <a:cs typeface="Times New Roman" panose="02020603050405020304" pitchFamily="18" charset="0"/>
              </a:rPr>
              <a:t> </a:t>
            </a:r>
            <a:r>
              <a:rPr lang="en-US" b="1" dirty="0" err="1">
                <a:solidFill>
                  <a:schemeClr val="accent6">
                    <a:lumMod val="75000"/>
                  </a:schemeClr>
                </a:solidFill>
                <a:latin typeface="Times New Roman" panose="02020603050405020304" pitchFamily="18" charset="0"/>
                <a:cs typeface="Times New Roman" panose="02020603050405020304" pitchFamily="18" charset="0"/>
              </a:rPr>
              <a:t>cho</a:t>
            </a:r>
            <a:r>
              <a:rPr lang="en-US" b="1" dirty="0">
                <a:solidFill>
                  <a:schemeClr val="accent6">
                    <a:lumMod val="75000"/>
                  </a:schemeClr>
                </a:solidFill>
                <a:latin typeface="Times New Roman" panose="02020603050405020304" pitchFamily="18" charset="0"/>
                <a:cs typeface="Times New Roman" panose="02020603050405020304" pitchFamily="18" charset="0"/>
              </a:rPr>
              <a:t> </a:t>
            </a:r>
            <a:r>
              <a:rPr lang="en-US" b="1" dirty="0" err="1">
                <a:solidFill>
                  <a:schemeClr val="accent6">
                    <a:lumMod val="75000"/>
                  </a:schemeClr>
                </a:solidFill>
                <a:latin typeface="Times New Roman" panose="02020603050405020304" pitchFamily="18" charset="0"/>
                <a:cs typeface="Times New Roman" panose="02020603050405020304" pitchFamily="18" charset="0"/>
              </a:rPr>
              <a:t>đợt</a:t>
            </a:r>
            <a:r>
              <a:rPr lang="en-US" b="1" dirty="0">
                <a:solidFill>
                  <a:schemeClr val="accent6">
                    <a:lumMod val="75000"/>
                  </a:schemeClr>
                </a:solidFill>
                <a:latin typeface="Times New Roman" panose="02020603050405020304" pitchFamily="18" charset="0"/>
                <a:cs typeface="Times New Roman" panose="02020603050405020304" pitchFamily="18" charset="0"/>
              </a:rPr>
              <a:t> </a:t>
            </a:r>
            <a:r>
              <a:rPr lang="en-US" b="1" dirty="0" err="1">
                <a:solidFill>
                  <a:schemeClr val="accent6">
                    <a:lumMod val="75000"/>
                  </a:schemeClr>
                </a:solidFill>
                <a:latin typeface="Times New Roman" panose="02020603050405020304" pitchFamily="18" charset="0"/>
                <a:cs typeface="Times New Roman" panose="02020603050405020304" pitchFamily="18" charset="0"/>
              </a:rPr>
              <a:t>dừng</a:t>
            </a:r>
            <a:r>
              <a:rPr lang="en-US" b="1" dirty="0">
                <a:solidFill>
                  <a:schemeClr val="accent6">
                    <a:lumMod val="75000"/>
                  </a:schemeClr>
                </a:solidFill>
                <a:latin typeface="Times New Roman" panose="02020603050405020304" pitchFamily="18" charset="0"/>
                <a:cs typeface="Times New Roman" panose="02020603050405020304" pitchFamily="18" charset="0"/>
              </a:rPr>
              <a:t> </a:t>
            </a:r>
            <a:r>
              <a:rPr lang="en-US" b="1" dirty="0" err="1">
                <a:solidFill>
                  <a:schemeClr val="accent6">
                    <a:lumMod val="75000"/>
                  </a:schemeClr>
                </a:solidFill>
                <a:latin typeface="Times New Roman" panose="02020603050405020304" pitchFamily="18" charset="0"/>
                <a:cs typeface="Times New Roman" panose="02020603050405020304" pitchFamily="18" charset="0"/>
              </a:rPr>
              <a:t>giàn</a:t>
            </a:r>
            <a:r>
              <a:rPr lang="en-US" b="1" dirty="0">
                <a:solidFill>
                  <a:schemeClr val="accent6">
                    <a:lumMod val="75000"/>
                  </a:schemeClr>
                </a:solidFill>
                <a:latin typeface="Times New Roman" panose="02020603050405020304" pitchFamily="18" charset="0"/>
                <a:cs typeface="Times New Roman" panose="02020603050405020304" pitchFamily="18" charset="0"/>
              </a:rPr>
              <a:t> 2026</a:t>
            </a:r>
          </a:p>
        </p:txBody>
      </p:sp>
      <p:sp>
        <p:nvSpPr>
          <p:cNvPr id="17" name="TextBox 16">
            <a:extLst>
              <a:ext uri="{FF2B5EF4-FFF2-40B4-BE49-F238E27FC236}">
                <a16:creationId xmlns:a16="http://schemas.microsoft.com/office/drawing/2014/main" id="{696EFDDE-D0EB-4383-9926-24555386DBF4}"/>
              </a:ext>
            </a:extLst>
          </p:cNvPr>
          <p:cNvSpPr txBox="1"/>
          <p:nvPr/>
        </p:nvSpPr>
        <p:spPr>
          <a:xfrm>
            <a:off x="3016137" y="467321"/>
            <a:ext cx="7072149" cy="400110"/>
          </a:xfrm>
          <a:prstGeom prst="rect">
            <a:avLst/>
          </a:prstGeom>
          <a:noFill/>
        </p:spPr>
        <p:txBody>
          <a:bodyPr wrap="square" rtlCol="0">
            <a:spAutoFit/>
          </a:bodyPr>
          <a:lstStyle/>
          <a:p>
            <a:pPr algn="ctr" fontAlgn="base">
              <a:spcBef>
                <a:spcPct val="0"/>
              </a:spcBef>
              <a:spcAft>
                <a:spcPct val="0"/>
              </a:spcAft>
            </a:pPr>
            <a:r>
              <a:rPr lang="en-US" sz="2000" b="1" kern="0">
                <a:solidFill>
                  <a:schemeClr val="accent6">
                    <a:lumMod val="50000"/>
                  </a:schemeClr>
                </a:solidFill>
                <a:latin typeface="Times New Roman" pitchFamily="18" charset="0"/>
                <a:cs typeface="Times New Roman" pitchFamily="18" charset="0"/>
              </a:rPr>
              <a:t>4. TỒN TẠI VÀ GIẢI PHÁP</a:t>
            </a:r>
            <a:endParaRPr lang="en-US" sz="2000" b="1" dirty="0">
              <a:solidFill>
                <a:schemeClr val="accent6">
                  <a:lumMod val="50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34156821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08DBEE3-9692-4CAA-8CEB-40B6B178006C}"/>
              </a:ext>
            </a:extLst>
          </p:cNvPr>
          <p:cNvSpPr txBox="1"/>
          <p:nvPr/>
        </p:nvSpPr>
        <p:spPr>
          <a:xfrm>
            <a:off x="4079776" y="548680"/>
            <a:ext cx="4824536" cy="461665"/>
          </a:xfrm>
          <a:prstGeom prst="rect">
            <a:avLst/>
          </a:prstGeom>
          <a:noFill/>
        </p:spPr>
        <p:txBody>
          <a:bodyPr wrap="square" rtlCol="0">
            <a:spAutoFit/>
          </a:bodyPr>
          <a:lstStyle/>
          <a:p>
            <a:pPr algn="ctr"/>
            <a:r>
              <a:rPr lang="en-US" sz="2400" b="1" dirty="0">
                <a:solidFill>
                  <a:schemeClr val="accent6">
                    <a:lumMod val="75000"/>
                  </a:schemeClr>
                </a:solidFill>
                <a:latin typeface="Times New Roman" panose="02020603050405020304" pitchFamily="18" charset="0"/>
                <a:cs typeface="Times New Roman" panose="02020603050405020304" pitchFamily="18" charset="0"/>
              </a:rPr>
              <a:t>THẢO LUẬN</a:t>
            </a:r>
          </a:p>
        </p:txBody>
      </p:sp>
      <p:sp>
        <p:nvSpPr>
          <p:cNvPr id="5" name="Slide Number Placeholder 4">
            <a:extLst>
              <a:ext uri="{FF2B5EF4-FFF2-40B4-BE49-F238E27FC236}">
                <a16:creationId xmlns:a16="http://schemas.microsoft.com/office/drawing/2014/main" id="{71577020-7B08-4021-9A61-D84F02CEE213}"/>
              </a:ext>
            </a:extLst>
          </p:cNvPr>
          <p:cNvSpPr>
            <a:spLocks noGrp="1"/>
          </p:cNvSpPr>
          <p:nvPr>
            <p:ph type="sldNum" sz="quarter" idx="4294967295"/>
          </p:nvPr>
        </p:nvSpPr>
        <p:spPr>
          <a:xfrm>
            <a:off x="9448800" y="6356350"/>
            <a:ext cx="2743200" cy="365125"/>
          </a:xfrm>
        </p:spPr>
        <p:txBody>
          <a:bodyPr/>
          <a:lstStyle/>
          <a:p>
            <a:fld id="{7D1F73D0-75E4-E44C-9793-91CFC617ABC9}" type="slidenum">
              <a:rPr lang="en-US" smtClean="0"/>
              <a:t>43</a:t>
            </a:fld>
            <a:endParaRPr lang="en-US"/>
          </a:p>
        </p:txBody>
      </p:sp>
      <p:pic>
        <p:nvPicPr>
          <p:cNvPr id="8" name="Picture 7">
            <a:extLst>
              <a:ext uri="{FF2B5EF4-FFF2-40B4-BE49-F238E27FC236}">
                <a16:creationId xmlns:a16="http://schemas.microsoft.com/office/drawing/2014/main" id="{FD2F734C-06A7-471E-8C66-E5C13FF1A69B}"/>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7380163" y="2263766"/>
            <a:ext cx="4824537" cy="2713802"/>
          </a:xfrm>
          <a:prstGeom prst="rect">
            <a:avLst/>
          </a:prstGeom>
        </p:spPr>
      </p:pic>
      <p:sp>
        <p:nvSpPr>
          <p:cNvPr id="6" name="Text 4">
            <a:extLst>
              <a:ext uri="{FF2B5EF4-FFF2-40B4-BE49-F238E27FC236}">
                <a16:creationId xmlns:a16="http://schemas.microsoft.com/office/drawing/2014/main" id="{2993397F-1213-4901-8210-51FDA1982E97}"/>
              </a:ext>
            </a:extLst>
          </p:cNvPr>
          <p:cNvSpPr/>
          <p:nvPr/>
        </p:nvSpPr>
        <p:spPr>
          <a:xfrm>
            <a:off x="665386" y="1584670"/>
            <a:ext cx="6828779" cy="4771680"/>
          </a:xfrm>
          <a:prstGeom prst="rect">
            <a:avLst/>
          </a:prstGeom>
          <a:noFill/>
          <a:ln/>
        </p:spPr>
        <p:txBody>
          <a:bodyPr wrap="square" lIns="0" tIns="0" rIns="0" bIns="0" rtlCol="0" anchor="t"/>
          <a:lstStyle/>
          <a:p>
            <a:pPr marL="342900" indent="-342900" fontAlgn="b">
              <a:spcBef>
                <a:spcPts val="600"/>
              </a:spcBef>
              <a:spcAft>
                <a:spcPts val="600"/>
              </a:spcAft>
              <a:buFont typeface="+mj-lt"/>
              <a:buAutoNum type="arabicPeriod"/>
            </a:pPr>
            <a:r>
              <a:rPr lang="vi-VN" sz="2400" dirty="0">
                <a:solidFill>
                  <a:schemeClr val="accent6">
                    <a:lumMod val="75000"/>
                  </a:schemeClr>
                </a:solidFill>
                <a:latin typeface="Times New Roman" panose="02020603050405020304" pitchFamily="18" charset="0"/>
                <a:cs typeface="Times New Roman" panose="02020603050405020304" pitchFamily="18" charset="0"/>
              </a:rPr>
              <a:t>Những khó khăn trong phối hợp giữa các đơn vị?</a:t>
            </a:r>
            <a:endParaRPr lang="en-US" sz="2400" dirty="0">
              <a:solidFill>
                <a:schemeClr val="accent6">
                  <a:lumMod val="75000"/>
                </a:schemeClr>
              </a:solidFill>
              <a:latin typeface="Times New Roman" panose="02020603050405020304" pitchFamily="18" charset="0"/>
              <a:cs typeface="Times New Roman" panose="02020603050405020304" pitchFamily="18" charset="0"/>
            </a:endParaRPr>
          </a:p>
          <a:p>
            <a:pPr marL="342900" indent="-342900" fontAlgn="b">
              <a:spcBef>
                <a:spcPts val="600"/>
              </a:spcBef>
              <a:spcAft>
                <a:spcPts val="600"/>
              </a:spcAft>
              <a:buFont typeface="+mj-lt"/>
              <a:buAutoNum type="arabicPeriod"/>
            </a:pPr>
            <a:r>
              <a:rPr lang="en-US" sz="2400" dirty="0" err="1">
                <a:solidFill>
                  <a:schemeClr val="accent6">
                    <a:lumMod val="75000"/>
                  </a:schemeClr>
                </a:solidFill>
                <a:latin typeface="Times New Roman" panose="02020603050405020304" pitchFamily="18" charset="0"/>
                <a:cs typeface="Times New Roman" panose="02020603050405020304" pitchFamily="18" charset="0"/>
              </a:rPr>
              <a:t>Kế</a:t>
            </a:r>
            <a:r>
              <a:rPr lang="en-US" sz="240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err="1">
                <a:solidFill>
                  <a:schemeClr val="accent6">
                    <a:lumMod val="75000"/>
                  </a:schemeClr>
                </a:solidFill>
                <a:latin typeface="Times New Roman" panose="02020603050405020304" pitchFamily="18" charset="0"/>
                <a:cs typeface="Times New Roman" panose="02020603050405020304" pitchFamily="18" charset="0"/>
              </a:rPr>
              <a:t>hoạch</a:t>
            </a:r>
            <a:r>
              <a:rPr lang="en-US" sz="2400" dirty="0">
                <a:solidFill>
                  <a:schemeClr val="accent6">
                    <a:lumMod val="75000"/>
                  </a:schemeClr>
                </a:solidFill>
                <a:latin typeface="Times New Roman" panose="02020603050405020304" pitchFamily="18" charset="0"/>
                <a:cs typeface="Times New Roman" panose="02020603050405020304" pitchFamily="18" charset="0"/>
              </a:rPr>
              <a:t> logistics </a:t>
            </a:r>
            <a:r>
              <a:rPr lang="en-US" sz="2400" dirty="0" err="1">
                <a:solidFill>
                  <a:schemeClr val="accent6">
                    <a:lumMod val="75000"/>
                  </a:schemeClr>
                </a:solidFill>
                <a:latin typeface="Times New Roman" panose="02020603050405020304" pitchFamily="18" charset="0"/>
                <a:cs typeface="Times New Roman" panose="02020603050405020304" pitchFamily="18" charset="0"/>
              </a:rPr>
              <a:t>có</a:t>
            </a:r>
            <a:r>
              <a:rPr lang="en-US" sz="240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err="1">
                <a:solidFill>
                  <a:schemeClr val="accent6">
                    <a:lumMod val="75000"/>
                  </a:schemeClr>
                </a:solidFill>
                <a:latin typeface="Times New Roman" panose="02020603050405020304" pitchFamily="18" charset="0"/>
                <a:cs typeface="Times New Roman" panose="02020603050405020304" pitchFamily="18" charset="0"/>
              </a:rPr>
              <a:t>điểm</a:t>
            </a:r>
            <a:r>
              <a:rPr lang="en-US" sz="240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err="1">
                <a:solidFill>
                  <a:schemeClr val="accent6">
                    <a:lumMod val="75000"/>
                  </a:schemeClr>
                </a:solidFill>
                <a:latin typeface="Times New Roman" panose="02020603050405020304" pitchFamily="18" charset="0"/>
                <a:cs typeface="Times New Roman" panose="02020603050405020304" pitchFamily="18" charset="0"/>
              </a:rPr>
              <a:t>nào</a:t>
            </a:r>
            <a:r>
              <a:rPr lang="en-US" sz="240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err="1">
                <a:solidFill>
                  <a:schemeClr val="accent6">
                    <a:lumMod val="75000"/>
                  </a:schemeClr>
                </a:solidFill>
                <a:latin typeface="Times New Roman" panose="02020603050405020304" pitchFamily="18" charset="0"/>
                <a:cs typeface="Times New Roman" panose="02020603050405020304" pitchFamily="18" charset="0"/>
              </a:rPr>
              <a:t>cần</a:t>
            </a:r>
            <a:r>
              <a:rPr lang="en-US" sz="240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err="1">
                <a:solidFill>
                  <a:schemeClr val="accent6">
                    <a:lumMod val="75000"/>
                  </a:schemeClr>
                </a:solidFill>
                <a:latin typeface="Times New Roman" panose="02020603050405020304" pitchFamily="18" charset="0"/>
                <a:cs typeface="Times New Roman" panose="02020603050405020304" pitchFamily="18" charset="0"/>
              </a:rPr>
              <a:t>cải</a:t>
            </a:r>
            <a:r>
              <a:rPr lang="en-US" sz="240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err="1">
                <a:solidFill>
                  <a:schemeClr val="accent6">
                    <a:lumMod val="75000"/>
                  </a:schemeClr>
                </a:solidFill>
                <a:latin typeface="Times New Roman" panose="02020603050405020304" pitchFamily="18" charset="0"/>
                <a:cs typeface="Times New Roman" panose="02020603050405020304" pitchFamily="18" charset="0"/>
              </a:rPr>
              <a:t>thiện</a:t>
            </a:r>
            <a:r>
              <a:rPr lang="en-US" sz="2400" dirty="0">
                <a:solidFill>
                  <a:schemeClr val="accent6">
                    <a:lumMod val="75000"/>
                  </a:schemeClr>
                </a:solidFill>
                <a:latin typeface="Times New Roman" panose="02020603050405020304" pitchFamily="18" charset="0"/>
                <a:cs typeface="Times New Roman" panose="02020603050405020304" pitchFamily="18" charset="0"/>
              </a:rPr>
              <a:t>?</a:t>
            </a:r>
          </a:p>
          <a:p>
            <a:pPr marL="342900" indent="-342900" fontAlgn="b">
              <a:spcBef>
                <a:spcPts val="600"/>
              </a:spcBef>
              <a:spcAft>
                <a:spcPts val="600"/>
              </a:spcAft>
              <a:buFont typeface="+mj-lt"/>
              <a:buAutoNum type="arabicPeriod"/>
            </a:pPr>
            <a:r>
              <a:rPr lang="en-US" sz="2400" dirty="0" err="1">
                <a:solidFill>
                  <a:schemeClr val="accent6">
                    <a:lumMod val="75000"/>
                  </a:schemeClr>
                </a:solidFill>
                <a:latin typeface="Times New Roman" panose="02020603050405020304" pitchFamily="18" charset="0"/>
                <a:cs typeface="Times New Roman" panose="02020603050405020304" pitchFamily="18" charset="0"/>
              </a:rPr>
              <a:t>Quy</a:t>
            </a:r>
            <a:r>
              <a:rPr lang="en-US" sz="240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err="1">
                <a:solidFill>
                  <a:schemeClr val="accent6">
                    <a:lumMod val="75000"/>
                  </a:schemeClr>
                </a:solidFill>
                <a:latin typeface="Times New Roman" panose="02020603050405020304" pitchFamily="18" charset="0"/>
                <a:cs typeface="Times New Roman" panose="02020603050405020304" pitchFamily="18" charset="0"/>
              </a:rPr>
              <a:t>trình</a:t>
            </a:r>
            <a:r>
              <a:rPr lang="en-US" sz="2400" dirty="0">
                <a:solidFill>
                  <a:schemeClr val="accent6">
                    <a:lumMod val="75000"/>
                  </a:schemeClr>
                </a:solidFill>
                <a:latin typeface="Times New Roman" panose="02020603050405020304" pitchFamily="18" charset="0"/>
                <a:cs typeface="Times New Roman" panose="02020603050405020304" pitchFamily="18" charset="0"/>
              </a:rPr>
              <a:t> an </a:t>
            </a:r>
            <a:r>
              <a:rPr lang="en-US" sz="2400" dirty="0" err="1">
                <a:solidFill>
                  <a:schemeClr val="accent6">
                    <a:lumMod val="75000"/>
                  </a:schemeClr>
                </a:solidFill>
                <a:latin typeface="Times New Roman" panose="02020603050405020304" pitchFamily="18" charset="0"/>
                <a:cs typeface="Times New Roman" panose="02020603050405020304" pitchFamily="18" charset="0"/>
              </a:rPr>
              <a:t>toàn</a:t>
            </a:r>
            <a:r>
              <a:rPr lang="en-US" sz="240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err="1">
                <a:solidFill>
                  <a:schemeClr val="accent6">
                    <a:lumMod val="75000"/>
                  </a:schemeClr>
                </a:solidFill>
                <a:latin typeface="Times New Roman" panose="02020603050405020304" pitchFamily="18" charset="0"/>
                <a:cs typeface="Times New Roman" panose="02020603050405020304" pitchFamily="18" charset="0"/>
              </a:rPr>
              <a:t>nào</a:t>
            </a:r>
            <a:r>
              <a:rPr lang="en-US" sz="240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err="1">
                <a:solidFill>
                  <a:schemeClr val="accent6">
                    <a:lumMod val="75000"/>
                  </a:schemeClr>
                </a:solidFill>
                <a:latin typeface="Times New Roman" panose="02020603050405020304" pitchFamily="18" charset="0"/>
                <a:cs typeface="Times New Roman" panose="02020603050405020304" pitchFamily="18" charset="0"/>
              </a:rPr>
              <a:t>cần</a:t>
            </a:r>
            <a:r>
              <a:rPr lang="en-US" sz="240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err="1">
                <a:solidFill>
                  <a:schemeClr val="accent6">
                    <a:lumMod val="75000"/>
                  </a:schemeClr>
                </a:solidFill>
                <a:latin typeface="Times New Roman" panose="02020603050405020304" pitchFamily="18" charset="0"/>
                <a:cs typeface="Times New Roman" panose="02020603050405020304" pitchFamily="18" charset="0"/>
              </a:rPr>
              <a:t>rà</a:t>
            </a:r>
            <a:r>
              <a:rPr lang="en-US" sz="240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err="1">
                <a:solidFill>
                  <a:schemeClr val="accent6">
                    <a:lumMod val="75000"/>
                  </a:schemeClr>
                </a:solidFill>
                <a:latin typeface="Times New Roman" panose="02020603050405020304" pitchFamily="18" charset="0"/>
                <a:cs typeface="Times New Roman" panose="02020603050405020304" pitchFamily="18" charset="0"/>
              </a:rPr>
              <a:t>soát</a:t>
            </a:r>
            <a:r>
              <a:rPr lang="en-US" sz="2400" dirty="0">
                <a:solidFill>
                  <a:schemeClr val="accent6">
                    <a:lumMod val="75000"/>
                  </a:schemeClr>
                </a:solidFill>
                <a:latin typeface="Times New Roman" panose="02020603050405020304" pitchFamily="18" charset="0"/>
                <a:cs typeface="Times New Roman" panose="02020603050405020304" pitchFamily="18" charset="0"/>
              </a:rPr>
              <a:t>?</a:t>
            </a:r>
          </a:p>
          <a:p>
            <a:pPr marL="342900" indent="-342900" fontAlgn="b">
              <a:spcBef>
                <a:spcPts val="600"/>
              </a:spcBef>
              <a:spcAft>
                <a:spcPts val="600"/>
              </a:spcAft>
              <a:buFont typeface="+mj-lt"/>
              <a:buAutoNum type="arabicPeriod"/>
            </a:pPr>
            <a:r>
              <a:rPr lang="vi-VN" sz="2400" dirty="0">
                <a:solidFill>
                  <a:schemeClr val="accent6">
                    <a:lumMod val="75000"/>
                  </a:schemeClr>
                </a:solidFill>
                <a:latin typeface="Times New Roman" panose="02020603050405020304" pitchFamily="18" charset="0"/>
                <a:cs typeface="Times New Roman" panose="02020603050405020304" pitchFamily="18" charset="0"/>
              </a:rPr>
              <a:t>Giám sát chất lượng thi công có hiệu quả không?</a:t>
            </a:r>
            <a:endParaRPr lang="en-US" sz="2400" dirty="0">
              <a:solidFill>
                <a:schemeClr val="accent6">
                  <a:lumMod val="75000"/>
                </a:schemeClr>
              </a:solidFill>
              <a:latin typeface="Times New Roman" panose="02020603050405020304" pitchFamily="18" charset="0"/>
              <a:cs typeface="Times New Roman" panose="02020603050405020304" pitchFamily="18" charset="0"/>
            </a:endParaRPr>
          </a:p>
          <a:p>
            <a:pPr marL="342900" indent="-342900" fontAlgn="b">
              <a:spcBef>
                <a:spcPts val="600"/>
              </a:spcBef>
              <a:spcAft>
                <a:spcPts val="600"/>
              </a:spcAft>
              <a:buFont typeface="+mj-lt"/>
              <a:buAutoNum type="arabicPeriod"/>
            </a:pPr>
            <a:r>
              <a:rPr lang="vi-VN" sz="2400" dirty="0">
                <a:solidFill>
                  <a:schemeClr val="accent6">
                    <a:lumMod val="75000"/>
                  </a:schemeClr>
                </a:solidFill>
                <a:latin typeface="Times New Roman" panose="02020603050405020304" pitchFamily="18" charset="0"/>
                <a:cs typeface="Times New Roman" panose="02020603050405020304" pitchFamily="18" charset="0"/>
              </a:rPr>
              <a:t>Yếu tố nào ảnh hưởng lớn đến tiến độ?</a:t>
            </a:r>
            <a:endParaRPr lang="en-US" sz="2400" dirty="0">
              <a:solidFill>
                <a:schemeClr val="accent6">
                  <a:lumMod val="75000"/>
                </a:schemeClr>
              </a:solidFill>
              <a:latin typeface="Times New Roman" panose="02020603050405020304" pitchFamily="18" charset="0"/>
              <a:cs typeface="Times New Roman" panose="02020603050405020304" pitchFamily="18" charset="0"/>
            </a:endParaRPr>
          </a:p>
          <a:p>
            <a:pPr marL="342900" indent="-342900" fontAlgn="b">
              <a:spcBef>
                <a:spcPts val="600"/>
              </a:spcBef>
              <a:spcAft>
                <a:spcPts val="600"/>
              </a:spcAft>
              <a:buFont typeface="+mj-lt"/>
              <a:buAutoNum type="arabicPeriod"/>
            </a:pPr>
            <a:r>
              <a:rPr lang="en-US" sz="2400" dirty="0" err="1">
                <a:solidFill>
                  <a:schemeClr val="accent6">
                    <a:lumMod val="75000"/>
                  </a:schemeClr>
                </a:solidFill>
                <a:latin typeface="Times New Roman" panose="02020603050405020304" pitchFamily="18" charset="0"/>
                <a:cs typeface="Times New Roman" panose="02020603050405020304" pitchFamily="18" charset="0"/>
              </a:rPr>
              <a:t>Xử</a:t>
            </a:r>
            <a:r>
              <a:rPr lang="en-US" sz="240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err="1">
                <a:solidFill>
                  <a:schemeClr val="accent6">
                    <a:lumMod val="75000"/>
                  </a:schemeClr>
                </a:solidFill>
                <a:latin typeface="Times New Roman" panose="02020603050405020304" pitchFamily="18" charset="0"/>
                <a:cs typeface="Times New Roman" panose="02020603050405020304" pitchFamily="18" charset="0"/>
              </a:rPr>
              <a:t>lý</a:t>
            </a:r>
            <a:r>
              <a:rPr lang="en-US" sz="240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err="1">
                <a:solidFill>
                  <a:schemeClr val="accent6">
                    <a:lumMod val="75000"/>
                  </a:schemeClr>
                </a:solidFill>
                <a:latin typeface="Times New Roman" panose="02020603050405020304" pitchFamily="18" charset="0"/>
                <a:cs typeface="Times New Roman" panose="02020603050405020304" pitchFamily="18" charset="0"/>
              </a:rPr>
              <a:t>chất</a:t>
            </a:r>
            <a:r>
              <a:rPr lang="en-US" sz="240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err="1">
                <a:solidFill>
                  <a:schemeClr val="accent6">
                    <a:lumMod val="75000"/>
                  </a:schemeClr>
                </a:solidFill>
                <a:latin typeface="Times New Roman" panose="02020603050405020304" pitchFamily="18" charset="0"/>
                <a:cs typeface="Times New Roman" panose="02020603050405020304" pitchFamily="18" charset="0"/>
              </a:rPr>
              <a:t>thải</a:t>
            </a:r>
            <a:r>
              <a:rPr lang="en-US" sz="240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err="1">
                <a:solidFill>
                  <a:schemeClr val="accent6">
                    <a:lumMod val="75000"/>
                  </a:schemeClr>
                </a:solidFill>
                <a:latin typeface="Times New Roman" panose="02020603050405020304" pitchFamily="18" charset="0"/>
                <a:cs typeface="Times New Roman" panose="02020603050405020304" pitchFamily="18" charset="0"/>
              </a:rPr>
              <a:t>có</a:t>
            </a:r>
            <a:r>
              <a:rPr lang="en-US" sz="240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err="1">
                <a:solidFill>
                  <a:schemeClr val="accent6">
                    <a:lumMod val="75000"/>
                  </a:schemeClr>
                </a:solidFill>
                <a:latin typeface="Times New Roman" panose="02020603050405020304" pitchFamily="18" charset="0"/>
                <a:cs typeface="Times New Roman" panose="02020603050405020304" pitchFamily="18" charset="0"/>
              </a:rPr>
              <a:t>tuân</a:t>
            </a:r>
            <a:r>
              <a:rPr lang="en-US" sz="240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err="1">
                <a:solidFill>
                  <a:schemeClr val="accent6">
                    <a:lumMod val="75000"/>
                  </a:schemeClr>
                </a:solidFill>
                <a:latin typeface="Times New Roman" panose="02020603050405020304" pitchFamily="18" charset="0"/>
                <a:cs typeface="Times New Roman" panose="02020603050405020304" pitchFamily="18" charset="0"/>
              </a:rPr>
              <a:t>thủ</a:t>
            </a:r>
            <a:r>
              <a:rPr lang="en-US" sz="240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err="1">
                <a:solidFill>
                  <a:schemeClr val="accent6">
                    <a:lumMod val="75000"/>
                  </a:schemeClr>
                </a:solidFill>
                <a:latin typeface="Times New Roman" panose="02020603050405020304" pitchFamily="18" charset="0"/>
                <a:cs typeface="Times New Roman" panose="02020603050405020304" pitchFamily="18" charset="0"/>
              </a:rPr>
              <a:t>quy</a:t>
            </a:r>
            <a:r>
              <a:rPr lang="en-US" sz="240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err="1">
                <a:solidFill>
                  <a:schemeClr val="accent6">
                    <a:lumMod val="75000"/>
                  </a:schemeClr>
                </a:solidFill>
                <a:latin typeface="Times New Roman" panose="02020603050405020304" pitchFamily="18" charset="0"/>
                <a:cs typeface="Times New Roman" panose="02020603050405020304" pitchFamily="18" charset="0"/>
              </a:rPr>
              <a:t>định</a:t>
            </a:r>
            <a:r>
              <a:rPr lang="en-US" sz="2400" dirty="0">
                <a:solidFill>
                  <a:schemeClr val="accent6">
                    <a:lumMod val="75000"/>
                  </a:schemeClr>
                </a:solidFill>
                <a:latin typeface="Times New Roman" panose="02020603050405020304" pitchFamily="18" charset="0"/>
                <a:cs typeface="Times New Roman" panose="02020603050405020304" pitchFamily="18" charset="0"/>
              </a:rPr>
              <a:t>?</a:t>
            </a:r>
          </a:p>
          <a:p>
            <a:pPr marL="342900" indent="-342900" fontAlgn="b">
              <a:spcBef>
                <a:spcPts val="600"/>
              </a:spcBef>
              <a:spcAft>
                <a:spcPts val="600"/>
              </a:spcAft>
              <a:buFont typeface="+mj-lt"/>
              <a:buAutoNum type="arabicPeriod"/>
            </a:pPr>
            <a:r>
              <a:rPr lang="vi-VN" sz="2400" dirty="0">
                <a:solidFill>
                  <a:schemeClr val="accent6">
                    <a:lumMod val="75000"/>
                  </a:schemeClr>
                </a:solidFill>
                <a:latin typeface="Times New Roman" panose="02020603050405020304" pitchFamily="18" charset="0"/>
                <a:cs typeface="Times New Roman" panose="02020603050405020304" pitchFamily="18" charset="0"/>
              </a:rPr>
              <a:t>Cung ứng vật tư có chậm trễ hoặc thiếu hụt?</a:t>
            </a:r>
            <a:endParaRPr lang="en-US" sz="2400" dirty="0">
              <a:solidFill>
                <a:schemeClr val="accent6">
                  <a:lumMod val="75000"/>
                </a:schemeClr>
              </a:solidFill>
              <a:latin typeface="Times New Roman" panose="02020603050405020304" pitchFamily="18" charset="0"/>
              <a:cs typeface="Times New Roman" panose="02020603050405020304" pitchFamily="18" charset="0"/>
            </a:endParaRPr>
          </a:p>
          <a:p>
            <a:pPr marL="342900" indent="-342900" fontAlgn="b">
              <a:spcBef>
                <a:spcPts val="600"/>
              </a:spcBef>
              <a:spcAft>
                <a:spcPts val="600"/>
              </a:spcAft>
              <a:buFont typeface="+mj-lt"/>
              <a:buAutoNum type="arabicPeriod"/>
            </a:pPr>
            <a:r>
              <a:rPr lang="en-US" sz="2400" dirty="0" err="1">
                <a:solidFill>
                  <a:schemeClr val="accent6">
                    <a:lumMod val="75000"/>
                  </a:schemeClr>
                </a:solidFill>
                <a:latin typeface="Times New Roman" panose="02020603050405020304" pitchFamily="18" charset="0"/>
                <a:cs typeface="Times New Roman" panose="02020603050405020304" pitchFamily="18" charset="0"/>
              </a:rPr>
              <a:t>Cần</a:t>
            </a:r>
            <a:r>
              <a:rPr lang="en-US" sz="240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err="1">
                <a:solidFill>
                  <a:schemeClr val="accent6">
                    <a:lumMod val="75000"/>
                  </a:schemeClr>
                </a:solidFill>
                <a:latin typeface="Times New Roman" panose="02020603050405020304" pitchFamily="18" charset="0"/>
                <a:cs typeface="Times New Roman" panose="02020603050405020304" pitchFamily="18" charset="0"/>
              </a:rPr>
              <a:t>cải</a:t>
            </a:r>
            <a:r>
              <a:rPr lang="en-US" sz="240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err="1">
                <a:solidFill>
                  <a:schemeClr val="accent6">
                    <a:lumMod val="75000"/>
                  </a:schemeClr>
                </a:solidFill>
                <a:latin typeface="Times New Roman" panose="02020603050405020304" pitchFamily="18" charset="0"/>
                <a:cs typeface="Times New Roman" panose="02020603050405020304" pitchFamily="18" charset="0"/>
              </a:rPr>
              <a:t>tiến</a:t>
            </a:r>
            <a:r>
              <a:rPr lang="en-US" sz="240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err="1">
                <a:solidFill>
                  <a:schemeClr val="accent6">
                    <a:lumMod val="75000"/>
                  </a:schemeClr>
                </a:solidFill>
                <a:latin typeface="Times New Roman" panose="02020603050405020304" pitchFamily="18" charset="0"/>
                <a:cs typeface="Times New Roman" panose="02020603050405020304" pitchFamily="18" charset="0"/>
              </a:rPr>
              <a:t>kiểm</a:t>
            </a:r>
            <a:r>
              <a:rPr lang="en-US" sz="240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err="1">
                <a:solidFill>
                  <a:schemeClr val="accent6">
                    <a:lumMod val="75000"/>
                  </a:schemeClr>
                </a:solidFill>
                <a:latin typeface="Times New Roman" panose="02020603050405020304" pitchFamily="18" charset="0"/>
                <a:cs typeface="Times New Roman" panose="02020603050405020304" pitchFamily="18" charset="0"/>
              </a:rPr>
              <a:t>tra</a:t>
            </a:r>
            <a:r>
              <a:rPr lang="en-US" sz="240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err="1">
                <a:solidFill>
                  <a:schemeClr val="accent6">
                    <a:lumMod val="75000"/>
                  </a:schemeClr>
                </a:solidFill>
                <a:latin typeface="Times New Roman" panose="02020603050405020304" pitchFamily="18" charset="0"/>
                <a:cs typeface="Times New Roman" panose="02020603050405020304" pitchFamily="18" charset="0"/>
              </a:rPr>
              <a:t>độ</a:t>
            </a:r>
            <a:r>
              <a:rPr lang="en-US" sz="240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err="1">
                <a:solidFill>
                  <a:schemeClr val="accent6">
                    <a:lumMod val="75000"/>
                  </a:schemeClr>
                </a:solidFill>
                <a:latin typeface="Times New Roman" panose="02020603050405020304" pitchFamily="18" charset="0"/>
                <a:cs typeface="Times New Roman" panose="02020603050405020304" pitchFamily="18" charset="0"/>
              </a:rPr>
              <a:t>kín</a:t>
            </a:r>
            <a:r>
              <a:rPr lang="en-US" sz="240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err="1">
                <a:solidFill>
                  <a:schemeClr val="accent6">
                    <a:lumMod val="75000"/>
                  </a:schemeClr>
                </a:solidFill>
                <a:latin typeface="Times New Roman" panose="02020603050405020304" pitchFamily="18" charset="0"/>
                <a:cs typeface="Times New Roman" panose="02020603050405020304" pitchFamily="18" charset="0"/>
              </a:rPr>
              <a:t>độ</a:t>
            </a:r>
            <a:r>
              <a:rPr lang="en-US" sz="2400" dirty="0">
                <a:solidFill>
                  <a:schemeClr val="accent6">
                    <a:lumMod val="75000"/>
                  </a:schemeClr>
                </a:solidFill>
                <a:latin typeface="Times New Roman" panose="02020603050405020304" pitchFamily="18" charset="0"/>
                <a:cs typeface="Times New Roman" panose="02020603050405020304" pitchFamily="18" charset="0"/>
              </a:rPr>
              <a:t> rung?</a:t>
            </a:r>
          </a:p>
          <a:p>
            <a:pPr marL="342900" indent="-342900" fontAlgn="b">
              <a:spcBef>
                <a:spcPts val="600"/>
              </a:spcBef>
              <a:spcAft>
                <a:spcPts val="600"/>
              </a:spcAft>
              <a:buFont typeface="+mj-lt"/>
              <a:buAutoNum type="arabicPeriod"/>
            </a:pPr>
            <a:r>
              <a:rPr lang="en-US" sz="2400" dirty="0" err="1">
                <a:solidFill>
                  <a:schemeClr val="accent6">
                    <a:lumMod val="75000"/>
                  </a:schemeClr>
                </a:solidFill>
                <a:latin typeface="Times New Roman" panose="02020603050405020304" pitchFamily="18" charset="0"/>
                <a:cs typeface="Times New Roman" panose="02020603050405020304" pitchFamily="18" charset="0"/>
              </a:rPr>
              <a:t>Cảm</a:t>
            </a:r>
            <a:r>
              <a:rPr lang="en-US" sz="240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err="1">
                <a:solidFill>
                  <a:schemeClr val="accent6">
                    <a:lumMod val="75000"/>
                  </a:schemeClr>
                </a:solidFill>
                <a:latin typeface="Times New Roman" panose="02020603050405020304" pitchFamily="18" charset="0"/>
                <a:cs typeface="Times New Roman" panose="02020603050405020304" pitchFamily="18" charset="0"/>
              </a:rPr>
              <a:t>biến</a:t>
            </a:r>
            <a:r>
              <a:rPr lang="en-US" sz="240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err="1">
                <a:solidFill>
                  <a:schemeClr val="accent6">
                    <a:lumMod val="75000"/>
                  </a:schemeClr>
                </a:solidFill>
                <a:latin typeface="Times New Roman" panose="02020603050405020304" pitchFamily="18" charset="0"/>
                <a:cs typeface="Times New Roman" panose="02020603050405020304" pitchFamily="18" charset="0"/>
              </a:rPr>
              <a:t>sau</a:t>
            </a:r>
            <a:r>
              <a:rPr lang="en-US" sz="240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err="1">
                <a:solidFill>
                  <a:schemeClr val="accent6">
                    <a:lumMod val="75000"/>
                  </a:schemeClr>
                </a:solidFill>
                <a:latin typeface="Times New Roman" panose="02020603050405020304" pitchFamily="18" charset="0"/>
                <a:cs typeface="Times New Roman" panose="02020603050405020304" pitchFamily="18" charset="0"/>
              </a:rPr>
              <a:t>hiệu</a:t>
            </a:r>
            <a:r>
              <a:rPr lang="en-US" sz="240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err="1">
                <a:solidFill>
                  <a:schemeClr val="accent6">
                    <a:lumMod val="75000"/>
                  </a:schemeClr>
                </a:solidFill>
                <a:latin typeface="Times New Roman" panose="02020603050405020304" pitchFamily="18" charset="0"/>
                <a:cs typeface="Times New Roman" panose="02020603050405020304" pitchFamily="18" charset="0"/>
              </a:rPr>
              <a:t>chuẩn</a:t>
            </a:r>
            <a:r>
              <a:rPr lang="en-US" sz="240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err="1">
                <a:solidFill>
                  <a:schemeClr val="accent6">
                    <a:lumMod val="75000"/>
                  </a:schemeClr>
                </a:solidFill>
                <a:latin typeface="Times New Roman" panose="02020603050405020304" pitchFamily="18" charset="0"/>
                <a:cs typeface="Times New Roman" panose="02020603050405020304" pitchFamily="18" charset="0"/>
              </a:rPr>
              <a:t>có</a:t>
            </a:r>
            <a:r>
              <a:rPr lang="en-US" sz="240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err="1">
                <a:solidFill>
                  <a:schemeClr val="accent6">
                    <a:lumMod val="75000"/>
                  </a:schemeClr>
                </a:solidFill>
                <a:latin typeface="Times New Roman" panose="02020603050405020304" pitchFamily="18" charset="0"/>
                <a:cs typeface="Times New Roman" panose="02020603050405020304" pitchFamily="18" charset="0"/>
              </a:rPr>
              <a:t>đạt</a:t>
            </a:r>
            <a:r>
              <a:rPr lang="en-US" sz="240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err="1">
                <a:solidFill>
                  <a:schemeClr val="accent6">
                    <a:lumMod val="75000"/>
                  </a:schemeClr>
                </a:solidFill>
                <a:latin typeface="Times New Roman" panose="02020603050405020304" pitchFamily="18" charset="0"/>
                <a:cs typeface="Times New Roman" panose="02020603050405020304" pitchFamily="18" charset="0"/>
              </a:rPr>
              <a:t>độ</a:t>
            </a:r>
            <a:r>
              <a:rPr lang="en-US" sz="240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err="1">
                <a:solidFill>
                  <a:schemeClr val="accent6">
                    <a:lumMod val="75000"/>
                  </a:schemeClr>
                </a:solidFill>
                <a:latin typeface="Times New Roman" panose="02020603050405020304" pitchFamily="18" charset="0"/>
                <a:cs typeface="Times New Roman" panose="02020603050405020304" pitchFamily="18" charset="0"/>
              </a:rPr>
              <a:t>chính</a:t>
            </a:r>
            <a:r>
              <a:rPr lang="en-US" sz="240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err="1">
                <a:solidFill>
                  <a:schemeClr val="accent6">
                    <a:lumMod val="75000"/>
                  </a:schemeClr>
                </a:solidFill>
                <a:latin typeface="Times New Roman" panose="02020603050405020304" pitchFamily="18" charset="0"/>
                <a:cs typeface="Times New Roman" panose="02020603050405020304" pitchFamily="18" charset="0"/>
              </a:rPr>
              <a:t>xác</a:t>
            </a:r>
            <a:r>
              <a:rPr lang="en-US" sz="2400" dirty="0">
                <a:solidFill>
                  <a:schemeClr val="accent6">
                    <a:lumMod val="75000"/>
                  </a:schemeClr>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8510628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0C9421B-D5B9-4A5B-8454-767223EE4518}"/>
              </a:ext>
            </a:extLst>
          </p:cNvPr>
          <p:cNvSpPr txBox="1"/>
          <p:nvPr/>
        </p:nvSpPr>
        <p:spPr>
          <a:xfrm>
            <a:off x="767780" y="2677718"/>
            <a:ext cx="11017224" cy="945708"/>
          </a:xfrm>
          <a:prstGeom prst="rect">
            <a:avLst/>
          </a:prstGeom>
          <a:noFill/>
        </p:spPr>
        <p:txBody>
          <a:bodyPr wrap="square" rtlCol="0">
            <a:spAutoFit/>
          </a:bodyPr>
          <a:lstStyle/>
          <a:p>
            <a:pPr algn="ctr">
              <a:lnSpc>
                <a:spcPct val="150000"/>
              </a:lnSpc>
              <a:defRPr/>
            </a:pPr>
            <a:r>
              <a:rPr lang="en-US" sz="4200" b="1">
                <a:solidFill>
                  <a:schemeClr val="bg1"/>
                </a:solidFill>
                <a:latin typeface="Times New Roman" panose="02020603050405020304" pitchFamily="18" charset="0"/>
                <a:cs typeface="Times New Roman" panose="02020603050405020304" pitchFamily="18" charset="0"/>
              </a:rPr>
              <a:t>TRÂN TRỌNG CẢM </a:t>
            </a:r>
            <a:r>
              <a:rPr lang="vi-VN" sz="4200" b="1">
                <a:solidFill>
                  <a:schemeClr val="bg1"/>
                </a:solidFill>
                <a:latin typeface="Times New Roman" panose="02020603050405020304" pitchFamily="18" charset="0"/>
                <a:cs typeface="Times New Roman" panose="02020603050405020304" pitchFamily="18" charset="0"/>
              </a:rPr>
              <a:t>Ơ</a:t>
            </a:r>
            <a:r>
              <a:rPr lang="en-US" sz="4200" b="1">
                <a:solidFill>
                  <a:schemeClr val="bg1"/>
                </a:solidFill>
                <a:latin typeface="Times New Roman" panose="02020603050405020304" pitchFamily="18" charset="0"/>
                <a:cs typeface="Times New Roman" panose="02020603050405020304" pitchFamily="18" charset="0"/>
              </a:rPr>
              <a:t>N!</a:t>
            </a:r>
            <a:endParaRPr lang="en-US" altLang="en-US" sz="30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7570559"/>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humbnail xmlns="4141b238-c938-466a-bc76-9dbf74569041"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F7AB5BC1F347A488B4B9AC8ECAA6817" ma:contentTypeVersion="3" ma:contentTypeDescription="Create a new document." ma:contentTypeScope="" ma:versionID="3886815d170572f4d933d4fe14be7cca">
  <xsd:schema xmlns:xsd="http://www.w3.org/2001/XMLSchema" xmlns:xs="http://www.w3.org/2001/XMLSchema" xmlns:p="http://schemas.microsoft.com/office/2006/metadata/properties" xmlns:ns2="afe015e6-4fa3-456d-bbc1-fd03a097191c" xmlns:ns3="4141b238-c938-466a-bc76-9dbf74569041" targetNamespace="http://schemas.microsoft.com/office/2006/metadata/properties" ma:root="true" ma:fieldsID="c10e167d25a26a780bcd1eba17a1dbfa" ns2:_="" ns3:_="">
    <xsd:import namespace="afe015e6-4fa3-456d-bbc1-fd03a097191c"/>
    <xsd:import namespace="4141b238-c938-466a-bc76-9dbf74569041"/>
    <xsd:element name="properties">
      <xsd:complexType>
        <xsd:sequence>
          <xsd:element name="documentManagement">
            <xsd:complexType>
              <xsd:all>
                <xsd:element ref="ns2:SharedWithUsers" minOccurs="0"/>
                <xsd:element ref="ns2:SharedWithDetails" minOccurs="0"/>
                <xsd:element ref="ns3:Thumbnai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e015e6-4fa3-456d-bbc1-fd03a097191c"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141b238-c938-466a-bc76-9dbf74569041" elementFormDefault="qualified">
    <xsd:import namespace="http://schemas.microsoft.com/office/2006/documentManagement/types"/>
    <xsd:import namespace="http://schemas.microsoft.com/office/infopath/2007/PartnerControls"/>
    <xsd:element name="Thumbnail" ma:index="10" nillable="true" ma:displayName="Thumbnail" ma:internalName="Thumbnail">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5C19367-2F2F-44FC-9395-CD277EAEF597}">
  <ds:schemaRefs>
    <ds:schemaRef ds:uri="http://schemas.microsoft.com/office/2006/metadata/properties"/>
    <ds:schemaRef ds:uri="http://schemas.microsoft.com/office/2006/documentManagement/types"/>
    <ds:schemaRef ds:uri="http://purl.org/dc/dcmitype/"/>
    <ds:schemaRef ds:uri="http://www.w3.org/XML/1998/namespace"/>
    <ds:schemaRef ds:uri="http://purl.org/dc/terms/"/>
    <ds:schemaRef ds:uri="http://schemas.openxmlformats.org/package/2006/metadata/core-properties"/>
    <ds:schemaRef ds:uri="http://purl.org/dc/elements/1.1/"/>
    <ds:schemaRef ds:uri="http://schemas.microsoft.com/office/infopath/2007/PartnerControls"/>
    <ds:schemaRef ds:uri="4141b238-c938-466a-bc76-9dbf74569041"/>
    <ds:schemaRef ds:uri="afe015e6-4fa3-456d-bbc1-fd03a097191c"/>
  </ds:schemaRefs>
</ds:datastoreItem>
</file>

<file path=customXml/itemProps2.xml><?xml version="1.0" encoding="utf-8"?>
<ds:datastoreItem xmlns:ds="http://schemas.openxmlformats.org/officeDocument/2006/customXml" ds:itemID="{5D071DF8-960D-467D-B257-FAE059CD1B45}">
  <ds:schemaRefs>
    <ds:schemaRef ds:uri="http://schemas.microsoft.com/sharepoint/v3/contenttype/forms"/>
  </ds:schemaRefs>
</ds:datastoreItem>
</file>

<file path=customXml/itemProps3.xml><?xml version="1.0" encoding="utf-8"?>
<ds:datastoreItem xmlns:ds="http://schemas.openxmlformats.org/officeDocument/2006/customXml" ds:itemID="{9E55BC4D-6D5B-4320-97D2-B38244C330A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fe015e6-4fa3-456d-bbc1-fd03a097191c"/>
    <ds:schemaRef ds:uri="4141b238-c938-466a-bc76-9dbf7456904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38901</TotalTime>
  <Words>4970</Words>
  <Application>Microsoft Office PowerPoint</Application>
  <PresentationFormat>Widescreen</PresentationFormat>
  <Paragraphs>532</Paragraphs>
  <Slides>44</Slides>
  <Notes>9</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44</vt:i4>
      </vt:variant>
    </vt:vector>
  </HeadingPairs>
  <TitlesOfParts>
    <vt:vector size="53" baseType="lpstr">
      <vt:lpstr>Arial</vt:lpstr>
      <vt:lpstr>Calibri</vt:lpstr>
      <vt:lpstr>Calibri Light</vt:lpstr>
      <vt:lpstr>Tahoma</vt:lpstr>
      <vt:lpstr>Times New Roman</vt:lpstr>
      <vt:lpstr>Wingdings</vt:lpstr>
      <vt:lpstr>Wingdings 3</vt:lpstr>
      <vt:lpstr>1_Office Theme</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Phan Hồng Quân (KĐN)</cp:lastModifiedBy>
  <cp:revision>1967</cp:revision>
  <cp:lastPrinted>2023-07-28T09:11:30Z</cp:lastPrinted>
  <dcterms:created xsi:type="dcterms:W3CDTF">2017-12-22T11:21:46Z</dcterms:created>
  <dcterms:modified xsi:type="dcterms:W3CDTF">2026-10-07T02:45:11Z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0x0101001F7AB5BC1F347A488B4B9AC8ECAA6817</vt:lpwstr>
  </property>
</Properties>
</file>